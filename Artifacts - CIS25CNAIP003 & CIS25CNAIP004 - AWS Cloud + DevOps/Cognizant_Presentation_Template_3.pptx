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tags/tag1.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47.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48.xml" ContentType="application/vnd.openxmlformats-officedocument.presentationml.notesSlide+xml"/>
  <Override PartName="/ppt/charts/chart9.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49.xml" ContentType="application/vnd.openxmlformats-officedocument.presentationml.notesSlide+xml"/>
  <Override PartName="/ppt/charts/chart13.xml" ContentType="application/vnd.openxmlformats-officedocument.drawingml.chart+xml"/>
  <Override PartName="/ppt/charts/style9.xml" ContentType="application/vnd.ms-office.chartstyle+xml"/>
  <Override PartName="/ppt/charts/colors9.xml" ContentType="application/vnd.ms-office.chartcolorstyle+xml"/>
  <Override PartName="/ppt/charts/chart14.xml" ContentType="application/vnd.openxmlformats-officedocument.drawingml.chart+xml"/>
  <Override PartName="/ppt/charts/style10.xml" ContentType="application/vnd.ms-office.chartstyle+xml"/>
  <Override PartName="/ppt/charts/colors10.xml" ContentType="application/vnd.ms-office.chartcolorstyle+xml"/>
  <Override PartName="/ppt/notesSlides/notesSlide50.xml" ContentType="application/vnd.openxmlformats-officedocument.presentationml.notesSlide+xml"/>
  <Override PartName="/ppt/charts/chart15.xml" ContentType="application/vnd.openxmlformats-officedocument.drawingml.chart+xml"/>
  <Override PartName="/ppt/charts/chart16.xml" ContentType="application/vnd.openxmlformats-officedocument.drawingml.chart+xml"/>
  <Override PartName="/ppt/charts/chart17.xml" ContentType="application/vnd.openxmlformats-officedocument.drawingml.chart+xml"/>
  <Override PartName="/ppt/charts/chart18.xml" ContentType="application/vnd.openxmlformats-officedocument.drawingml.chart+xml"/>
  <Override PartName="/ppt/notesSlides/notesSlide51.xml" ContentType="application/vnd.openxmlformats-officedocument.presentationml.notesSlide+xml"/>
  <Override PartName="/ppt/charts/chart19.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20.xml" ContentType="application/vnd.openxmlformats-officedocument.drawingml.chart+xml"/>
  <Override PartName="/ppt/charts/style12.xml" ContentType="application/vnd.ms-office.chartstyle+xml"/>
  <Override PartName="/ppt/charts/colors12.xml" ContentType="application/vnd.ms-office.chartcolorstyle+xml"/>
  <Override PartName="/ppt/notesSlides/notesSlide52.xml" ContentType="application/vnd.openxmlformats-officedocument.presentationml.notesSlide+xml"/>
  <Override PartName="/ppt/charts/chart21.xml" ContentType="application/vnd.openxmlformats-officedocument.drawingml.chart+xml"/>
  <Override PartName="/ppt/charts/style13.xml" ContentType="application/vnd.ms-office.chartstyle+xml"/>
  <Override PartName="/ppt/charts/colors13.xml" ContentType="application/vnd.ms-office.chartcolorstyle+xml"/>
  <Override PartName="/ppt/charts/chart22.xml" ContentType="application/vnd.openxmlformats-officedocument.drawingml.chart+xml"/>
  <Override PartName="/ppt/charts/style14.xml" ContentType="application/vnd.ms-office.chartstyle+xml"/>
  <Override PartName="/ppt/charts/colors14.xml" ContentType="application/vnd.ms-office.chartcolorstyle+xml"/>
  <Override PartName="/ppt/notesSlides/notesSlide53.xml" ContentType="application/vnd.openxmlformats-officedocument.presentationml.notesSlide+xml"/>
  <Override PartName="/ppt/charts/chart23.xml" ContentType="application/vnd.openxmlformats-officedocument.drawingml.chart+xml"/>
  <Override PartName="/ppt/charts/style15.xml" ContentType="application/vnd.ms-office.chartstyle+xml"/>
  <Override PartName="/ppt/charts/colors15.xml" ContentType="application/vnd.ms-office.chartcolorstyle+xml"/>
  <Override PartName="/ppt/charts/chart24.xml" ContentType="application/vnd.openxmlformats-officedocument.drawingml.chart+xml"/>
  <Override PartName="/ppt/charts/style16.xml" ContentType="application/vnd.ms-office.chartstyle+xml"/>
  <Override PartName="/ppt/charts/colors16.xml" ContentType="application/vnd.ms-office.chartcolorstyl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926" r:id="rId4"/>
  </p:sldMasterIdLst>
  <p:notesMasterIdLst>
    <p:notesMasterId r:id="rId66"/>
  </p:notesMasterIdLst>
  <p:handoutMasterIdLst>
    <p:handoutMasterId r:id="rId67"/>
  </p:handoutMasterIdLst>
  <p:sldIdLst>
    <p:sldId id="2147479184" r:id="rId5"/>
    <p:sldId id="2147479437" r:id="rId6"/>
    <p:sldId id="2147479434" r:id="rId7"/>
    <p:sldId id="2147479438" r:id="rId8"/>
    <p:sldId id="2147479439" r:id="rId9"/>
    <p:sldId id="2147479440" r:id="rId10"/>
    <p:sldId id="2147479441" r:id="rId11"/>
    <p:sldId id="2147479182" r:id="rId12"/>
    <p:sldId id="2147479183" r:id="rId13"/>
    <p:sldId id="2147479191" r:id="rId14"/>
    <p:sldId id="2147479239" r:id="rId15"/>
    <p:sldId id="2147479377" r:id="rId16"/>
    <p:sldId id="2147479241" r:id="rId17"/>
    <p:sldId id="2147479203" r:id="rId18"/>
    <p:sldId id="2147479204" r:id="rId19"/>
    <p:sldId id="2147479205" r:id="rId20"/>
    <p:sldId id="2147479193" r:id="rId21"/>
    <p:sldId id="2147479300" r:id="rId22"/>
    <p:sldId id="2147479378" r:id="rId23"/>
    <p:sldId id="2147479253" r:id="rId24"/>
    <p:sldId id="2147479234" r:id="rId25"/>
    <p:sldId id="2147479208" r:id="rId26"/>
    <p:sldId id="2147479209" r:id="rId27"/>
    <p:sldId id="2147479210" r:id="rId28"/>
    <p:sldId id="2147479237" r:id="rId29"/>
    <p:sldId id="2147479238" r:id="rId30"/>
    <p:sldId id="2147479212" r:id="rId31"/>
    <p:sldId id="2147479304" r:id="rId32"/>
    <p:sldId id="2147479213" r:id="rId33"/>
    <p:sldId id="2147479214" r:id="rId34"/>
    <p:sldId id="2147479254" r:id="rId35"/>
    <p:sldId id="2147479255" r:id="rId36"/>
    <p:sldId id="2147479256" r:id="rId37"/>
    <p:sldId id="2147479215" r:id="rId38"/>
    <p:sldId id="2147479216" r:id="rId39"/>
    <p:sldId id="2147479217" r:id="rId40"/>
    <p:sldId id="2147479250" r:id="rId41"/>
    <p:sldId id="2147479251" r:id="rId42"/>
    <p:sldId id="2147479218" r:id="rId43"/>
    <p:sldId id="2147479305" r:id="rId44"/>
    <p:sldId id="2147479379" r:id="rId45"/>
    <p:sldId id="2147479186" r:id="rId46"/>
    <p:sldId id="2147471361" r:id="rId47"/>
    <p:sldId id="2134806463" r:id="rId48"/>
    <p:sldId id="2147479380" r:id="rId49"/>
    <p:sldId id="2147479381" r:id="rId50"/>
    <p:sldId id="2147479382" r:id="rId51"/>
    <p:sldId id="2147479383" r:id="rId52"/>
    <p:sldId id="2147479384" r:id="rId53"/>
    <p:sldId id="2147479385" r:id="rId54"/>
    <p:sldId id="2147479430" r:id="rId55"/>
    <p:sldId id="2147479387" r:id="rId56"/>
    <p:sldId id="2147479393" r:id="rId57"/>
    <p:sldId id="2147479389" r:id="rId58"/>
    <p:sldId id="2147479390" r:id="rId59"/>
    <p:sldId id="2147479232" r:id="rId60"/>
    <p:sldId id="2147479231" r:id="rId61"/>
    <p:sldId id="2147479233" r:id="rId62"/>
    <p:sldId id="2147479391" r:id="rId63"/>
    <p:sldId id="2147479226" r:id="rId64"/>
    <p:sldId id="2147479227" r:id="rId6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id="{527C4F3F-6D78-2D44-AA0B-70A49D008E79}">
          <p14:sldIdLst>
            <p14:sldId id="2147479184"/>
            <p14:sldId id="2147479437"/>
            <p14:sldId id="2147479434"/>
            <p14:sldId id="2147479438"/>
            <p14:sldId id="2147479439"/>
            <p14:sldId id="2147479440"/>
            <p14:sldId id="2147479441"/>
          </p14:sldIdLst>
        </p14:section>
        <p14:section name="Covers" id="{8705E8D6-CB78-6442-AB36-0CD2FC3662C2}">
          <p14:sldIdLst>
            <p14:sldId id="2147479182"/>
            <p14:sldId id="2147479183"/>
          </p14:sldIdLst>
        </p14:section>
        <p14:section name="Agenda" id="{150BC4E0-845C-BA46-8171-7C5DE8382948}">
          <p14:sldIdLst>
            <p14:sldId id="2147479191"/>
            <p14:sldId id="2147479239"/>
            <p14:sldId id="2147479377"/>
            <p14:sldId id="2147479241"/>
          </p14:sldIdLst>
        </p14:section>
        <p14:section name="Dividers" id="{DB2A0A3A-5EE5-3C41-A717-97A6C90F976C}">
          <p14:sldIdLst>
            <p14:sldId id="2147479203"/>
            <p14:sldId id="2147479204"/>
            <p14:sldId id="2147479205"/>
          </p14:sldIdLst>
        </p14:section>
        <p14:section name="Content - light" id="{3221EC01-B31F-4542-BD97-D72D9D2227EA}">
          <p14:sldIdLst>
            <p14:sldId id="2147479193"/>
            <p14:sldId id="2147479300"/>
            <p14:sldId id="2147479378"/>
            <p14:sldId id="2147479253"/>
            <p14:sldId id="2147479234"/>
            <p14:sldId id="2147479208"/>
            <p14:sldId id="2147479209"/>
            <p14:sldId id="2147479210"/>
            <p14:sldId id="2147479237"/>
            <p14:sldId id="2147479238"/>
            <p14:sldId id="2147479212"/>
            <p14:sldId id="2147479304"/>
          </p14:sldIdLst>
        </p14:section>
        <p14:section name="Content - dark" id="{E5876DD2-5BDA-324A-9F58-081428975AC9}">
          <p14:sldIdLst>
            <p14:sldId id="2147479213"/>
            <p14:sldId id="2147479214"/>
            <p14:sldId id="2147479254"/>
            <p14:sldId id="2147479255"/>
            <p14:sldId id="2147479256"/>
            <p14:sldId id="2147479215"/>
            <p14:sldId id="2147479216"/>
            <p14:sldId id="2147479217"/>
            <p14:sldId id="2147479250"/>
            <p14:sldId id="2147479251"/>
            <p14:sldId id="2147479218"/>
            <p14:sldId id="2147479305"/>
          </p14:sldIdLst>
        </p14:section>
        <p14:section name="Imagery" id="{43A43E6C-CE72-3749-A3B3-2987A8E7AE57}">
          <p14:sldIdLst>
            <p14:sldId id="2147479379"/>
            <p14:sldId id="2147479186"/>
            <p14:sldId id="2147471361"/>
            <p14:sldId id="2134806463"/>
          </p14:sldIdLst>
        </p14:section>
        <p14:section name="Charts and graphs" id="{C4497982-49AC-EB40-BD78-D4B150467C60}">
          <p14:sldIdLst>
            <p14:sldId id="2147479380"/>
            <p14:sldId id="2147479381"/>
            <p14:sldId id="2147479382"/>
            <p14:sldId id="2147479383"/>
            <p14:sldId id="2147479384"/>
            <p14:sldId id="2147479385"/>
            <p14:sldId id="2147479430"/>
            <p14:sldId id="2147479387"/>
            <p14:sldId id="2147479393"/>
          </p14:sldIdLst>
        </p14:section>
        <p14:section name="Tables" id="{18F929D9-F8B2-B14A-8389-152D2A3AA994}">
          <p14:sldIdLst>
            <p14:sldId id="2147479389"/>
            <p14:sldId id="2147479390"/>
            <p14:sldId id="2147479232"/>
            <p14:sldId id="2147479231"/>
            <p14:sldId id="2147479233"/>
            <p14:sldId id="2147479391"/>
            <p14:sldId id="2147479226"/>
          </p14:sldIdLst>
        </p14:section>
        <p14:section name="Closing slide" id="{C8A2E1DF-13D2-FC40-A09C-AC049538ACC1}">
          <p14:sldIdLst>
            <p14:sldId id="2147479227"/>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1CC117-DD14-B143-B720-6EA5CB198D8E}" v="5" dt="2025-05-09T10:42:27.563"/>
  </p1510:revLst>
</p1510:revInfo>
</file>

<file path=ppt/tableStyles.xml><?xml version="1.0" encoding="utf-8"?>
<a:tblStyleLst xmlns:a="http://schemas.openxmlformats.org/drawingml/2006/main" def="{8EC20E35-A176-4012-BC5E-935CFFF8708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5FD0F851-EC5A-4D38-B0AD-8093EC10F338}" styleName="Light Style 1 - Accent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94" autoAdjust="0"/>
    <p:restoredTop sz="96327" autoAdjust="0"/>
  </p:normalViewPr>
  <p:slideViewPr>
    <p:cSldViewPr snapToGrid="0">
      <p:cViewPr varScale="1">
        <p:scale>
          <a:sx n="110" d="100"/>
          <a:sy n="110" d="100"/>
        </p:scale>
        <p:origin x="1296" y="472"/>
      </p:cViewPr>
      <p:guideLst/>
    </p:cSldViewPr>
  </p:slideViewPr>
  <p:outlineViewPr>
    <p:cViewPr>
      <p:scale>
        <a:sx n="33" d="100"/>
        <a:sy n="33" d="100"/>
      </p:scale>
      <p:origin x="0" y="-19659"/>
    </p:cViewPr>
  </p:outlineViewPr>
  <p:notesTextViewPr>
    <p:cViewPr>
      <p:scale>
        <a:sx n="125" d="100"/>
        <a:sy n="125" d="100"/>
      </p:scale>
      <p:origin x="0" y="0"/>
    </p:cViewPr>
  </p:notesTextViewPr>
  <p:sorterViewPr>
    <p:cViewPr varScale="1">
      <p:scale>
        <a:sx n="1" d="1"/>
        <a:sy n="1" d="1"/>
      </p:scale>
      <p:origin x="0" y="0"/>
    </p:cViewPr>
  </p:sorterViewPr>
  <p:notesViewPr>
    <p:cSldViewPr snapToGrid="0">
      <p:cViewPr>
        <p:scale>
          <a:sx n="86" d="100"/>
          <a:sy n="86" d="100"/>
        </p:scale>
        <p:origin x="3360" y="520"/>
      </p:cViewPr>
      <p:guideLst/>
    </p:cSldViewPr>
  </p:notesViewPr>
  <p:gridSpacing cx="914400" cy="9144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notesMaster" Target="notesMasters/notesMaster1.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 Type="http://schemas.openxmlformats.org/officeDocument/2006/relationships/slide" Target="slides/slide3.xml"/><Relationship Id="rId7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3" Type="http://schemas.openxmlformats.org/officeDocument/2006/relationships/package" Target="../embeddings/Microsoft_Excel_Worksheet12.xlsx"/><Relationship Id="rId2" Type="http://schemas.microsoft.com/office/2011/relationships/chartColorStyle" Target="colors9.xml"/><Relationship Id="rId1" Type="http://schemas.microsoft.com/office/2011/relationships/chartStyle" Target="style9.xml"/></Relationships>
</file>

<file path=ppt/charts/_rels/chart14.xml.rels><?xml version="1.0" encoding="UTF-8" standalone="yes"?>
<Relationships xmlns="http://schemas.openxmlformats.org/package/2006/relationships"><Relationship Id="rId3" Type="http://schemas.openxmlformats.org/officeDocument/2006/relationships/package" Target="../embeddings/Microsoft_Excel_Worksheet13.xlsx"/><Relationship Id="rId2" Type="http://schemas.microsoft.com/office/2011/relationships/chartColorStyle" Target="colors10.xml"/><Relationship Id="rId1" Type="http://schemas.microsoft.com/office/2011/relationships/chartStyle" Target="style10.xml"/></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_rels/chart17.xml.rels><?xml version="1.0" encoding="UTF-8" standalone="yes"?>
<Relationships xmlns="http://schemas.openxmlformats.org/package/2006/relationships"><Relationship Id="rId1" Type="http://schemas.openxmlformats.org/officeDocument/2006/relationships/package" Target="../embeddings/Microsoft_Excel_Worksheet16.xlsx"/></Relationships>
</file>

<file path=ppt/charts/_rels/chart18.xml.rels><?xml version="1.0" encoding="UTF-8" standalone="yes"?>
<Relationships xmlns="http://schemas.openxmlformats.org/package/2006/relationships"><Relationship Id="rId1" Type="http://schemas.openxmlformats.org/officeDocument/2006/relationships/package" Target="../embeddings/Microsoft_Excel_Worksheet17.xlsx"/></Relationships>
</file>

<file path=ppt/charts/_rels/chart19.xml.rels><?xml version="1.0" encoding="UTF-8" standalone="yes"?>
<Relationships xmlns="http://schemas.openxmlformats.org/package/2006/relationships"><Relationship Id="rId3" Type="http://schemas.openxmlformats.org/officeDocument/2006/relationships/package" Target="../embeddings/Microsoft_Excel_Worksheet18.xlsx"/><Relationship Id="rId2" Type="http://schemas.microsoft.com/office/2011/relationships/chartColorStyle" Target="colors11.xml"/><Relationship Id="rId1" Type="http://schemas.microsoft.com/office/2011/relationships/chartStyle" Target="style11.xml"/></Relationships>
</file>

<file path=ppt/charts/_rels/chart20.xml.rels><?xml version="1.0" encoding="UTF-8" standalone="yes"?>
<Relationships xmlns="http://schemas.openxmlformats.org/package/2006/relationships"><Relationship Id="rId3" Type="http://schemas.openxmlformats.org/officeDocument/2006/relationships/package" Target="../embeddings/Microsoft_Excel_Worksheet19.xlsx"/><Relationship Id="rId2" Type="http://schemas.microsoft.com/office/2011/relationships/chartColorStyle" Target="colors12.xml"/><Relationship Id="rId1" Type="http://schemas.microsoft.com/office/2011/relationships/chartStyle" Target="style12.xml"/></Relationships>
</file>

<file path=ppt/charts/_rels/chart21.xml.rels><?xml version="1.0" encoding="UTF-8" standalone="yes"?>
<Relationships xmlns="http://schemas.openxmlformats.org/package/2006/relationships"><Relationship Id="rId3" Type="http://schemas.openxmlformats.org/officeDocument/2006/relationships/package" Target="../embeddings/Microsoft_Excel_Worksheet20.xlsx"/><Relationship Id="rId2" Type="http://schemas.microsoft.com/office/2011/relationships/chartColorStyle" Target="colors13.xml"/><Relationship Id="rId1" Type="http://schemas.microsoft.com/office/2011/relationships/chartStyle" Target="style13.xml"/></Relationships>
</file>

<file path=ppt/charts/_rels/chart22.xml.rels><?xml version="1.0" encoding="UTF-8" standalone="yes"?>
<Relationships xmlns="http://schemas.openxmlformats.org/package/2006/relationships"><Relationship Id="rId3" Type="http://schemas.openxmlformats.org/officeDocument/2006/relationships/package" Target="../embeddings/Microsoft_Excel_Worksheet21.xlsx"/><Relationship Id="rId2" Type="http://schemas.microsoft.com/office/2011/relationships/chartColorStyle" Target="colors14.xml"/><Relationship Id="rId1" Type="http://schemas.microsoft.com/office/2011/relationships/chartStyle" Target="style14.xml"/></Relationships>
</file>

<file path=ppt/charts/_rels/chart23.xml.rels><?xml version="1.0" encoding="UTF-8" standalone="yes"?>
<Relationships xmlns="http://schemas.openxmlformats.org/package/2006/relationships"><Relationship Id="rId3" Type="http://schemas.openxmlformats.org/officeDocument/2006/relationships/package" Target="../embeddings/Microsoft_Excel_Worksheet22.xlsx"/><Relationship Id="rId2" Type="http://schemas.microsoft.com/office/2011/relationships/chartColorStyle" Target="colors15.xml"/><Relationship Id="rId1" Type="http://schemas.microsoft.com/office/2011/relationships/chartStyle" Target="style15.xml"/></Relationships>
</file>

<file path=ppt/charts/_rels/chart24.xml.rels><?xml version="1.0" encoding="UTF-8" standalone="yes"?>
<Relationships xmlns="http://schemas.openxmlformats.org/package/2006/relationships"><Relationship Id="rId3" Type="http://schemas.openxmlformats.org/officeDocument/2006/relationships/package" Target="../embeddings/Microsoft_Excel_Worksheet23.xlsx"/><Relationship Id="rId2" Type="http://schemas.microsoft.com/office/2011/relationships/chartColorStyle" Target="colors16.xml"/><Relationship Id="rId1" Type="http://schemas.microsoft.com/office/2011/relationships/chartStyle" Target="style1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0"/>
            <c:invertIfNegative val="0"/>
            <c:bubble3D val="0"/>
            <c:spPr>
              <a:solidFill>
                <a:schemeClr val="accent1"/>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548F-D548-93A8-D4CD7F8FE1C3}"/>
              </c:ext>
            </c:extLst>
          </c:dPt>
          <c:dPt>
            <c:idx val="1"/>
            <c:invertIfNegative val="0"/>
            <c:bubble3D val="0"/>
            <c:spPr>
              <a:solidFill>
                <a:schemeClr val="accent1"/>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548F-D548-93A8-D4CD7F8FE1C3}"/>
              </c:ext>
            </c:extLst>
          </c:dPt>
          <c:dPt>
            <c:idx val="2"/>
            <c:invertIfNegative val="0"/>
            <c:bubble3D val="0"/>
            <c:spPr>
              <a:solidFill>
                <a:schemeClr val="accent1"/>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548F-D548-93A8-D4CD7F8FE1C3}"/>
              </c:ext>
            </c:extLst>
          </c:dPt>
          <c:dPt>
            <c:idx val="3"/>
            <c:invertIfNegative val="0"/>
            <c:bubble3D val="0"/>
            <c:spPr>
              <a:solidFill>
                <a:schemeClr val="accent1"/>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548F-D548-93A8-D4CD7F8FE1C3}"/>
              </c:ext>
            </c:extLst>
          </c:dPt>
          <c:dPt>
            <c:idx val="4"/>
            <c:invertIfNegative val="0"/>
            <c:bubble3D val="0"/>
            <c:spPr>
              <a:solidFill>
                <a:schemeClr val="accent3"/>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9-548F-D548-93A8-D4CD7F8FE1C3}"/>
              </c:ext>
            </c:extLst>
          </c:dPt>
          <c:dPt>
            <c:idx val="5"/>
            <c:invertIfNegative val="0"/>
            <c:bubble3D val="0"/>
            <c:spPr>
              <a:solidFill>
                <a:schemeClr val="accent1"/>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B-548F-D548-93A8-D4CD7F8FE1C3}"/>
              </c:ext>
            </c:extLst>
          </c:dPt>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4.3</c:v>
                </c:pt>
                <c:pt idx="1">
                  <c:v>2.5</c:v>
                </c:pt>
                <c:pt idx="2">
                  <c:v>3.5</c:v>
                </c:pt>
                <c:pt idx="3">
                  <c:v>4.5</c:v>
                </c:pt>
                <c:pt idx="4">
                  <c:v>4.3</c:v>
                </c:pt>
                <c:pt idx="5">
                  <c:v>3</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C-548F-D548-93A8-D4CD7F8FE1C3}"/>
            </c:ext>
          </c:extLst>
        </c:ser>
        <c:dLbls>
          <c:showLegendKey val="0"/>
          <c:showVal val="0"/>
          <c:showCatName val="0"/>
          <c:showSerName val="0"/>
          <c:showPercent val="0"/>
          <c:showBubbleSize val="0"/>
        </c:dLbls>
        <c:gapWidth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accent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51100303"/>
        <c:crosses val="autoZero"/>
        <c:crossBetween val="between"/>
        <c:majorUnit val="1"/>
      </c:valAx>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dPt>
            <c:idx val="0"/>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6078-0541-9840-BD36762549BE}"/>
              </c:ext>
            </c:extLst>
          </c:dPt>
          <c:dPt>
            <c:idx val="1"/>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6078-0541-9840-BD36762549BE}"/>
              </c:ext>
            </c:extLst>
          </c:dPt>
          <c:dPt>
            <c:idx val="2"/>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6078-0541-9840-BD36762549BE}"/>
              </c:ext>
            </c:extLst>
          </c:dPt>
          <c:dPt>
            <c:idx val="3"/>
            <c:invertIfNegative val="0"/>
            <c:bubble3D val="0"/>
            <c:spPr>
              <a:solidFill>
                <a:schemeClr val="accent3"/>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6078-0541-9840-BD36762549BE}"/>
              </c:ext>
            </c:extLst>
          </c:dPt>
          <c:dPt>
            <c:idx val="4"/>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9-6078-0541-9840-BD36762549BE}"/>
              </c:ext>
            </c:extLst>
          </c:dPt>
          <c:dPt>
            <c:idx val="5"/>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B-6078-0541-9840-BD36762549BE}"/>
              </c:ext>
            </c:extLst>
          </c:dPt>
          <c:cat>
            <c:strRef>
              <c:f>Sheet1!$A$2:$A$7</c:f>
              <c:strCache>
                <c:ptCount val="6"/>
                <c:pt idx="0">
                  <c:v>A</c:v>
                </c:pt>
                <c:pt idx="1">
                  <c:v>B</c:v>
                </c:pt>
                <c:pt idx="2">
                  <c:v>C</c:v>
                </c:pt>
                <c:pt idx="3">
                  <c:v>D</c:v>
                </c:pt>
                <c:pt idx="4">
                  <c:v>E</c:v>
                </c:pt>
                <c:pt idx="5">
                  <c:v>F</c:v>
                </c:pt>
              </c:strCache>
            </c:strRef>
          </c:cat>
          <c:val>
            <c:numRef>
              <c:f>Sheet1!$B$2:$B$7</c:f>
              <c:numCache>
                <c:formatCode>General</c:formatCode>
                <c:ptCount val="6"/>
                <c:pt idx="0">
                  <c:v>4.3</c:v>
                </c:pt>
                <c:pt idx="1">
                  <c:v>2.5</c:v>
                </c:pt>
                <c:pt idx="2">
                  <c:v>3.5</c:v>
                </c:pt>
                <c:pt idx="3">
                  <c:v>4.5</c:v>
                </c:pt>
                <c:pt idx="4">
                  <c:v>4.3</c:v>
                </c:pt>
                <c:pt idx="5">
                  <c:v>3</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C-6078-0541-9840-BD36762549BE}"/>
            </c:ext>
          </c:extLst>
        </c:ser>
        <c:dLbls>
          <c:showLegendKey val="0"/>
          <c:showVal val="0"/>
          <c:showCatName val="0"/>
          <c:showSerName val="0"/>
          <c:showPercent val="0"/>
          <c:showBubbleSize val="0"/>
        </c:dLbls>
        <c:gapWidth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2"/>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accent6">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2">
                    <a:lumMod val="95000"/>
                  </a:schemeClr>
                </a:solidFill>
                <a:latin typeface="+mn-lt"/>
                <a:ea typeface="+mn-ea"/>
                <a:cs typeface="+mn-cs"/>
              </a:defRPr>
            </a:pPr>
            <a:endParaRPr lang="en-US"/>
          </a:p>
        </c:txPr>
        <c:crossAx val="751100303"/>
        <c:crosses val="autoZero"/>
        <c:crossBetween val="between"/>
        <c:majorUnit val="1"/>
      </c:valAx>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1"/>
            </a:solidFill>
            <a:ln w="19050">
              <a:noFill/>
            </a:ln>
            <a:effectLst/>
          </c:spPr>
          <c:invertIfNegative val="0"/>
          <c:cat>
            <c:strRef>
              <c:f>Sheet1!$A$2:$A$5</c:f>
              <c:strCache>
                <c:ptCount val="4"/>
                <c:pt idx="0">
                  <c:v>Q1 '20</c:v>
                </c:pt>
                <c:pt idx="1">
                  <c:v>Q1 '21</c:v>
                </c:pt>
                <c:pt idx="2">
                  <c:v>Q1 '22</c:v>
                </c:pt>
                <c:pt idx="3">
                  <c:v>Q1 '23</c:v>
                </c:pt>
              </c:strCache>
            </c:strRef>
          </c:cat>
          <c:val>
            <c:numRef>
              <c:f>Sheet1!$B$2:$B$5</c:f>
              <c:numCache>
                <c:formatCode>General</c:formatCode>
                <c:ptCount val="4"/>
                <c:pt idx="0">
                  <c:v>3.5</c:v>
                </c:pt>
                <c:pt idx="1">
                  <c:v>2.5</c:v>
                </c:pt>
                <c:pt idx="2">
                  <c:v>3</c:v>
                </c:pt>
                <c:pt idx="3">
                  <c:v>4</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0-E58F-5540-AA4C-D9DCFF27891F}"/>
            </c:ext>
          </c:extLst>
        </c:ser>
        <c:ser>
          <c:idx val="1"/>
          <c:order val="1"/>
          <c:tx>
            <c:strRef>
              <c:f>Sheet1!$C$1</c:f>
              <c:strCache>
                <c:ptCount val="1"/>
                <c:pt idx="0">
                  <c:v>Series 2</c:v>
                </c:pt>
              </c:strCache>
            </c:strRef>
          </c:tx>
          <c:spPr>
            <a:solidFill>
              <a:schemeClr val="accent2"/>
            </a:solidFill>
            <a:ln w="19050">
              <a:noFill/>
            </a:ln>
            <a:effectLst/>
          </c:spPr>
          <c:invertIfNegative val="0"/>
          <c:cat>
            <c:strRef>
              <c:f>Sheet1!$A$2:$A$5</c:f>
              <c:strCache>
                <c:ptCount val="4"/>
                <c:pt idx="0">
                  <c:v>Q1 '20</c:v>
                </c:pt>
                <c:pt idx="1">
                  <c:v>Q1 '21</c:v>
                </c:pt>
                <c:pt idx="2">
                  <c:v>Q1 '22</c:v>
                </c:pt>
                <c:pt idx="3">
                  <c:v>Q1 '23</c:v>
                </c:pt>
              </c:strCache>
            </c:strRef>
          </c:cat>
          <c:val>
            <c:numRef>
              <c:f>Sheet1!$C$2:$C$5</c:f>
              <c:numCache>
                <c:formatCode>General</c:formatCode>
                <c:ptCount val="4"/>
                <c:pt idx="0">
                  <c:v>2.2000000000000002</c:v>
                </c:pt>
                <c:pt idx="1">
                  <c:v>4.0999999999999996</c:v>
                </c:pt>
                <c:pt idx="2">
                  <c:v>1.8</c:v>
                </c:pt>
                <c:pt idx="3">
                  <c:v>1.7</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E58F-5540-AA4C-D9DCFF27891F}"/>
            </c:ext>
          </c:extLst>
        </c:ser>
        <c:ser>
          <c:idx val="2"/>
          <c:order val="2"/>
          <c:tx>
            <c:strRef>
              <c:f>Sheet1!$D$1</c:f>
              <c:strCache>
                <c:ptCount val="1"/>
                <c:pt idx="0">
                  <c:v>Series 3</c:v>
                </c:pt>
              </c:strCache>
            </c:strRef>
          </c:tx>
          <c:spPr>
            <a:solidFill>
              <a:schemeClr val="accent3"/>
            </a:solidFill>
            <a:ln w="19050">
              <a:noFill/>
            </a:ln>
            <a:effectLst/>
          </c:spPr>
          <c:invertIfNegative val="0"/>
          <c:dPt>
            <c:idx val="0"/>
            <c:invertIfNegative val="0"/>
            <c:bubble3D val="0"/>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E58F-5540-AA4C-D9DCFF27891F}"/>
              </c:ext>
            </c:extLst>
          </c:dPt>
          <c:dPt>
            <c:idx val="1"/>
            <c:invertIfNegative val="0"/>
            <c:bubble3D val="0"/>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E58F-5540-AA4C-D9DCFF27891F}"/>
              </c:ext>
            </c:extLst>
          </c:dPt>
          <c:dPt>
            <c:idx val="2"/>
            <c:invertIfNegative val="0"/>
            <c:bubble3D val="0"/>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E58F-5540-AA4C-D9DCFF27891F}"/>
              </c:ext>
            </c:extLst>
          </c:dPt>
          <c:dPt>
            <c:idx val="3"/>
            <c:invertIfNegative val="0"/>
            <c:bubble3D val="0"/>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E58F-5540-AA4C-D9DCFF27891F}"/>
              </c:ext>
            </c:extLst>
          </c:dPt>
          <c:cat>
            <c:strRef>
              <c:f>Sheet1!$A$2:$A$5</c:f>
              <c:strCache>
                <c:ptCount val="4"/>
                <c:pt idx="0">
                  <c:v>Q1 '20</c:v>
                </c:pt>
                <c:pt idx="1">
                  <c:v>Q1 '21</c:v>
                </c:pt>
                <c:pt idx="2">
                  <c:v>Q1 '22</c:v>
                </c:pt>
                <c:pt idx="3">
                  <c:v>Q1 '23</c:v>
                </c:pt>
              </c:strCache>
            </c:strRef>
          </c:cat>
          <c:val>
            <c:numRef>
              <c:f>Sheet1!$D$2:$D$5</c:f>
              <c:numCache>
                <c:formatCode>General</c:formatCode>
                <c:ptCount val="4"/>
                <c:pt idx="0">
                  <c:v>1.5</c:v>
                </c:pt>
                <c:pt idx="1">
                  <c:v>1</c:v>
                </c:pt>
                <c:pt idx="2">
                  <c:v>2</c:v>
                </c:pt>
                <c:pt idx="3">
                  <c:v>3</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6-E58F-5540-AA4C-D9DCFF27891F}"/>
            </c:ext>
          </c:extLst>
        </c:ser>
        <c:dLbls>
          <c:showLegendKey val="0"/>
          <c:showVal val="0"/>
          <c:showCatName val="0"/>
          <c:showSerName val="0"/>
          <c:showPercent val="0"/>
          <c:showBubbleSize val="0"/>
        </c:dLbls>
        <c:gapWidth val="100"/>
        <c:overlap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accent6"/>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751100303"/>
        <c:crosses val="autoZero"/>
        <c:crossBetween val="between"/>
      </c:valAx>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Series 1</c:v>
                </c:pt>
              </c:strCache>
            </c:strRef>
          </c:tx>
          <c:spPr>
            <a:solidFill>
              <a:schemeClr val="accent2"/>
            </a:solidFill>
            <a:ln w="19050">
              <a:noFill/>
            </a:ln>
            <a:effectLst/>
          </c:spPr>
          <c:invertIfNegative val="0"/>
          <c:cat>
            <c:strRef>
              <c:f>Sheet1!$A$2:$A$5</c:f>
              <c:strCache>
                <c:ptCount val="4"/>
                <c:pt idx="0">
                  <c:v>Q1 '20</c:v>
                </c:pt>
                <c:pt idx="1">
                  <c:v>Q1 '21</c:v>
                </c:pt>
                <c:pt idx="2">
                  <c:v>Q1 '22</c:v>
                </c:pt>
                <c:pt idx="3">
                  <c:v>Q1 '23</c:v>
                </c:pt>
              </c:strCache>
            </c:strRef>
          </c:cat>
          <c:val>
            <c:numRef>
              <c:f>Sheet1!$B$2:$B$5</c:f>
              <c:numCache>
                <c:formatCode>General</c:formatCode>
                <c:ptCount val="4"/>
                <c:pt idx="0">
                  <c:v>3.5</c:v>
                </c:pt>
                <c:pt idx="1">
                  <c:v>2.5</c:v>
                </c:pt>
                <c:pt idx="2">
                  <c:v>3</c:v>
                </c:pt>
                <c:pt idx="3">
                  <c:v>4</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0-E58F-5540-AA4C-D9DCFF27891F}"/>
            </c:ext>
          </c:extLst>
        </c:ser>
        <c:ser>
          <c:idx val="1"/>
          <c:order val="1"/>
          <c:tx>
            <c:strRef>
              <c:f>Sheet1!$C$1</c:f>
              <c:strCache>
                <c:ptCount val="1"/>
                <c:pt idx="0">
                  <c:v>Series 2</c:v>
                </c:pt>
              </c:strCache>
            </c:strRef>
          </c:tx>
          <c:spPr>
            <a:solidFill>
              <a:schemeClr val="accent3"/>
            </a:solidFill>
            <a:ln w="19050">
              <a:noFill/>
            </a:ln>
            <a:effectLst/>
          </c:spPr>
          <c:invertIfNegative val="0"/>
          <c:cat>
            <c:strRef>
              <c:f>Sheet1!$A$2:$A$5</c:f>
              <c:strCache>
                <c:ptCount val="4"/>
                <c:pt idx="0">
                  <c:v>Q1 '20</c:v>
                </c:pt>
                <c:pt idx="1">
                  <c:v>Q1 '21</c:v>
                </c:pt>
                <c:pt idx="2">
                  <c:v>Q1 '22</c:v>
                </c:pt>
                <c:pt idx="3">
                  <c:v>Q1 '23</c:v>
                </c:pt>
              </c:strCache>
            </c:strRef>
          </c:cat>
          <c:val>
            <c:numRef>
              <c:f>Sheet1!$C$2:$C$5</c:f>
              <c:numCache>
                <c:formatCode>General</c:formatCode>
                <c:ptCount val="4"/>
                <c:pt idx="0">
                  <c:v>2.2000000000000002</c:v>
                </c:pt>
                <c:pt idx="1">
                  <c:v>4.0999999999999996</c:v>
                </c:pt>
                <c:pt idx="2">
                  <c:v>1.8</c:v>
                </c:pt>
                <c:pt idx="3">
                  <c:v>1.7</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E58F-5540-AA4C-D9DCFF27891F}"/>
            </c:ext>
          </c:extLst>
        </c:ser>
        <c:ser>
          <c:idx val="2"/>
          <c:order val="2"/>
          <c:tx>
            <c:strRef>
              <c:f>Sheet1!$D$1</c:f>
              <c:strCache>
                <c:ptCount val="1"/>
                <c:pt idx="0">
                  <c:v>Series 3</c:v>
                </c:pt>
              </c:strCache>
            </c:strRef>
          </c:tx>
          <c:spPr>
            <a:solidFill>
              <a:schemeClr val="bg1"/>
            </a:solidFill>
            <a:ln w="19050">
              <a:noFill/>
            </a:ln>
            <a:effectLst/>
          </c:spPr>
          <c:invertIfNegative val="0"/>
          <c:dPt>
            <c:idx val="0"/>
            <c:invertIfNegative val="0"/>
            <c:bubble3D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2-E58F-5540-AA4C-D9DCFF27891F}"/>
              </c:ext>
            </c:extLst>
          </c:dPt>
          <c:dPt>
            <c:idx val="1"/>
            <c:invertIfNegative val="0"/>
            <c:bubble3D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E58F-5540-AA4C-D9DCFF27891F}"/>
              </c:ext>
            </c:extLst>
          </c:dPt>
          <c:dPt>
            <c:idx val="2"/>
            <c:invertIfNegative val="0"/>
            <c:bubble3D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4-E58F-5540-AA4C-D9DCFF27891F}"/>
              </c:ext>
            </c:extLst>
          </c:dPt>
          <c:dPt>
            <c:idx val="3"/>
            <c:invertIfNegative val="0"/>
            <c:bubble3D val="0"/>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5-E58F-5540-AA4C-D9DCFF27891F}"/>
              </c:ext>
            </c:extLst>
          </c:dPt>
          <c:cat>
            <c:strRef>
              <c:f>Sheet1!$A$2:$A$5</c:f>
              <c:strCache>
                <c:ptCount val="4"/>
                <c:pt idx="0">
                  <c:v>Q1 '20</c:v>
                </c:pt>
                <c:pt idx="1">
                  <c:v>Q1 '21</c:v>
                </c:pt>
                <c:pt idx="2">
                  <c:v>Q1 '22</c:v>
                </c:pt>
                <c:pt idx="3">
                  <c:v>Q1 '23</c:v>
                </c:pt>
              </c:strCache>
            </c:strRef>
          </c:cat>
          <c:val>
            <c:numRef>
              <c:f>Sheet1!$D$2:$D$5</c:f>
              <c:numCache>
                <c:formatCode>General</c:formatCode>
                <c:ptCount val="4"/>
                <c:pt idx="0">
                  <c:v>1.5</c:v>
                </c:pt>
                <c:pt idx="1">
                  <c:v>1</c:v>
                </c:pt>
                <c:pt idx="2">
                  <c:v>2</c:v>
                </c:pt>
                <c:pt idx="3">
                  <c:v>3</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6-E58F-5540-AA4C-D9DCFF27891F}"/>
            </c:ext>
          </c:extLst>
        </c:ser>
        <c:dLbls>
          <c:showLegendKey val="0"/>
          <c:showVal val="0"/>
          <c:showCatName val="0"/>
          <c:showSerName val="0"/>
          <c:showPercent val="0"/>
          <c:showBubbleSize val="0"/>
        </c:dLbls>
        <c:gapWidth val="100"/>
        <c:overlap val="100"/>
        <c:axId val="751100303"/>
        <c:axId val="748907407"/>
      </c:barChart>
      <c:catAx>
        <c:axId val="751100303"/>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748907407"/>
        <c:crosses val="autoZero"/>
        <c:auto val="1"/>
        <c:lblAlgn val="ctr"/>
        <c:lblOffset val="100"/>
        <c:noMultiLvlLbl val="0"/>
      </c:catAx>
      <c:valAx>
        <c:axId val="748907407"/>
        <c:scaling>
          <c:orientation val="minMax"/>
        </c:scaling>
        <c:delete val="0"/>
        <c:axPos val="l"/>
        <c:majorGridlines>
          <c:spPr>
            <a:ln w="9525" cap="flat" cmpd="sng" algn="ctr">
              <a:solidFill>
                <a:schemeClr val="accent6">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751100303"/>
        <c:crosses val="autoZero"/>
        <c:crossBetween val="between"/>
      </c:valAx>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1"/>
            </a:solidFill>
            <a:ln w="19050">
              <a:noFill/>
            </a:ln>
            <a:effectLst/>
          </c:spPr>
          <c:invertIfNegative val="0"/>
          <c:dPt>
            <c:idx val="3"/>
            <c:invertIfNegative val="0"/>
            <c:bubble3D val="0"/>
            <c:spPr>
              <a:solidFill>
                <a:schemeClr val="accent2"/>
              </a:solidFill>
              <a:ln w="19050">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3ADC-7345-AB57-650E831B4A28}"/>
              </c:ext>
            </c:extLst>
          </c:dPt>
          <c:dLbls>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c:v>
                </c:pt>
                <c:pt idx="1">
                  <c:v>C</c:v>
                </c:pt>
                <c:pt idx="2">
                  <c:v>B</c:v>
                </c:pt>
                <c:pt idx="3">
                  <c:v>A</c:v>
                </c:pt>
              </c:strCache>
            </c:strRef>
          </c:cat>
          <c:val>
            <c:numRef>
              <c:f>Sheet1!$B$2:$B$5</c:f>
              <c:numCache>
                <c:formatCode>0%</c:formatCode>
                <c:ptCount val="4"/>
                <c:pt idx="0">
                  <c:v>0.5</c:v>
                </c:pt>
                <c:pt idx="1">
                  <c:v>0.25</c:v>
                </c:pt>
                <c:pt idx="2">
                  <c:v>0.6</c:v>
                </c:pt>
                <c:pt idx="3">
                  <c:v>0.8</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3ADC-7345-AB57-650E831B4A28}"/>
            </c:ext>
          </c:extLst>
        </c:ser>
        <c:ser>
          <c:idx val="1"/>
          <c:order val="1"/>
          <c:tx>
            <c:strRef>
              <c:f>Sheet1!$C$1</c:f>
              <c:strCache>
                <c:ptCount val="1"/>
                <c:pt idx="0">
                  <c:v>Series 2</c:v>
                </c:pt>
              </c:strCache>
            </c:strRef>
          </c:tx>
          <c:spPr>
            <a:solidFill>
              <a:schemeClr val="accent6"/>
            </a:solidFill>
            <a:ln w="19050">
              <a:noFill/>
            </a:ln>
            <a:effectLst/>
          </c:spPr>
          <c:invertIfNegative val="0"/>
          <c:cat>
            <c:strRef>
              <c:f>Sheet1!$A$2:$A$5</c:f>
              <c:strCache>
                <c:ptCount val="4"/>
                <c:pt idx="0">
                  <c:v>D</c:v>
                </c:pt>
                <c:pt idx="1">
                  <c:v>C</c:v>
                </c:pt>
                <c:pt idx="2">
                  <c:v>B</c:v>
                </c:pt>
                <c:pt idx="3">
                  <c:v>A</c:v>
                </c:pt>
              </c:strCache>
            </c:strRef>
          </c:cat>
          <c:val>
            <c:numRef>
              <c:f>Sheet1!$C$2:$C$5</c:f>
              <c:numCache>
                <c:formatCode>0%</c:formatCode>
                <c:ptCount val="4"/>
                <c:pt idx="0">
                  <c:v>0.5</c:v>
                </c:pt>
                <c:pt idx="1">
                  <c:v>0.75</c:v>
                </c:pt>
                <c:pt idx="2">
                  <c:v>0.4</c:v>
                </c:pt>
                <c:pt idx="3">
                  <c:v>0.2</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3ADC-7345-AB57-650E831B4A28}"/>
            </c:ext>
          </c:extLst>
        </c:ser>
        <c:dLbls>
          <c:showLegendKey val="0"/>
          <c:showVal val="0"/>
          <c:showCatName val="0"/>
          <c:showSerName val="0"/>
          <c:showPercent val="0"/>
          <c:showBubbleSize val="0"/>
        </c:dLbls>
        <c:gapWidth val="100"/>
        <c:overlap val="100"/>
        <c:axId val="908584079"/>
        <c:axId val="1821802224"/>
      </c:barChart>
      <c:catAx>
        <c:axId val="908584079"/>
        <c:scaling>
          <c:orientation val="minMax"/>
        </c:scaling>
        <c:delete val="0"/>
        <c:axPos val="l"/>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821802224"/>
        <c:crosses val="autoZero"/>
        <c:auto val="1"/>
        <c:lblAlgn val="ctr"/>
        <c:lblOffset val="100"/>
        <c:noMultiLvlLbl val="0"/>
      </c:catAx>
      <c:valAx>
        <c:axId val="1821802224"/>
        <c:scaling>
          <c:orientation val="minMax"/>
        </c:scaling>
        <c:delete val="1"/>
        <c:axPos val="b"/>
        <c:numFmt formatCode="0%" sourceLinked="1"/>
        <c:majorTickMark val="none"/>
        <c:minorTickMark val="none"/>
        <c:tickLblPos val="nextTo"/>
        <c:crossAx val="908584079"/>
        <c:crosses val="autoZero"/>
        <c:crossBetween val="between"/>
      </c:valAx>
      <c:spPr>
        <a:noFill/>
        <a:ln>
          <a:noFill/>
        </a:ln>
        <a:effectLst/>
      </c:spPr>
    </c:plotArea>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1"/>
            </a:solidFill>
            <a:ln>
              <a:noFill/>
            </a:ln>
            <a:effectLst/>
          </c:spPr>
          <c:invertIfNegative val="0"/>
          <c:dPt>
            <c:idx val="6"/>
            <c:invertIfNegative val="0"/>
            <c:bubble3D val="0"/>
            <c:spPr>
              <a:solidFill>
                <a:schemeClr val="accent2"/>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B71E-6D4B-8959-7C52522D1EB2}"/>
              </c:ext>
            </c:extLst>
          </c:dPt>
          <c:cat>
            <c:strRef>
              <c:f>Sheet1!$A$2:$A$9</c:f>
              <c:strCache>
                <c:ptCount val="8"/>
                <c:pt idx="0">
                  <c:v>A</c:v>
                </c:pt>
                <c:pt idx="1">
                  <c:v>B</c:v>
                </c:pt>
                <c:pt idx="2">
                  <c:v>C</c:v>
                </c:pt>
                <c:pt idx="3">
                  <c:v>D</c:v>
                </c:pt>
                <c:pt idx="4">
                  <c:v>E</c:v>
                </c:pt>
                <c:pt idx="5">
                  <c:v>F</c:v>
                </c:pt>
                <c:pt idx="6">
                  <c:v>G</c:v>
                </c:pt>
                <c:pt idx="7">
                  <c:v>H</c:v>
                </c:pt>
              </c:strCache>
            </c:strRef>
          </c:cat>
          <c:val>
            <c:numRef>
              <c:f>Sheet1!$B$2:$B$9</c:f>
              <c:numCache>
                <c:formatCode>General</c:formatCode>
                <c:ptCount val="8"/>
                <c:pt idx="0">
                  <c:v>100</c:v>
                </c:pt>
                <c:pt idx="1">
                  <c:v>70</c:v>
                </c:pt>
                <c:pt idx="2">
                  <c:v>50</c:v>
                </c:pt>
                <c:pt idx="3">
                  <c:v>75</c:v>
                </c:pt>
                <c:pt idx="4">
                  <c:v>80</c:v>
                </c:pt>
                <c:pt idx="5">
                  <c:v>65</c:v>
                </c:pt>
                <c:pt idx="6">
                  <c:v>90</c:v>
                </c:pt>
                <c:pt idx="7">
                  <c:v>40</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B71E-6D4B-8959-7C52522D1EB2}"/>
            </c:ext>
          </c:extLst>
        </c:ser>
        <c:dLbls>
          <c:showLegendKey val="0"/>
          <c:showVal val="0"/>
          <c:showCatName val="0"/>
          <c:showSerName val="0"/>
          <c:showPercent val="0"/>
          <c:showBubbleSize val="0"/>
        </c:dLbls>
        <c:gapWidth val="100"/>
        <c:axId val="31220720"/>
        <c:axId val="105068192"/>
      </c:barChart>
      <c:catAx>
        <c:axId val="31220720"/>
        <c:scaling>
          <c:orientation val="minMax"/>
        </c:scaling>
        <c:delete val="0"/>
        <c:axPos val="b"/>
        <c:numFmt formatCode="General" sourceLinked="1"/>
        <c:majorTickMark val="none"/>
        <c:minorTickMark val="none"/>
        <c:tickLblPos val="nextTo"/>
        <c:spPr>
          <a:noFill/>
          <a:ln w="9525" cap="flat" cmpd="sng" algn="ctr">
            <a:solidFill>
              <a:schemeClr val="tx1"/>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105068192"/>
        <c:crosses val="autoZero"/>
        <c:auto val="1"/>
        <c:lblAlgn val="ctr"/>
        <c:lblOffset val="100"/>
        <c:noMultiLvlLbl val="0"/>
      </c:catAx>
      <c:valAx>
        <c:axId val="105068192"/>
        <c:scaling>
          <c:orientation val="minMax"/>
          <c:max val="100"/>
        </c:scaling>
        <c:delete val="0"/>
        <c:axPos val="l"/>
        <c:majorGridlines>
          <c:spPr>
            <a:ln w="9525" cap="flat" cmpd="sng" algn="ctr">
              <a:solidFill>
                <a:schemeClr val="bg2">
                  <a:lumMod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31220720"/>
        <c:crosses val="autoZero"/>
        <c:crossBetween val="between"/>
        <c:majorUnit val="20"/>
      </c:valAx>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Series 1</c:v>
                </c:pt>
              </c:strCache>
            </c:strRef>
          </c:tx>
          <c:spPr>
            <a:solidFill>
              <a:schemeClr val="accent2"/>
            </a:solidFill>
            <a:ln w="9525">
              <a:noFill/>
            </a:ln>
            <a:effectLst/>
          </c:spPr>
          <c:invertIfNegative val="0"/>
          <c:dPt>
            <c:idx val="3"/>
            <c:invertIfNegative val="0"/>
            <c:bubble3D val="0"/>
            <c:spPr>
              <a:solidFill>
                <a:schemeClr val="accent3"/>
              </a:solidFill>
              <a:ln w="9525">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7ECB-F249-9C98-6EC1F678D395}"/>
              </c:ext>
            </c:extLst>
          </c:dPt>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en-US"/>
                </a:p>
              </c:txPr>
              <c:dLblPos val="inEnd"/>
              <c:showLegendKey val="0"/>
              <c:showVal val="1"/>
              <c:showCatName val="0"/>
              <c:showSerName val="0"/>
              <c:showPercent val="0"/>
              <c:showBubbleSize val="0"/>
              <c:extLst>
                <c:ext xmlns:c16="http://schemas.microsoft.com/office/drawing/2014/chart" uri="{C3380CC4-5D6E-409C-BE32-E72D297353CC}">
                  <c16:uniqueId val="{00000001-7ECB-F249-9C98-6EC1F678D39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bg1"/>
                    </a:solidFill>
                    <a:latin typeface="+mn-lt"/>
                    <a:ea typeface="+mn-ea"/>
                    <a:cs typeface="+mn-cs"/>
                  </a:defRPr>
                </a:pPr>
                <a:endParaRPr lang="en-US"/>
              </a:p>
            </c:txPr>
            <c:dLblPos val="inEnd"/>
            <c:showLegendKey val="0"/>
            <c:showVal val="1"/>
            <c:showCatName val="0"/>
            <c:showSerName val="0"/>
            <c:showPercent val="0"/>
            <c:showBubbleSize val="0"/>
            <c:showLeaderLines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D</c:v>
                </c:pt>
                <c:pt idx="1">
                  <c:v>C</c:v>
                </c:pt>
                <c:pt idx="2">
                  <c:v>B</c:v>
                </c:pt>
                <c:pt idx="3">
                  <c:v>A</c:v>
                </c:pt>
              </c:strCache>
            </c:strRef>
          </c:cat>
          <c:val>
            <c:numRef>
              <c:f>Sheet1!$B$2:$B$5</c:f>
              <c:numCache>
                <c:formatCode>0%</c:formatCode>
                <c:ptCount val="4"/>
                <c:pt idx="0">
                  <c:v>0.5</c:v>
                </c:pt>
                <c:pt idx="1">
                  <c:v>0.25</c:v>
                </c:pt>
                <c:pt idx="2">
                  <c:v>0.6</c:v>
                </c:pt>
                <c:pt idx="3">
                  <c:v>0.8</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7ECB-F249-9C98-6EC1F678D395}"/>
            </c:ext>
          </c:extLst>
        </c:ser>
        <c:ser>
          <c:idx val="1"/>
          <c:order val="1"/>
          <c:tx>
            <c:strRef>
              <c:f>Sheet1!$C$1</c:f>
              <c:strCache>
                <c:ptCount val="1"/>
                <c:pt idx="0">
                  <c:v>Series 2</c:v>
                </c:pt>
              </c:strCache>
            </c:strRef>
          </c:tx>
          <c:spPr>
            <a:solidFill>
              <a:schemeClr val="bg1">
                <a:lumMod val="50000"/>
              </a:schemeClr>
            </a:solidFill>
            <a:ln w="9525">
              <a:noFill/>
            </a:ln>
            <a:effectLst/>
          </c:spPr>
          <c:invertIfNegative val="0"/>
          <c:dPt>
            <c:idx val="3"/>
            <c:invertIfNegative val="0"/>
            <c:bubble3D val="0"/>
            <c:spPr>
              <a:solidFill>
                <a:schemeClr val="bg1">
                  <a:lumMod val="50000"/>
                </a:schemeClr>
              </a:solidFill>
              <a:ln w="9525">
                <a:noFill/>
              </a:ln>
              <a:effectLst/>
            </c:spPr>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7ECB-F249-9C98-6EC1F678D395}"/>
              </c:ext>
            </c:extLst>
          </c:dPt>
          <c:cat>
            <c:strRef>
              <c:f>Sheet1!$A$2:$A$5</c:f>
              <c:strCache>
                <c:ptCount val="4"/>
                <c:pt idx="0">
                  <c:v>D</c:v>
                </c:pt>
                <c:pt idx="1">
                  <c:v>C</c:v>
                </c:pt>
                <c:pt idx="2">
                  <c:v>B</c:v>
                </c:pt>
                <c:pt idx="3">
                  <c:v>A</c:v>
                </c:pt>
              </c:strCache>
            </c:strRef>
          </c:cat>
          <c:val>
            <c:numRef>
              <c:f>Sheet1!$C$2:$C$5</c:f>
              <c:numCache>
                <c:formatCode>0%</c:formatCode>
                <c:ptCount val="4"/>
                <c:pt idx="0">
                  <c:v>0.5</c:v>
                </c:pt>
                <c:pt idx="1">
                  <c:v>0.75</c:v>
                </c:pt>
                <c:pt idx="2">
                  <c:v>0.4</c:v>
                </c:pt>
                <c:pt idx="3">
                  <c:v>0.2</c:v>
                </c:pt>
              </c:numCache>
            </c:numRef>
          </c:val>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7ECB-F249-9C98-6EC1F678D395}"/>
            </c:ext>
          </c:extLst>
        </c:ser>
        <c:dLbls>
          <c:showLegendKey val="0"/>
          <c:showVal val="0"/>
          <c:showCatName val="0"/>
          <c:showSerName val="0"/>
          <c:showPercent val="0"/>
          <c:showBubbleSize val="0"/>
        </c:dLbls>
        <c:gapWidth val="100"/>
        <c:overlap val="100"/>
        <c:axId val="908584079"/>
        <c:axId val="1821802224"/>
      </c:barChart>
      <c:catAx>
        <c:axId val="908584079"/>
        <c:scaling>
          <c:orientation val="minMax"/>
        </c:scaling>
        <c:delete val="0"/>
        <c:axPos val="l"/>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1821802224"/>
        <c:crosses val="autoZero"/>
        <c:auto val="1"/>
        <c:lblAlgn val="ctr"/>
        <c:lblOffset val="100"/>
        <c:noMultiLvlLbl val="0"/>
      </c:catAx>
      <c:valAx>
        <c:axId val="1821802224"/>
        <c:scaling>
          <c:orientation val="minMax"/>
        </c:scaling>
        <c:delete val="1"/>
        <c:axPos val="b"/>
        <c:numFmt formatCode="0%" sourceLinked="1"/>
        <c:majorTickMark val="none"/>
        <c:minorTickMark val="none"/>
        <c:tickLblPos val="nextTo"/>
        <c:crossAx val="908584079"/>
        <c:crosses val="autoZero"/>
        <c:crossBetween val="between"/>
      </c:valAx>
      <c:spPr>
        <a:noFill/>
        <a:ln>
          <a:noFill/>
        </a:ln>
        <a:effectLst/>
      </c:spPr>
    </c:plotArea>
    <c:plotVisOnly val="1"/>
    <c:dispBlanksAs val="gap"/>
    <c:showDLblsOverMax val="0"/>
    <c:extLst xmlns:c16r3="http://schemas.microsoft.com/office/drawing/2017/03/chart" xmlns:c15="http://schemas.microsoft.com/office/drawing/2012/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dPt>
            <c:idx val="6"/>
            <c:invertIfNegative val="0"/>
            <c:bubble3D val="0"/>
            <c:spPr>
              <a:solidFill>
                <a:schemeClr val="accent3"/>
              </a:solidFill>
              <a:ln>
                <a:no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41AB-A24C-ACC4-FD3B3D637AFF}"/>
              </c:ext>
            </c:extLst>
          </c:dPt>
          <c:cat>
            <c:strRef>
              <c:f>Sheet1!$A$2:$A$9</c:f>
              <c:strCache>
                <c:ptCount val="8"/>
                <c:pt idx="0">
                  <c:v>A</c:v>
                </c:pt>
                <c:pt idx="1">
                  <c:v>B</c:v>
                </c:pt>
                <c:pt idx="2">
                  <c:v>C</c:v>
                </c:pt>
                <c:pt idx="3">
                  <c:v>D</c:v>
                </c:pt>
                <c:pt idx="4">
                  <c:v>E</c:v>
                </c:pt>
                <c:pt idx="5">
                  <c:v>F</c:v>
                </c:pt>
                <c:pt idx="6">
                  <c:v>G</c:v>
                </c:pt>
                <c:pt idx="7">
                  <c:v>H</c:v>
                </c:pt>
              </c:strCache>
            </c:strRef>
          </c:cat>
          <c:val>
            <c:numRef>
              <c:f>Sheet1!$B$2:$B$9</c:f>
              <c:numCache>
                <c:formatCode>General</c:formatCode>
                <c:ptCount val="8"/>
                <c:pt idx="0">
                  <c:v>100</c:v>
                </c:pt>
                <c:pt idx="1">
                  <c:v>70</c:v>
                </c:pt>
                <c:pt idx="2">
                  <c:v>50</c:v>
                </c:pt>
                <c:pt idx="3">
                  <c:v>75</c:v>
                </c:pt>
                <c:pt idx="4">
                  <c:v>80</c:v>
                </c:pt>
                <c:pt idx="5">
                  <c:v>65</c:v>
                </c:pt>
                <c:pt idx="6">
                  <c:v>90</c:v>
                </c:pt>
                <c:pt idx="7">
                  <c:v>40</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2-41AB-A24C-ACC4-FD3B3D637AFF}"/>
            </c:ext>
          </c:extLst>
        </c:ser>
        <c:dLbls>
          <c:showLegendKey val="0"/>
          <c:showVal val="0"/>
          <c:showCatName val="0"/>
          <c:showSerName val="0"/>
          <c:showPercent val="0"/>
          <c:showBubbleSize val="0"/>
        </c:dLbls>
        <c:gapWidth val="100"/>
        <c:axId val="31220720"/>
        <c:axId val="105068192"/>
      </c:barChart>
      <c:catAx>
        <c:axId val="31220720"/>
        <c:scaling>
          <c:orientation val="minMax"/>
        </c:scaling>
        <c:delete val="0"/>
        <c:axPos val="b"/>
        <c:numFmt formatCode="General" sourceLinked="1"/>
        <c:majorTickMark val="none"/>
        <c:minorTickMark val="none"/>
        <c:tickLblPos val="nextTo"/>
        <c:spPr>
          <a:noFill/>
          <a:ln w="9525" cap="flat" cmpd="sng" algn="ctr">
            <a:solidFill>
              <a:schemeClr val="bg1"/>
            </a:solidFill>
            <a:round/>
          </a:ln>
          <a:effectLst/>
        </c:spPr>
        <c:txPr>
          <a:bodyPr rot="-60000000" spcFirstLastPara="1" vertOverflow="ellipsis" vert="horz" wrap="square" anchor="ctr" anchorCtr="1"/>
          <a:lstStyle/>
          <a:p>
            <a:pPr>
              <a:defRPr sz="1050" b="0" i="0" u="none" strike="noStrike" kern="1200" baseline="0">
                <a:solidFill>
                  <a:schemeClr val="bg1"/>
                </a:solidFill>
                <a:latin typeface="+mn-lt"/>
                <a:ea typeface="+mn-ea"/>
                <a:cs typeface="+mn-cs"/>
              </a:defRPr>
            </a:pPr>
            <a:endParaRPr lang="en-US"/>
          </a:p>
        </c:txPr>
        <c:crossAx val="105068192"/>
        <c:crosses val="autoZero"/>
        <c:auto val="1"/>
        <c:lblAlgn val="ctr"/>
        <c:lblOffset val="100"/>
        <c:noMultiLvlLbl val="0"/>
      </c:catAx>
      <c:valAx>
        <c:axId val="105068192"/>
        <c:scaling>
          <c:orientation val="minMax"/>
          <c:max val="100"/>
        </c:scaling>
        <c:delete val="0"/>
        <c:axPos val="l"/>
        <c:majorGridlines>
          <c:spPr>
            <a:ln w="9525" cap="flat" cmpd="sng" algn="ctr">
              <a:solidFill>
                <a:schemeClr val="bg2">
                  <a:lumMod val="50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31220720"/>
        <c:crosses val="autoZero"/>
        <c:crossBetween val="between"/>
        <c:majorUnit val="20"/>
      </c:valAx>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solidFill>
                <a:schemeClr val="bg1"/>
              </a:solidFill>
            </a:ln>
          </c:spPr>
          <c:dPt>
            <c:idx val="0"/>
            <c:bubble3D val="0"/>
            <c:spPr>
              <a:solidFill>
                <a:schemeClr val="accent1"/>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9CD4-1B42-8739-C273DB2945F3}"/>
              </c:ext>
            </c:extLst>
          </c:dPt>
          <c:dPt>
            <c:idx val="1"/>
            <c:bubble3D val="0"/>
            <c:spPr>
              <a:solidFill>
                <a:schemeClr val="accent6"/>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9CD4-1B42-8739-C273DB2945F3}"/>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9CD4-1B42-8739-C273DB2945F3}"/>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w="19050">
              <a:solidFill>
                <a:schemeClr val="bg1"/>
              </a:solidFill>
            </a:ln>
          </c:spPr>
          <c:dPt>
            <c:idx val="0"/>
            <c:bubble3D val="0"/>
            <c:spPr>
              <a:solidFill>
                <a:schemeClr val="accent1"/>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191C-B947-900A-8586C2316ACF}"/>
              </c:ext>
            </c:extLst>
          </c:dPt>
          <c:dPt>
            <c:idx val="1"/>
            <c:bubble3D val="0"/>
            <c:spPr>
              <a:solidFill>
                <a:schemeClr val="accent2"/>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191C-B947-900A-8586C2316ACF}"/>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191C-B947-900A-8586C2316ACF}"/>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2"/>
            </a:solidFill>
            <a:ln w="19050">
              <a:solidFill>
                <a:schemeClr val="accent1"/>
              </a:solidFill>
            </a:ln>
          </c:spPr>
          <c:dPt>
            <c:idx val="0"/>
            <c:bubble3D val="0"/>
            <c:spPr>
              <a:solidFill>
                <a:schemeClr val="accent2"/>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1C30-4645-B040-7797AE242E75}"/>
              </c:ext>
            </c:extLst>
          </c:dPt>
          <c:dPt>
            <c:idx val="1"/>
            <c:bubble3D val="0"/>
            <c:spPr>
              <a:solidFill>
                <a:schemeClr val="bg1">
                  <a:lumMod val="50000"/>
                </a:schemeClr>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1C30-4645-B040-7797AE242E75}"/>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1C30-4645-B040-7797AE242E75}"/>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3"/>
            </a:solidFill>
            <a:ln w="19050">
              <a:solidFill>
                <a:schemeClr val="accent1"/>
              </a:solidFill>
            </a:ln>
          </c:spPr>
          <c:dPt>
            <c:idx val="0"/>
            <c:bubble3D val="0"/>
            <c:spPr>
              <a:solidFill>
                <a:schemeClr val="accent2"/>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9936-4A4C-8817-AA5FE21184B5}"/>
              </c:ext>
            </c:extLst>
          </c:dPt>
          <c:dPt>
            <c:idx val="1"/>
            <c:bubble3D val="0"/>
            <c:spPr>
              <a:solidFill>
                <a:schemeClr val="accent3"/>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9936-4A4C-8817-AA5FE21184B5}"/>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4-9936-4A4C-8817-AA5FE21184B5}"/>
            </c:ext>
          </c:extLst>
        </c:ser>
        <c:dLbls>
          <c:showLegendKey val="0"/>
          <c:showVal val="0"/>
          <c:showCatName val="0"/>
          <c:showSerName val="0"/>
          <c:showPercent val="0"/>
          <c:showBubbleSize val="0"/>
          <c:showLeaderLines val="0"/>
        </c:dLbls>
        <c:firstSliceAng val="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solidFill>
              <a:schemeClr val="accent1"/>
            </a:solidFill>
            <a:ln w="19050">
              <a:solidFill>
                <a:schemeClr val="bg1"/>
              </a:solidFill>
            </a:ln>
          </c:spPr>
          <c:dPt>
            <c:idx val="0"/>
            <c:bubble3D val="0"/>
            <c:spPr>
              <a:solidFill>
                <a:schemeClr val="accent4"/>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237E-3346-8A3F-DD01ACBA01C6}"/>
              </c:ext>
            </c:extLst>
          </c:dPt>
          <c:dPt>
            <c:idx val="1"/>
            <c:bubble3D val="0"/>
            <c:spPr>
              <a:solidFill>
                <a:schemeClr val="accent1"/>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237E-3346-8A3F-DD01ACBA01C6}"/>
              </c:ext>
            </c:extLst>
          </c:dPt>
          <c:dPt>
            <c:idx val="2"/>
            <c:bubble3D val="0"/>
            <c:spPr>
              <a:solidFill>
                <a:schemeClr val="accent2"/>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237E-3346-8A3F-DD01ACBA01C6}"/>
              </c:ext>
            </c:extLst>
          </c:dPt>
          <c:dPt>
            <c:idx val="3"/>
            <c:bubble3D val="0"/>
            <c:spPr>
              <a:solidFill>
                <a:schemeClr val="accent3"/>
              </a:solidFill>
              <a:ln w="19050">
                <a:solidFill>
                  <a:schemeClr val="bg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237E-3346-8A3F-DD01ACBA01C6}"/>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8-237E-3346-8A3F-DD01ACBA01C6}"/>
            </c:ext>
          </c:extLst>
        </c:ser>
        <c:dLbls>
          <c:showLegendKey val="0"/>
          <c:showVal val="0"/>
          <c:showCatName val="0"/>
          <c:showSerName val="0"/>
          <c:showPercent val="0"/>
          <c:showBubbleSize val="0"/>
          <c:showLeaderLines val="1"/>
        </c:dLbls>
        <c:firstSliceAng val="9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Sales</c:v>
                </c:pt>
              </c:strCache>
            </c:strRef>
          </c:tx>
          <c:spPr>
            <a:ln>
              <a:solidFill>
                <a:schemeClr val="accent1"/>
              </a:solidFill>
            </a:ln>
          </c:spPr>
          <c:dPt>
            <c:idx val="0"/>
            <c:bubble3D val="0"/>
            <c:spPr>
              <a:solidFill>
                <a:schemeClr val="bg1"/>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1-3551-704A-9B2C-6C491389264A}"/>
              </c:ext>
            </c:extLst>
          </c:dPt>
          <c:dPt>
            <c:idx val="1"/>
            <c:bubble3D val="0"/>
            <c:spPr>
              <a:solidFill>
                <a:schemeClr val="accent2"/>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3-3551-704A-9B2C-6C491389264A}"/>
              </c:ext>
            </c:extLst>
          </c:dPt>
          <c:dPt>
            <c:idx val="2"/>
            <c:bubble3D val="0"/>
            <c:spPr>
              <a:solidFill>
                <a:schemeClr val="accent3"/>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5-3551-704A-9B2C-6C491389264A}"/>
              </c:ext>
            </c:extLst>
          </c:dPt>
          <c:dPt>
            <c:idx val="3"/>
            <c:bubble3D val="0"/>
            <c:spPr>
              <a:solidFill>
                <a:schemeClr val="accent4"/>
              </a:solidFill>
              <a:ln w="19050">
                <a:solidFill>
                  <a:schemeClr val="accent1"/>
                </a:solidFill>
              </a:ln>
              <a:effectLst/>
            </c:spPr>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7-3551-704A-9B2C-6C491389264A}"/>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xmlns:c16r3="http://schemas.microsoft.com/office/drawing/2017/03/chart" xmlns:c16="http://schemas.microsoft.com/office/drawing/2014/chart" xmlns:c14="http://schemas.microsoft.com/office/drawing/2007/8/2/chart" xmlns:mc="http://schemas.openxmlformats.org/markup-compatibility/2006">
            <c:ext xmlns:c16="http://schemas.microsoft.com/office/drawing/2014/chart" uri="{C3380CC4-5D6E-409C-BE32-E72D297353CC}">
              <c16:uniqueId val="{00000008-3551-704A-9B2C-6C491389264A}"/>
            </c:ext>
          </c:extLst>
        </c:ser>
        <c:dLbls>
          <c:showLegendKey val="0"/>
          <c:showVal val="0"/>
          <c:showCatName val="0"/>
          <c:showSerName val="0"/>
          <c:showPercent val="0"/>
          <c:showBubbleSize val="0"/>
          <c:showLeaderLines val="1"/>
        </c:dLbls>
        <c:firstSliceAng val="90"/>
        <c:holeSize val="68"/>
      </c:doughnutChart>
      <c:spPr>
        <a:noFill/>
        <a:ln>
          <a:noFill/>
        </a:ln>
        <a:effectLst/>
      </c:spPr>
    </c:plotArea>
    <c:plotVisOnly val="1"/>
    <c:dispBlanksAs val="gap"/>
    <c:showDLblsOverMax val="0"/>
    <c:extLst xmlns:c16r3="http://schemas.microsoft.com/office/drawing/2017/03/chart" xmlns:c16="http://schemas.microsoft.com/office/drawing/2014/chart" xmlns:c14="http://schemas.microsoft.com/office/drawing/2007/8/2/chart" xmlns:mc="http://schemas.openxmlformats.org/markup-compatibility/2006">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19050">
              <a:solidFill>
                <a:schemeClr val="bg1"/>
              </a:solidFill>
            </a:ln>
          </c:spPr>
          <c:dPt>
            <c:idx val="0"/>
            <c:bubble3D val="0"/>
            <c:spPr>
              <a:solidFill>
                <a:schemeClr val="accent1"/>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882F-314B-A15E-75728A3E6C49}"/>
              </c:ext>
            </c:extLst>
          </c:dPt>
          <c:dPt>
            <c:idx val="1"/>
            <c:bubble3D val="0"/>
            <c:spPr>
              <a:solidFill>
                <a:schemeClr val="accent6"/>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882F-314B-A15E-75728A3E6C49}"/>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4-882F-314B-A15E-75728A3E6C49}"/>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w="19050">
              <a:solidFill>
                <a:schemeClr val="bg1"/>
              </a:solidFill>
            </a:ln>
          </c:spPr>
          <c:dPt>
            <c:idx val="0"/>
            <c:bubble3D val="0"/>
            <c:spPr>
              <a:solidFill>
                <a:schemeClr val="accent1"/>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9547-AB4E-9607-A148E7B23878}"/>
              </c:ext>
            </c:extLst>
          </c:dPt>
          <c:dPt>
            <c:idx val="1"/>
            <c:bubble3D val="0"/>
            <c:spPr>
              <a:solidFill>
                <a:schemeClr val="accent2"/>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9547-AB4E-9607-A148E7B23878}"/>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4-9547-AB4E-9607-A148E7B23878}"/>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2"/>
            </a:solidFill>
            <a:ln w="19050">
              <a:solidFill>
                <a:schemeClr val="accent1"/>
              </a:solidFill>
            </a:ln>
          </c:spPr>
          <c:dPt>
            <c:idx val="0"/>
            <c:bubble3D val="0"/>
            <c:spPr>
              <a:solidFill>
                <a:schemeClr val="accent2"/>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A37D-9E48-9272-14F40F921BA5}"/>
              </c:ext>
            </c:extLst>
          </c:dPt>
          <c:dPt>
            <c:idx val="1"/>
            <c:bubble3D val="0"/>
            <c:spPr>
              <a:solidFill>
                <a:schemeClr val="bg1">
                  <a:lumMod val="50000"/>
                </a:schemeClr>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A37D-9E48-9272-14F40F921BA5}"/>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4-A37D-9E48-9272-14F40F921BA5}"/>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3"/>
            </a:solidFill>
            <a:ln w="19050">
              <a:solidFill>
                <a:schemeClr val="accent1"/>
              </a:solidFill>
            </a:ln>
          </c:spPr>
          <c:dPt>
            <c:idx val="0"/>
            <c:bubble3D val="0"/>
            <c:spPr>
              <a:solidFill>
                <a:schemeClr val="accent2"/>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8767-2E4F-B714-1C0C0440AD94}"/>
              </c:ext>
            </c:extLst>
          </c:dPt>
          <c:dPt>
            <c:idx val="1"/>
            <c:bubble3D val="0"/>
            <c:spPr>
              <a:solidFill>
                <a:schemeClr val="accent3"/>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8767-2E4F-B714-1C0C0440AD94}"/>
              </c:ext>
            </c:extLst>
          </c:dPt>
          <c:cat>
            <c:strRef>
              <c:f>Sheet1!$A$2:$A$3</c:f>
              <c:strCache>
                <c:ptCount val="2"/>
                <c:pt idx="0">
                  <c:v>1st Qtr</c:v>
                </c:pt>
                <c:pt idx="1">
                  <c:v>2nd Qtr</c:v>
                </c:pt>
              </c:strCache>
            </c:strRef>
          </c:cat>
          <c:val>
            <c:numRef>
              <c:f>Sheet1!$B$2:$B$3</c:f>
              <c:numCache>
                <c:formatCode>0%</c:formatCode>
                <c:ptCount val="2"/>
                <c:pt idx="0">
                  <c:v>0.6</c:v>
                </c:pt>
                <c:pt idx="1">
                  <c:v>0.4</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4-8767-2E4F-B714-1C0C0440AD94}"/>
            </c:ext>
          </c:extLst>
        </c:ser>
        <c:dLbls>
          <c:showLegendKey val="0"/>
          <c:showVal val="0"/>
          <c:showCatName val="0"/>
          <c:showSerName val="0"/>
          <c:showPercent val="0"/>
          <c:showBubbleSize val="0"/>
          <c:showLeaderLines val="0"/>
        </c:dLbls>
        <c:firstSliceAng val="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1">
    <c:autoUpdate val="0"/>
  </c:externalData>
</c:chartSpace>
</file>

<file path=ppt/charts/chart1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solidFill>
              <a:schemeClr val="accent1"/>
            </a:solidFill>
            <a:ln w="19050">
              <a:solidFill>
                <a:schemeClr val="bg1"/>
              </a:solidFill>
            </a:ln>
          </c:spPr>
          <c:dPt>
            <c:idx val="0"/>
            <c:bubble3D val="0"/>
            <c:spPr>
              <a:solidFill>
                <a:schemeClr val="accent4"/>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5CAA-CB44-858E-897CE3EF7489}"/>
              </c:ext>
            </c:extLst>
          </c:dPt>
          <c:dPt>
            <c:idx val="1"/>
            <c:bubble3D val="0"/>
            <c:spPr>
              <a:solidFill>
                <a:schemeClr val="accent1"/>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5CAA-CB44-858E-897CE3EF7489}"/>
              </c:ext>
            </c:extLst>
          </c:dPt>
          <c:dPt>
            <c:idx val="2"/>
            <c:bubble3D val="0"/>
            <c:spPr>
              <a:solidFill>
                <a:schemeClr val="accent2"/>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5-5CAA-CB44-858E-897CE3EF7489}"/>
              </c:ext>
            </c:extLst>
          </c:dPt>
          <c:dPt>
            <c:idx val="3"/>
            <c:bubble3D val="0"/>
            <c:spPr>
              <a:solidFill>
                <a:schemeClr val="accent3"/>
              </a:solidFill>
              <a:ln w="19050">
                <a:solidFill>
                  <a:schemeClr val="bg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7-5CAA-CB44-858E-897CE3EF7489}"/>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8-5CAA-CB44-858E-897CE3EF7489}"/>
            </c:ext>
          </c:extLst>
        </c:ser>
        <c:dLbls>
          <c:showLegendKey val="0"/>
          <c:showVal val="0"/>
          <c:showCatName val="0"/>
          <c:showSerName val="0"/>
          <c:showPercent val="0"/>
          <c:showBubbleSize val="0"/>
          <c:showLeaderLines val="1"/>
        </c:dLbls>
        <c:firstSliceAng val="9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spPr>
            <a:ln>
              <a:solidFill>
                <a:schemeClr val="accent1"/>
              </a:solidFill>
            </a:ln>
          </c:spPr>
          <c:dPt>
            <c:idx val="0"/>
            <c:bubble3D val="0"/>
            <c:spPr>
              <a:solidFill>
                <a:schemeClr val="bg1"/>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1-A0CA-6B41-8E15-1B2EE1E8D14D}"/>
              </c:ext>
            </c:extLst>
          </c:dPt>
          <c:dPt>
            <c:idx val="1"/>
            <c:bubble3D val="0"/>
            <c:spPr>
              <a:solidFill>
                <a:schemeClr val="accent2"/>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3-A0CA-6B41-8E15-1B2EE1E8D14D}"/>
              </c:ext>
            </c:extLst>
          </c:dPt>
          <c:dPt>
            <c:idx val="2"/>
            <c:bubble3D val="0"/>
            <c:spPr>
              <a:solidFill>
                <a:schemeClr val="accent3"/>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5-A0CA-6B41-8E15-1B2EE1E8D14D}"/>
              </c:ext>
            </c:extLst>
          </c:dPt>
          <c:dPt>
            <c:idx val="3"/>
            <c:bubble3D val="0"/>
            <c:spPr>
              <a:solidFill>
                <a:schemeClr val="accent4"/>
              </a:solidFill>
              <a:ln w="19050">
                <a:solidFill>
                  <a:schemeClr val="accent1"/>
                </a:solidFill>
              </a:ln>
              <a:effectLst/>
            </c:spPr>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7-A0CA-6B41-8E15-1B2EE1E8D14D}"/>
              </c:ext>
            </c:extLst>
          </c:dPt>
          <c:cat>
            <c:strRef>
              <c:f>Sheet1!$A$2:$A$5</c:f>
              <c:strCache>
                <c:ptCount val="4"/>
                <c:pt idx="0">
                  <c:v>1st Qtr</c:v>
                </c:pt>
                <c:pt idx="1">
                  <c:v>2nd Qtr</c:v>
                </c:pt>
                <c:pt idx="2">
                  <c:v>3rd Qtr</c:v>
                </c:pt>
                <c:pt idx="3">
                  <c:v>4th Qtr</c:v>
                </c:pt>
              </c:strCache>
            </c:strRef>
          </c:cat>
          <c:val>
            <c:numRef>
              <c:f>Sheet1!$B$2:$B$5</c:f>
              <c:numCache>
                <c:formatCode>0%</c:formatCode>
                <c:ptCount val="4"/>
                <c:pt idx="0">
                  <c:v>0.25</c:v>
                </c:pt>
                <c:pt idx="1">
                  <c:v>0.5</c:v>
                </c:pt>
                <c:pt idx="2">
                  <c:v>0.15</c:v>
                </c:pt>
                <c:pt idx="3">
                  <c:v>0.1</c:v>
                </c:pt>
              </c:numCache>
            </c:numRef>
          </c:val>
          <c:extLst xmlns:mc="http://schemas.openxmlformats.org/markup-compatibility/2006" xmlns:c14="http://schemas.microsoft.com/office/drawing/2007/8/2/chart" xmlns:c16="http://schemas.microsoft.com/office/drawing/2014/chart" xmlns:c16r3="http://schemas.microsoft.com/office/drawing/2017/03/chart">
            <c:ext xmlns:c16="http://schemas.microsoft.com/office/drawing/2014/chart" uri="{C3380CC4-5D6E-409C-BE32-E72D297353CC}">
              <c16:uniqueId val="{00000008-A0CA-6B41-8E15-1B2EE1E8D14D}"/>
            </c:ext>
          </c:extLst>
        </c:ser>
        <c:dLbls>
          <c:showLegendKey val="0"/>
          <c:showVal val="0"/>
          <c:showCatName val="0"/>
          <c:showSerName val="0"/>
          <c:showPercent val="0"/>
          <c:showBubbleSize val="0"/>
          <c:showLeaderLines val="1"/>
        </c:dLbls>
        <c:firstSliceAng val="90"/>
      </c:pieChart>
      <c:spPr>
        <a:noFill/>
        <a:ln>
          <a:noFill/>
        </a:ln>
        <a:effectLst/>
      </c:spPr>
    </c:plotArea>
    <c:plotVisOnly val="1"/>
    <c:dispBlanksAs val="gap"/>
    <c:showDLblsOverMax val="0"/>
    <c:extLst xmlns:mc="http://schemas.openxmlformats.org/markup-compatibility/2006" xmlns:c14="http://schemas.microsoft.com/office/drawing/2007/8/2/chart" xmlns:c16="http://schemas.microsoft.com/office/drawing/2014/chart" xmlns:c16r3="http://schemas.microsoft.com/office/drawing/2017/03/char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6853723571413E-2"/>
          <c:y val="5.4851576815962165E-2"/>
          <c:w val="0.85249367757700067"/>
          <c:h val="0.84411354629775415"/>
        </c:manualLayout>
      </c:layout>
      <c:lineChart>
        <c:grouping val="standard"/>
        <c:varyColors val="0"/>
        <c:ser>
          <c:idx val="0"/>
          <c:order val="0"/>
          <c:tx>
            <c:strRef>
              <c:f>Sheet1!$B$1</c:f>
              <c:strCache>
                <c:ptCount val="1"/>
                <c:pt idx="0">
                  <c:v>Series 1</c:v>
                </c:pt>
              </c:strCache>
            </c:strRef>
          </c:tx>
          <c:spPr>
            <a:ln w="28575" cap="rnd">
              <a:solidFill>
                <a:schemeClr val="accent1"/>
              </a:solidFill>
              <a:round/>
            </a:ln>
            <a:effectLst/>
          </c:spPr>
          <c:marker>
            <c:symbol val="none"/>
          </c:marker>
          <c:dLbls>
            <c:dLbl>
              <c:idx val="3"/>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0-8C7E-D747-8262-4A0E6E0FA5D5}"/>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1.5</c:v>
                </c:pt>
              </c:numCache>
            </c:numRef>
          </c:val>
          <c:smooth val="0"/>
          <c:extLst>
            <c:ext xmlns:c16="http://schemas.microsoft.com/office/drawing/2014/chart" uri="{C3380CC4-5D6E-409C-BE32-E72D297353CC}">
              <c16:uniqueId val="{00000001-8C7E-D747-8262-4A0E6E0FA5D5}"/>
            </c:ext>
          </c:extLst>
        </c:ser>
        <c:ser>
          <c:idx val="1"/>
          <c:order val="1"/>
          <c:tx>
            <c:strRef>
              <c:f>Sheet1!$C$1</c:f>
              <c:strCache>
                <c:ptCount val="1"/>
                <c:pt idx="0">
                  <c:v>Series 2</c:v>
                </c:pt>
              </c:strCache>
            </c:strRef>
          </c:tx>
          <c:spPr>
            <a:ln w="28575" cap="rnd">
              <a:solidFill>
                <a:schemeClr val="accent2"/>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2-8C7E-D747-8262-4A0E6E0FA5D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A</c:v>
                </c:pt>
                <c:pt idx="1">
                  <c:v>B</c:v>
                </c:pt>
                <c:pt idx="2">
                  <c:v>C</c:v>
                </c:pt>
                <c:pt idx="3">
                  <c:v>D</c:v>
                </c:pt>
              </c:strCache>
            </c:strRef>
          </c:cat>
          <c:val>
            <c:numRef>
              <c:f>Sheet1!$C$2:$C$5</c:f>
              <c:numCache>
                <c:formatCode>General</c:formatCode>
                <c:ptCount val="4"/>
                <c:pt idx="0">
                  <c:v>2.4</c:v>
                </c:pt>
                <c:pt idx="1">
                  <c:v>4.0999999999999996</c:v>
                </c:pt>
                <c:pt idx="2">
                  <c:v>1.8</c:v>
                </c:pt>
                <c:pt idx="3">
                  <c:v>2.25</c:v>
                </c:pt>
              </c:numCache>
            </c:numRef>
          </c:val>
          <c:smooth val="0"/>
          <c:extLst>
            <c:ext xmlns:c16="http://schemas.microsoft.com/office/drawing/2014/chart" uri="{C3380CC4-5D6E-409C-BE32-E72D297353CC}">
              <c16:uniqueId val="{00000003-8C7E-D747-8262-4A0E6E0FA5D5}"/>
            </c:ext>
          </c:extLst>
        </c:ser>
        <c:ser>
          <c:idx val="2"/>
          <c:order val="2"/>
          <c:tx>
            <c:strRef>
              <c:f>Sheet1!$D$1</c:f>
              <c:strCache>
                <c:ptCount val="1"/>
                <c:pt idx="0">
                  <c:v>Series 3</c:v>
                </c:pt>
              </c:strCache>
            </c:strRef>
          </c:tx>
          <c:spPr>
            <a:ln w="28575" cap="rnd">
              <a:solidFill>
                <a:schemeClr val="accent3"/>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2"/>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8C7E-D747-8262-4A0E6E0FA5D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3</c:v>
                </c:pt>
              </c:numCache>
            </c:numRef>
          </c:val>
          <c:smooth val="0"/>
          <c:extLst>
            <c:ext xmlns:c16="http://schemas.microsoft.com/office/drawing/2014/chart" uri="{C3380CC4-5D6E-409C-BE32-E72D297353CC}">
              <c16:uniqueId val="{00000005-8C7E-D747-8262-4A0E6E0FA5D5}"/>
            </c:ext>
          </c:extLst>
        </c:ser>
        <c:ser>
          <c:idx val="3"/>
          <c:order val="3"/>
          <c:tx>
            <c:strRef>
              <c:f>Sheet1!$E$1</c:f>
              <c:strCache>
                <c:ptCount val="1"/>
                <c:pt idx="0">
                  <c:v>Series 4</c:v>
                </c:pt>
              </c:strCache>
            </c:strRef>
          </c:tx>
          <c:spPr>
            <a:ln w="28575" cap="rnd">
              <a:solidFill>
                <a:schemeClr val="accent4"/>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4"/>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6-8C7E-D747-8262-4A0E6E0FA5D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Sheet1!$E$2:$E$5</c:f>
              <c:numCache>
                <c:formatCode>General</c:formatCode>
                <c:ptCount val="4"/>
                <c:pt idx="0">
                  <c:v>3.5</c:v>
                </c:pt>
                <c:pt idx="1">
                  <c:v>4.5</c:v>
                </c:pt>
                <c:pt idx="2">
                  <c:v>4.4000000000000004</c:v>
                </c:pt>
                <c:pt idx="3">
                  <c:v>3.75</c:v>
                </c:pt>
              </c:numCache>
            </c:numRef>
          </c:val>
          <c:smooth val="0"/>
          <c:extLst>
            <c:ext xmlns:c16="http://schemas.microsoft.com/office/drawing/2014/chart" uri="{C3380CC4-5D6E-409C-BE32-E72D297353CC}">
              <c16:uniqueId val="{00000007-8C7E-D747-8262-4A0E6E0FA5D5}"/>
            </c:ext>
          </c:extLst>
        </c:ser>
        <c:ser>
          <c:idx val="4"/>
          <c:order val="4"/>
          <c:tx>
            <c:strRef>
              <c:f>Sheet1!$F$1</c:f>
              <c:strCache>
                <c:ptCount val="1"/>
                <c:pt idx="0">
                  <c:v>Series 5</c:v>
                </c:pt>
              </c:strCache>
            </c:strRef>
          </c:tx>
          <c:spPr>
            <a:ln w="28575" cap="rnd">
              <a:solidFill>
                <a:schemeClr val="accent5"/>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8-8C7E-D747-8262-4A0E6E0FA5D5}"/>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Sheet1!$F$2:$F$5</c:f>
              <c:numCache>
                <c:formatCode>General</c:formatCode>
                <c:ptCount val="4"/>
                <c:pt idx="0">
                  <c:v>4</c:v>
                </c:pt>
                <c:pt idx="1">
                  <c:v>3.5</c:v>
                </c:pt>
                <c:pt idx="2">
                  <c:v>3.75</c:v>
                </c:pt>
                <c:pt idx="3">
                  <c:v>4.5</c:v>
                </c:pt>
              </c:numCache>
            </c:numRef>
          </c:val>
          <c:smooth val="0"/>
          <c:extLst>
            <c:ext xmlns:c16="http://schemas.microsoft.com/office/drawing/2014/chart" uri="{C3380CC4-5D6E-409C-BE32-E72D297353CC}">
              <c16:uniqueId val="{00000009-8C7E-D747-8262-4A0E6E0FA5D5}"/>
            </c:ext>
          </c:extLst>
        </c:ser>
        <c:dLbls>
          <c:showLegendKey val="0"/>
          <c:showVal val="0"/>
          <c:showCatName val="0"/>
          <c:showSerName val="0"/>
          <c:showPercent val="0"/>
          <c:showBubbleSize val="0"/>
        </c:dLbls>
        <c:smooth val="0"/>
        <c:axId val="227137824"/>
        <c:axId val="247599280"/>
      </c:lineChart>
      <c:catAx>
        <c:axId val="227137824"/>
        <c:scaling>
          <c:orientation val="minMax"/>
        </c:scaling>
        <c:delete val="0"/>
        <c:axPos val="b"/>
        <c:numFmt formatCode="General" sourceLinked="1"/>
        <c:majorTickMark val="none"/>
        <c:minorTickMark val="none"/>
        <c:tickLblPos val="nextTo"/>
        <c:spPr>
          <a:noFill/>
          <a:ln w="9525" cap="flat" cmpd="sng" algn="ctr">
            <a:solidFill>
              <a:schemeClr val="bg2">
                <a:lumMod val="50000"/>
              </a:schemeClr>
            </a:solid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47599280"/>
        <c:crosses val="autoZero"/>
        <c:auto val="1"/>
        <c:lblAlgn val="ctr"/>
        <c:lblOffset val="100"/>
        <c:noMultiLvlLbl val="0"/>
      </c:catAx>
      <c:valAx>
        <c:axId val="247599280"/>
        <c:scaling>
          <c:orientation val="minMax"/>
          <c:max val="5"/>
          <c:min val="1"/>
        </c:scaling>
        <c:delete val="0"/>
        <c:axPos val="l"/>
        <c:majorGridlines>
          <c:spPr>
            <a:ln w="9525" cap="flat" cmpd="sng" algn="ctr">
              <a:solidFill>
                <a:schemeClr val="bg2">
                  <a:lumMod val="85000"/>
                </a:schemeClr>
              </a:solidFill>
              <a:round/>
            </a:ln>
            <a:effectLst/>
          </c:spPr>
        </c:majorGridlines>
        <c:numFmt formatCode="General" sourceLinked="1"/>
        <c:majorTickMark val="none"/>
        <c:minorTickMark val="none"/>
        <c:tickLblPos val="nextTo"/>
        <c:spPr>
          <a:noFill/>
          <a:ln>
            <a:solidFill>
              <a:schemeClr val="bg2">
                <a:lumMod val="50000"/>
              </a:schemeClr>
            </a:solid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2271378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6.136853723571413E-2"/>
          <c:y val="5.4851576815962165E-2"/>
          <c:w val="0.85249367757700067"/>
          <c:h val="0.84411354629775415"/>
        </c:manualLayout>
      </c:layout>
      <c:lineChart>
        <c:grouping val="standard"/>
        <c:varyColors val="0"/>
        <c:ser>
          <c:idx val="0"/>
          <c:order val="0"/>
          <c:tx>
            <c:strRef>
              <c:f>Sheet1!$B$1</c:f>
              <c:strCache>
                <c:ptCount val="1"/>
                <c:pt idx="0">
                  <c:v>Series 1</c:v>
                </c:pt>
              </c:strCache>
            </c:strRef>
          </c:tx>
          <c:spPr>
            <a:ln w="28575" cap="rnd">
              <a:solidFill>
                <a:schemeClr val="accent6"/>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6"/>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0-3FEC-9B4B-AA0D-070D6E91C530}"/>
                </c:ext>
              </c:extLst>
            </c:dLbl>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tx2"/>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Sheet1!$B$2:$B$5</c:f>
              <c:numCache>
                <c:formatCode>General</c:formatCode>
                <c:ptCount val="4"/>
                <c:pt idx="0">
                  <c:v>4.3</c:v>
                </c:pt>
                <c:pt idx="1">
                  <c:v>2.5</c:v>
                </c:pt>
                <c:pt idx="2">
                  <c:v>3.5</c:v>
                </c:pt>
                <c:pt idx="3">
                  <c:v>1.5</c:v>
                </c:pt>
              </c:numCache>
            </c:numRef>
          </c:val>
          <c:smooth val="0"/>
          <c:extLst>
            <c:ext xmlns:c16="http://schemas.microsoft.com/office/drawing/2014/chart" uri="{C3380CC4-5D6E-409C-BE32-E72D297353CC}">
              <c16:uniqueId val="{00000001-3FEC-9B4B-AA0D-070D6E91C530}"/>
            </c:ext>
          </c:extLst>
        </c:ser>
        <c:ser>
          <c:idx val="1"/>
          <c:order val="1"/>
          <c:tx>
            <c:strRef>
              <c:f>Sheet1!$C$1</c:f>
              <c:strCache>
                <c:ptCount val="1"/>
                <c:pt idx="0">
                  <c:v>Series 2</c:v>
                </c:pt>
              </c:strCache>
            </c:strRef>
          </c:tx>
          <c:spPr>
            <a:ln w="28575" cap="rnd">
              <a:solidFill>
                <a:schemeClr val="accent2"/>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6AA2DC"/>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2-3FEC-9B4B-AA0D-070D6E91C53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A</c:v>
                </c:pt>
                <c:pt idx="1">
                  <c:v>B</c:v>
                </c:pt>
                <c:pt idx="2">
                  <c:v>C</c:v>
                </c:pt>
                <c:pt idx="3">
                  <c:v>D</c:v>
                </c:pt>
              </c:strCache>
            </c:strRef>
          </c:cat>
          <c:val>
            <c:numRef>
              <c:f>Sheet1!$C$2:$C$5</c:f>
              <c:numCache>
                <c:formatCode>General</c:formatCode>
                <c:ptCount val="4"/>
                <c:pt idx="0">
                  <c:v>2.4</c:v>
                </c:pt>
                <c:pt idx="1">
                  <c:v>4.0999999999999996</c:v>
                </c:pt>
                <c:pt idx="2">
                  <c:v>1.8</c:v>
                </c:pt>
                <c:pt idx="3">
                  <c:v>2.25</c:v>
                </c:pt>
              </c:numCache>
            </c:numRef>
          </c:val>
          <c:smooth val="0"/>
          <c:extLst>
            <c:ext xmlns:c16="http://schemas.microsoft.com/office/drawing/2014/chart" uri="{C3380CC4-5D6E-409C-BE32-E72D297353CC}">
              <c16:uniqueId val="{00000003-3FEC-9B4B-AA0D-070D6E91C530}"/>
            </c:ext>
          </c:extLst>
        </c:ser>
        <c:ser>
          <c:idx val="2"/>
          <c:order val="2"/>
          <c:tx>
            <c:strRef>
              <c:f>Sheet1!$D$1</c:f>
              <c:strCache>
                <c:ptCount val="1"/>
                <c:pt idx="0">
                  <c:v>Series 3</c:v>
                </c:pt>
              </c:strCache>
            </c:strRef>
          </c:tx>
          <c:spPr>
            <a:ln w="28575" cap="rnd">
              <a:solidFill>
                <a:schemeClr val="accent3"/>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3"/>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4-3FEC-9B4B-AA0D-070D6E91C53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Sheet1!$D$2:$D$5</c:f>
              <c:numCache>
                <c:formatCode>General</c:formatCode>
                <c:ptCount val="4"/>
                <c:pt idx="0">
                  <c:v>2</c:v>
                </c:pt>
                <c:pt idx="1">
                  <c:v>2</c:v>
                </c:pt>
                <c:pt idx="2">
                  <c:v>3</c:v>
                </c:pt>
                <c:pt idx="3">
                  <c:v>3</c:v>
                </c:pt>
              </c:numCache>
            </c:numRef>
          </c:val>
          <c:smooth val="0"/>
          <c:extLst>
            <c:ext xmlns:c16="http://schemas.microsoft.com/office/drawing/2014/chart" uri="{C3380CC4-5D6E-409C-BE32-E72D297353CC}">
              <c16:uniqueId val="{00000005-3FEC-9B4B-AA0D-070D6E91C530}"/>
            </c:ext>
          </c:extLst>
        </c:ser>
        <c:ser>
          <c:idx val="3"/>
          <c:order val="3"/>
          <c:tx>
            <c:strRef>
              <c:f>Sheet1!$E$1</c:f>
              <c:strCache>
                <c:ptCount val="1"/>
                <c:pt idx="0">
                  <c:v>Series 4</c:v>
                </c:pt>
              </c:strCache>
            </c:strRef>
          </c:tx>
          <c:spPr>
            <a:ln w="28575" cap="rnd">
              <a:solidFill>
                <a:schemeClr val="accent4"/>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rgbClr val="06C7CC"/>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6-3FEC-9B4B-AA0D-070D6E91C53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Sheet1!$E$2:$E$5</c:f>
              <c:numCache>
                <c:formatCode>General</c:formatCode>
                <c:ptCount val="4"/>
                <c:pt idx="0">
                  <c:v>3.5</c:v>
                </c:pt>
                <c:pt idx="1">
                  <c:v>4.5</c:v>
                </c:pt>
                <c:pt idx="2">
                  <c:v>4.4000000000000004</c:v>
                </c:pt>
                <c:pt idx="3">
                  <c:v>3.75</c:v>
                </c:pt>
              </c:numCache>
            </c:numRef>
          </c:val>
          <c:smooth val="0"/>
          <c:extLst>
            <c:ext xmlns:c16="http://schemas.microsoft.com/office/drawing/2014/chart" uri="{C3380CC4-5D6E-409C-BE32-E72D297353CC}">
              <c16:uniqueId val="{00000007-3FEC-9B4B-AA0D-070D6E91C530}"/>
            </c:ext>
          </c:extLst>
        </c:ser>
        <c:ser>
          <c:idx val="4"/>
          <c:order val="4"/>
          <c:tx>
            <c:strRef>
              <c:f>Sheet1!$F$1</c:f>
              <c:strCache>
                <c:ptCount val="1"/>
                <c:pt idx="0">
                  <c:v>Series 5</c:v>
                </c:pt>
              </c:strCache>
            </c:strRef>
          </c:tx>
          <c:spPr>
            <a:ln w="28575" cap="rnd">
              <a:solidFill>
                <a:srgbClr val="8283BC"/>
              </a:solidFill>
              <a:round/>
            </a:ln>
            <a:effectLst/>
          </c:spPr>
          <c:marker>
            <c:symbol val="none"/>
          </c:marker>
          <c:dLbls>
            <c:dLbl>
              <c:idx val="3"/>
              <c:spPr>
                <a:noFill/>
                <a:ln>
                  <a:noFill/>
                </a:ln>
                <a:effectLst/>
              </c:spPr>
              <c:txPr>
                <a:bodyPr rot="0" spcFirstLastPara="1" vertOverflow="ellipsis" vert="horz" wrap="square" lIns="38100" tIns="19050" rIns="38100" bIns="19050" anchor="ctr" anchorCtr="1">
                  <a:spAutoFit/>
                </a:bodyPr>
                <a:lstStyle/>
                <a:p>
                  <a:pPr>
                    <a:defRPr sz="900" b="1" i="0" u="none" strike="noStrike" kern="1200" baseline="0">
                      <a:solidFill>
                        <a:schemeClr val="accent5">
                          <a:lumMod val="40000"/>
                          <a:lumOff val="60000"/>
                        </a:schemeClr>
                      </a:solidFill>
                      <a:latin typeface="+mn-lt"/>
                      <a:ea typeface="+mn-ea"/>
                      <a:cs typeface="+mn-cs"/>
                    </a:defRPr>
                  </a:pPr>
                  <a:endParaRPr lang="en-US"/>
                </a:p>
              </c:txPr>
              <c:showLegendKey val="0"/>
              <c:showVal val="0"/>
              <c:showCatName val="0"/>
              <c:showSerName val="1"/>
              <c:showPercent val="0"/>
              <c:showBubbleSize val="0"/>
              <c:extLst>
                <c:ext xmlns:c15="http://schemas.microsoft.com/office/drawing/2012/chart" uri="{CE6537A1-D6FC-4f65-9D91-7224C49458BB}"/>
                <c:ext xmlns:c16="http://schemas.microsoft.com/office/drawing/2014/chart" uri="{C3380CC4-5D6E-409C-BE32-E72D297353CC}">
                  <c16:uniqueId val="{00000008-3FEC-9B4B-AA0D-070D6E91C530}"/>
                </c:ext>
              </c:extLst>
            </c:dLbl>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15:showLeaderLines val="0"/>
              </c:ext>
            </c:extLst>
          </c:dLbls>
          <c:cat>
            <c:strRef>
              <c:f>Sheet1!$A$2:$A$5</c:f>
              <c:strCache>
                <c:ptCount val="4"/>
                <c:pt idx="0">
                  <c:v>A</c:v>
                </c:pt>
                <c:pt idx="1">
                  <c:v>B</c:v>
                </c:pt>
                <c:pt idx="2">
                  <c:v>C</c:v>
                </c:pt>
                <c:pt idx="3">
                  <c:v>D</c:v>
                </c:pt>
              </c:strCache>
            </c:strRef>
          </c:cat>
          <c:val>
            <c:numRef>
              <c:f>Sheet1!$F$2:$F$5</c:f>
              <c:numCache>
                <c:formatCode>General</c:formatCode>
                <c:ptCount val="4"/>
                <c:pt idx="0">
                  <c:v>4</c:v>
                </c:pt>
                <c:pt idx="1">
                  <c:v>3.5</c:v>
                </c:pt>
                <c:pt idx="2">
                  <c:v>3.75</c:v>
                </c:pt>
                <c:pt idx="3">
                  <c:v>4.5</c:v>
                </c:pt>
              </c:numCache>
            </c:numRef>
          </c:val>
          <c:smooth val="0"/>
          <c:extLst>
            <c:ext xmlns:c16="http://schemas.microsoft.com/office/drawing/2014/chart" uri="{C3380CC4-5D6E-409C-BE32-E72D297353CC}">
              <c16:uniqueId val="{00000009-3FEC-9B4B-AA0D-070D6E91C530}"/>
            </c:ext>
          </c:extLst>
        </c:ser>
        <c:dLbls>
          <c:showLegendKey val="0"/>
          <c:showVal val="0"/>
          <c:showCatName val="0"/>
          <c:showSerName val="0"/>
          <c:showPercent val="0"/>
          <c:showBubbleSize val="0"/>
        </c:dLbls>
        <c:smooth val="0"/>
        <c:axId val="227137824"/>
        <c:axId val="247599280"/>
      </c:lineChart>
      <c:catAx>
        <c:axId val="227137824"/>
        <c:scaling>
          <c:orientation val="minMax"/>
        </c:scaling>
        <c:delete val="0"/>
        <c:axPos val="b"/>
        <c:numFmt formatCode="General" sourceLinked="1"/>
        <c:majorTickMark val="none"/>
        <c:minorTickMark val="none"/>
        <c:tickLblPos val="nextTo"/>
        <c:spPr>
          <a:noFill/>
          <a:ln w="9525" cap="flat" cmpd="sng" algn="ctr">
            <a:solidFill>
              <a:schemeClr val="bg2">
                <a:lumMod val="85000"/>
              </a:schemeClr>
            </a:solid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47599280"/>
        <c:crosses val="autoZero"/>
        <c:auto val="1"/>
        <c:lblAlgn val="ctr"/>
        <c:lblOffset val="100"/>
        <c:noMultiLvlLbl val="0"/>
      </c:catAx>
      <c:valAx>
        <c:axId val="247599280"/>
        <c:scaling>
          <c:orientation val="minMax"/>
          <c:max val="5"/>
          <c:min val="1"/>
        </c:scaling>
        <c:delete val="0"/>
        <c:axPos val="l"/>
        <c:majorGridlines>
          <c:spPr>
            <a:ln w="9525" cap="flat" cmpd="sng" algn="ctr">
              <a:solidFill>
                <a:schemeClr val="bg2">
                  <a:lumMod val="50000"/>
                </a:schemeClr>
              </a:solidFill>
              <a:round/>
            </a:ln>
            <a:effectLst/>
          </c:spPr>
        </c:majorGridlines>
        <c:numFmt formatCode="General" sourceLinked="1"/>
        <c:majorTickMark val="none"/>
        <c:minorTickMark val="none"/>
        <c:tickLblPos val="nextTo"/>
        <c:spPr>
          <a:noFill/>
          <a:ln>
            <a:solidFill>
              <a:schemeClr val="bg2">
                <a:lumMod val="85000"/>
              </a:schemeClr>
            </a:solid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227137824"/>
        <c:crosses val="autoZero"/>
        <c:crossBetween val="between"/>
        <c:majorUnit val="1"/>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Sheet1!$B$1</c:f>
              <c:strCache>
                <c:ptCount val="1"/>
                <c:pt idx="0">
                  <c:v>Series 1</c:v>
                </c:pt>
              </c:strCache>
            </c:strRef>
          </c:tx>
          <c:spPr>
            <a:solidFill>
              <a:schemeClr val="accent1"/>
            </a:solidFill>
            <a:ln w="19050">
              <a:noFill/>
            </a:ln>
            <a:effectLst/>
          </c:spPr>
          <c:cat>
            <c:strRef>
              <c:f>Sheet1!$A$2:$A$6</c:f>
              <c:strCache>
                <c:ptCount val="5"/>
                <c:pt idx="0">
                  <c:v>A</c:v>
                </c:pt>
                <c:pt idx="1">
                  <c:v>B</c:v>
                </c:pt>
                <c:pt idx="2">
                  <c:v>C</c:v>
                </c:pt>
                <c:pt idx="3">
                  <c:v>D</c:v>
                </c:pt>
                <c:pt idx="4">
                  <c:v>E</c:v>
                </c:pt>
              </c:strCache>
            </c:str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6450-334B-B34E-6C95C92FBFFC}"/>
            </c:ext>
          </c:extLst>
        </c:ser>
        <c:ser>
          <c:idx val="1"/>
          <c:order val="1"/>
          <c:tx>
            <c:strRef>
              <c:f>Sheet1!$C$1</c:f>
              <c:strCache>
                <c:ptCount val="1"/>
                <c:pt idx="0">
                  <c:v>Series 2</c:v>
                </c:pt>
              </c:strCache>
            </c:strRef>
          </c:tx>
          <c:spPr>
            <a:solidFill>
              <a:schemeClr val="accent2"/>
            </a:solidFill>
            <a:ln w="19050">
              <a:noFill/>
            </a:ln>
            <a:effectLst/>
          </c:spPr>
          <c:cat>
            <c:strRef>
              <c:f>Sheet1!$A$2:$A$6</c:f>
              <c:strCache>
                <c:ptCount val="5"/>
                <c:pt idx="0">
                  <c:v>A</c:v>
                </c:pt>
                <c:pt idx="1">
                  <c:v>B</c:v>
                </c:pt>
                <c:pt idx="2">
                  <c:v>C</c:v>
                </c:pt>
                <c:pt idx="3">
                  <c:v>D</c:v>
                </c:pt>
                <c:pt idx="4">
                  <c:v>E</c:v>
                </c:pt>
              </c:strCache>
            </c:str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6450-334B-B34E-6C95C92FBFFC}"/>
            </c:ext>
          </c:extLst>
        </c:ser>
        <c:ser>
          <c:idx val="2"/>
          <c:order val="2"/>
          <c:tx>
            <c:strRef>
              <c:f>Sheet1!$D$1</c:f>
              <c:strCache>
                <c:ptCount val="1"/>
                <c:pt idx="0">
                  <c:v>Series 3</c:v>
                </c:pt>
              </c:strCache>
            </c:strRef>
          </c:tx>
          <c:spPr>
            <a:solidFill>
              <a:schemeClr val="accent3"/>
            </a:solidFill>
            <a:ln w="19050">
              <a:noFill/>
            </a:ln>
            <a:effectLst/>
          </c:spPr>
          <c:cat>
            <c:strRef>
              <c:f>Sheet1!$A$2:$A$6</c:f>
              <c:strCache>
                <c:ptCount val="5"/>
                <c:pt idx="0">
                  <c:v>A</c:v>
                </c:pt>
                <c:pt idx="1">
                  <c:v>B</c:v>
                </c:pt>
                <c:pt idx="2">
                  <c:v>C</c:v>
                </c:pt>
                <c:pt idx="3">
                  <c:v>D</c:v>
                </c:pt>
                <c:pt idx="4">
                  <c:v>E</c:v>
                </c:pt>
              </c:strCache>
            </c:strRef>
          </c:cat>
          <c:val>
            <c:numRef>
              <c:f>Sheet1!$D$2:$D$6</c:f>
              <c:numCache>
                <c:formatCode>General</c:formatCode>
                <c:ptCount val="5"/>
                <c:pt idx="0">
                  <c:v>34</c:v>
                </c:pt>
                <c:pt idx="1">
                  <c:v>40</c:v>
                </c:pt>
                <c:pt idx="2">
                  <c:v>10</c:v>
                </c:pt>
                <c:pt idx="3">
                  <c:v>12</c:v>
                </c:pt>
                <c:pt idx="4">
                  <c:v>15</c:v>
                </c:pt>
              </c:numCache>
            </c:numRef>
          </c:val>
          <c:extLst>
            <c:ext xmlns:c16="http://schemas.microsoft.com/office/drawing/2014/chart" uri="{C3380CC4-5D6E-409C-BE32-E72D297353CC}">
              <c16:uniqueId val="{00000002-6450-334B-B34E-6C95C92FBFFC}"/>
            </c:ext>
          </c:extLst>
        </c:ser>
        <c:dLbls>
          <c:showLegendKey val="0"/>
          <c:showVal val="0"/>
          <c:showCatName val="0"/>
          <c:showSerName val="0"/>
          <c:showPercent val="0"/>
          <c:showBubbleSize val="0"/>
        </c:dLbls>
        <c:axId val="611420992"/>
        <c:axId val="611422720"/>
      </c:areaChart>
      <c:catAx>
        <c:axId val="6114209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11422720"/>
        <c:crosses val="autoZero"/>
        <c:auto val="1"/>
        <c:lblAlgn val="ctr"/>
        <c:lblOffset val="100"/>
        <c:noMultiLvlLbl val="0"/>
      </c:catAx>
      <c:valAx>
        <c:axId val="611422720"/>
        <c:scaling>
          <c:orientation val="minMax"/>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solidFill>
                <a:latin typeface="+mn-lt"/>
                <a:ea typeface="+mn-ea"/>
                <a:cs typeface="+mn-cs"/>
              </a:defRPr>
            </a:pPr>
            <a:endParaRPr lang="en-US"/>
          </a:p>
        </c:txPr>
        <c:crossAx val="611420992"/>
        <c:crosses val="autoZero"/>
        <c:crossBetween val="midCat"/>
        <c:majorUnit val="0.2"/>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percentStacked"/>
        <c:varyColors val="0"/>
        <c:ser>
          <c:idx val="0"/>
          <c:order val="0"/>
          <c:tx>
            <c:strRef>
              <c:f>Sheet1!$B$1</c:f>
              <c:strCache>
                <c:ptCount val="1"/>
                <c:pt idx="0">
                  <c:v>Series 1</c:v>
                </c:pt>
              </c:strCache>
            </c:strRef>
          </c:tx>
          <c:spPr>
            <a:solidFill>
              <a:schemeClr val="accent2"/>
            </a:solidFill>
            <a:ln w="19050">
              <a:noFill/>
            </a:ln>
            <a:effectLst/>
          </c:spPr>
          <c:cat>
            <c:strRef>
              <c:f>Sheet1!$A$2:$A$6</c:f>
              <c:strCache>
                <c:ptCount val="5"/>
                <c:pt idx="0">
                  <c:v>A</c:v>
                </c:pt>
                <c:pt idx="1">
                  <c:v>B</c:v>
                </c:pt>
                <c:pt idx="2">
                  <c:v>C</c:v>
                </c:pt>
                <c:pt idx="3">
                  <c:v>D</c:v>
                </c:pt>
                <c:pt idx="4">
                  <c:v>E</c:v>
                </c:pt>
              </c:strCache>
            </c:strRef>
          </c:cat>
          <c:val>
            <c:numRef>
              <c:f>Sheet1!$B$2:$B$6</c:f>
              <c:numCache>
                <c:formatCode>General</c:formatCode>
                <c:ptCount val="5"/>
                <c:pt idx="0">
                  <c:v>32</c:v>
                </c:pt>
                <c:pt idx="1">
                  <c:v>32</c:v>
                </c:pt>
                <c:pt idx="2">
                  <c:v>28</c:v>
                </c:pt>
                <c:pt idx="3">
                  <c:v>12</c:v>
                </c:pt>
                <c:pt idx="4">
                  <c:v>15</c:v>
                </c:pt>
              </c:numCache>
            </c:numRef>
          </c:val>
          <c:extLst>
            <c:ext xmlns:c16="http://schemas.microsoft.com/office/drawing/2014/chart" uri="{C3380CC4-5D6E-409C-BE32-E72D297353CC}">
              <c16:uniqueId val="{00000000-C6F7-C644-976B-85EC68F919D0}"/>
            </c:ext>
          </c:extLst>
        </c:ser>
        <c:ser>
          <c:idx val="1"/>
          <c:order val="1"/>
          <c:tx>
            <c:strRef>
              <c:f>Sheet1!$C$1</c:f>
              <c:strCache>
                <c:ptCount val="1"/>
                <c:pt idx="0">
                  <c:v>Series 2</c:v>
                </c:pt>
              </c:strCache>
            </c:strRef>
          </c:tx>
          <c:spPr>
            <a:solidFill>
              <a:schemeClr val="accent3"/>
            </a:solidFill>
            <a:ln w="19050">
              <a:noFill/>
            </a:ln>
            <a:effectLst/>
          </c:spPr>
          <c:cat>
            <c:strRef>
              <c:f>Sheet1!$A$2:$A$6</c:f>
              <c:strCache>
                <c:ptCount val="5"/>
                <c:pt idx="0">
                  <c:v>A</c:v>
                </c:pt>
                <c:pt idx="1">
                  <c:v>B</c:v>
                </c:pt>
                <c:pt idx="2">
                  <c:v>C</c:v>
                </c:pt>
                <c:pt idx="3">
                  <c:v>D</c:v>
                </c:pt>
                <c:pt idx="4">
                  <c:v>E</c:v>
                </c:pt>
              </c:strCache>
            </c:strRef>
          </c:cat>
          <c:val>
            <c:numRef>
              <c:f>Sheet1!$C$2:$C$6</c:f>
              <c:numCache>
                <c:formatCode>General</c:formatCode>
                <c:ptCount val="5"/>
                <c:pt idx="0">
                  <c:v>12</c:v>
                </c:pt>
                <c:pt idx="1">
                  <c:v>12</c:v>
                </c:pt>
                <c:pt idx="2">
                  <c:v>12</c:v>
                </c:pt>
                <c:pt idx="3">
                  <c:v>21</c:v>
                </c:pt>
                <c:pt idx="4">
                  <c:v>28</c:v>
                </c:pt>
              </c:numCache>
            </c:numRef>
          </c:val>
          <c:extLst>
            <c:ext xmlns:c16="http://schemas.microsoft.com/office/drawing/2014/chart" uri="{C3380CC4-5D6E-409C-BE32-E72D297353CC}">
              <c16:uniqueId val="{00000001-C6F7-C644-976B-85EC68F919D0}"/>
            </c:ext>
          </c:extLst>
        </c:ser>
        <c:ser>
          <c:idx val="2"/>
          <c:order val="2"/>
          <c:tx>
            <c:strRef>
              <c:f>Sheet1!$D$1</c:f>
              <c:strCache>
                <c:ptCount val="1"/>
                <c:pt idx="0">
                  <c:v>Series 3</c:v>
                </c:pt>
              </c:strCache>
            </c:strRef>
          </c:tx>
          <c:spPr>
            <a:solidFill>
              <a:schemeClr val="bg1"/>
            </a:solidFill>
            <a:ln w="19050">
              <a:noFill/>
            </a:ln>
            <a:effectLst/>
          </c:spPr>
          <c:cat>
            <c:strRef>
              <c:f>Sheet1!$A$2:$A$6</c:f>
              <c:strCache>
                <c:ptCount val="5"/>
                <c:pt idx="0">
                  <c:v>A</c:v>
                </c:pt>
                <c:pt idx="1">
                  <c:v>B</c:v>
                </c:pt>
                <c:pt idx="2">
                  <c:v>C</c:v>
                </c:pt>
                <c:pt idx="3">
                  <c:v>D</c:v>
                </c:pt>
                <c:pt idx="4">
                  <c:v>E</c:v>
                </c:pt>
              </c:strCache>
            </c:strRef>
          </c:cat>
          <c:val>
            <c:numRef>
              <c:f>Sheet1!$D$2:$D$6</c:f>
              <c:numCache>
                <c:formatCode>General</c:formatCode>
                <c:ptCount val="5"/>
                <c:pt idx="0">
                  <c:v>34</c:v>
                </c:pt>
                <c:pt idx="1">
                  <c:v>40</c:v>
                </c:pt>
                <c:pt idx="2">
                  <c:v>10</c:v>
                </c:pt>
                <c:pt idx="3">
                  <c:v>12</c:v>
                </c:pt>
                <c:pt idx="4">
                  <c:v>15</c:v>
                </c:pt>
              </c:numCache>
            </c:numRef>
          </c:val>
          <c:extLst>
            <c:ext xmlns:c16="http://schemas.microsoft.com/office/drawing/2014/chart" uri="{C3380CC4-5D6E-409C-BE32-E72D297353CC}">
              <c16:uniqueId val="{00000002-C6F7-C644-976B-85EC68F919D0}"/>
            </c:ext>
          </c:extLst>
        </c:ser>
        <c:dLbls>
          <c:showLegendKey val="0"/>
          <c:showVal val="0"/>
          <c:showCatName val="0"/>
          <c:showSerName val="0"/>
          <c:showPercent val="0"/>
          <c:showBubbleSize val="0"/>
        </c:dLbls>
        <c:axId val="611420992"/>
        <c:axId val="611422720"/>
      </c:areaChart>
      <c:catAx>
        <c:axId val="611420992"/>
        <c:scaling>
          <c:orientation val="minMax"/>
        </c:scaling>
        <c:delete val="0"/>
        <c:axPos val="b"/>
        <c:numFmt formatCode="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611422720"/>
        <c:crosses val="autoZero"/>
        <c:auto val="1"/>
        <c:lblAlgn val="ctr"/>
        <c:lblOffset val="100"/>
        <c:noMultiLvlLbl val="0"/>
      </c:catAx>
      <c:valAx>
        <c:axId val="611422720"/>
        <c:scaling>
          <c:orientation val="minMax"/>
        </c:scaling>
        <c:delete val="0"/>
        <c:axPos val="l"/>
        <c:majorGridlines>
          <c:spPr>
            <a:ln w="9525" cap="flat" cmpd="sng" algn="ctr">
              <a:no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mn-lt"/>
                <a:ea typeface="+mn-ea"/>
                <a:cs typeface="+mn-cs"/>
              </a:defRPr>
            </a:pPr>
            <a:endParaRPr lang="en-US"/>
          </a:p>
        </c:txPr>
        <c:crossAx val="611420992"/>
        <c:crosses val="autoZero"/>
        <c:crossBetween val="midCat"/>
        <c:majorUnit val="0.2"/>
      </c:valAx>
      <c:spPr>
        <a:noFill/>
        <a:ln>
          <a:noFill/>
        </a:ln>
        <a:effectLst/>
      </c:spPr>
    </c:plotArea>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4.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5.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16.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30F5A08-7575-F725-BFF1-D935F90F92AC}"/>
              </a:ext>
            </a:extLst>
          </p:cNvPr>
          <p:cNvSpPr>
            <a:spLocks noGrp="1"/>
          </p:cNvSpPr>
          <p:nvPr>
            <p:ph type="dt" sz="quarter" idx="1"/>
          </p:nvPr>
        </p:nvSpPr>
        <p:spPr>
          <a:xfrm>
            <a:off x="2743200" y="8778240"/>
            <a:ext cx="685800" cy="186772"/>
          </a:xfrm>
          <a:prstGeom prst="rect">
            <a:avLst/>
          </a:prstGeom>
        </p:spPr>
        <p:txBody>
          <a:bodyPr vert="horz" lIns="0" tIns="0" rIns="0" bIns="0" rtlCol="0" anchor="ctr"/>
          <a:lstStyle>
            <a:lvl1pPr algn="r">
              <a:defRPr sz="1200"/>
            </a:lvl1pPr>
          </a:lstStyle>
          <a:p>
            <a:pPr algn="l"/>
            <a:fld id="{29AC45B9-84CC-40E1-828C-10F71E33992E}" type="datetimeFigureOut">
              <a:rPr lang="en-US" sz="700" smtClean="0"/>
              <a:pPr algn="l"/>
              <a:t>11/3/2025</a:t>
            </a:fld>
            <a:endParaRPr lang="en-US" sz="700" dirty="0"/>
          </a:p>
        </p:txBody>
      </p:sp>
      <p:sp>
        <p:nvSpPr>
          <p:cNvPr id="4" name="Footer Placeholder 3">
            <a:extLst>
              <a:ext uri="{FF2B5EF4-FFF2-40B4-BE49-F238E27FC236}">
                <a16:creationId xmlns:a16="http://schemas.microsoft.com/office/drawing/2014/main" id="{37A56218-DB2F-0418-99B8-6A1ACC2C9AFC}"/>
              </a:ext>
            </a:extLst>
          </p:cNvPr>
          <p:cNvSpPr>
            <a:spLocks noGrp="1"/>
          </p:cNvSpPr>
          <p:nvPr>
            <p:ph type="ftr" sz="quarter" idx="2"/>
          </p:nvPr>
        </p:nvSpPr>
        <p:spPr>
          <a:xfrm>
            <a:off x="1005840" y="8778240"/>
            <a:ext cx="1645920" cy="186772"/>
          </a:xfrm>
          <a:prstGeom prst="rect">
            <a:avLst/>
          </a:prstGeom>
        </p:spPr>
        <p:txBody>
          <a:bodyPr vert="horz" lIns="0" tIns="0" rIns="0" bIns="0" rtlCol="0" anchor="ctr"/>
          <a:lstStyle>
            <a:lvl1pPr algn="l">
              <a:defRPr sz="1200"/>
            </a:lvl1pPr>
          </a:lstStyle>
          <a:p>
            <a:r>
              <a:rPr lang="en-US" sz="700" dirty="0"/>
              <a:t>© 2025–2027 Cognizant | Private</a:t>
            </a:r>
          </a:p>
        </p:txBody>
      </p:sp>
      <p:sp>
        <p:nvSpPr>
          <p:cNvPr id="5" name="Slide Number Placeholder 4">
            <a:extLst>
              <a:ext uri="{FF2B5EF4-FFF2-40B4-BE49-F238E27FC236}">
                <a16:creationId xmlns:a16="http://schemas.microsoft.com/office/drawing/2014/main" id="{E623B4F1-BEDD-220B-3FE3-DF0A0400F465}"/>
              </a:ext>
            </a:extLst>
          </p:cNvPr>
          <p:cNvSpPr>
            <a:spLocks noGrp="1"/>
          </p:cNvSpPr>
          <p:nvPr>
            <p:ph type="sldNum" sz="quarter" idx="3"/>
          </p:nvPr>
        </p:nvSpPr>
        <p:spPr>
          <a:xfrm>
            <a:off x="457200" y="8778240"/>
            <a:ext cx="457200" cy="186772"/>
          </a:xfrm>
          <a:prstGeom prst="rect">
            <a:avLst/>
          </a:prstGeom>
        </p:spPr>
        <p:txBody>
          <a:bodyPr vert="horz" lIns="0" tIns="0" rIns="0" bIns="0" rtlCol="0" anchor="ctr"/>
          <a:lstStyle>
            <a:lvl1pPr algn="r">
              <a:defRPr sz="1200"/>
            </a:lvl1pPr>
          </a:lstStyle>
          <a:p>
            <a:pPr algn="l"/>
            <a:fld id="{885E0265-FDA2-4E8C-937F-39DAB9288447}" type="slidenum">
              <a:rPr lang="en-US" sz="700" smtClean="0"/>
              <a:pPr algn="l"/>
              <a:t>‹#›</a:t>
            </a:fld>
            <a:endParaRPr lang="en-US" sz="700" dirty="0"/>
          </a:p>
        </p:txBody>
      </p:sp>
      <p:pic>
        <p:nvPicPr>
          <p:cNvPr id="6" name="Cognizant Logo_rgb_pos_2023">
            <a:extLst>
              <a:ext uri="{FF2B5EF4-FFF2-40B4-BE49-F238E27FC236}">
                <a16:creationId xmlns:a16="http://schemas.microsoft.com/office/drawing/2014/main" id="{77CDF549-6216-3CBB-4649-15E94847D77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Tree>
    <p:extLst>
      <p:ext uri="{BB962C8B-B14F-4D97-AF65-F5344CB8AC3E}">
        <p14:creationId xmlns:p14="http://schemas.microsoft.com/office/powerpoint/2010/main" val="2023093806"/>
      </p:ext>
    </p:extLst>
  </p:cSld>
  <p:clrMap bg1="lt1" tx1="dk1" bg2="lt2" tx2="dk2" accent1="accent1" accent2="accent2" accent3="accent3" accent4="accent4" accent5="accent5" accent6="accent6" hlink="hlink" folHlink="folHlink"/>
  <p:hf dt="0"/>
  <p:extLst>
    <p:ext uri="{56416CCD-93CA-4268-BC5B-53C4BB910035}">
      <p15:sldGuideLst xmlns:p15="http://schemas.microsoft.com/office/powerpoint/2012/main">
        <p15:guide id="1" orient="horz" pos="288" userDrawn="1">
          <p15:clr>
            <a:srgbClr val="F26B43"/>
          </p15:clr>
        </p15:guide>
        <p15:guide id="2" pos="4008" userDrawn="1">
          <p15:clr>
            <a:srgbClr val="F26B43"/>
          </p15:clr>
        </p15:guide>
        <p15:guide id="3" pos="288"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2743200" y="8778240"/>
            <a:ext cx="685800" cy="182880"/>
          </a:xfrm>
          <a:prstGeom prst="rect">
            <a:avLst/>
          </a:prstGeom>
        </p:spPr>
        <p:txBody>
          <a:bodyPr vert="horz" lIns="0" tIns="0" rIns="0" bIns="0" rtlCol="0" anchor="ctr"/>
          <a:lstStyle>
            <a:lvl1pPr algn="just">
              <a:defRPr sz="700">
                <a:solidFill>
                  <a:schemeClr val="tx1"/>
                </a:solidFill>
              </a:defRPr>
            </a:lvl1pPr>
          </a:lstStyle>
          <a:p>
            <a:fld id="{77F90463-ABF8-694C-8BD0-274F394D1536}" type="datetimeFigureOut">
              <a:rPr lang="en-US" smtClean="0"/>
              <a:pPr/>
              <a:t>11/3/2025</a:t>
            </a:fld>
            <a:endParaRPr lang="en-US" dirty="0"/>
          </a:p>
        </p:txBody>
      </p:sp>
      <p:sp>
        <p:nvSpPr>
          <p:cNvPr id="4" name="Slide Image Placeholder 3"/>
          <p:cNvSpPr>
            <a:spLocks noGrp="1" noRot="1" noChangeAspect="1"/>
          </p:cNvSpPr>
          <p:nvPr>
            <p:ph type="sldImg" idx="2"/>
          </p:nvPr>
        </p:nvSpPr>
        <p:spPr>
          <a:xfrm>
            <a:off x="685800" y="685800"/>
            <a:ext cx="5486400" cy="3086100"/>
          </a:xfrm>
          <a:prstGeom prst="rect">
            <a:avLst/>
          </a:prstGeom>
          <a:noFill/>
          <a:ln w="6350">
            <a:solidFill>
              <a:schemeClr val="accent6"/>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003766"/>
            <a:ext cx="5486400" cy="4572000"/>
          </a:xfrm>
          <a:prstGeom prst="rect">
            <a:avLst/>
          </a:prstGeom>
        </p:spPr>
        <p:txBody>
          <a:bodyPr vert="horz" lIns="0" tIns="0" rIns="0" bIns="0" numCol="2" spcCol="457200" rtlCol="0"/>
          <a:lstStyle/>
          <a:p>
            <a:pPr lvl="0"/>
            <a:r>
              <a:rPr lang="en-US" dirty="0"/>
              <a:t>Click to edit Master text styles</a:t>
            </a:r>
          </a:p>
          <a:p>
            <a:pPr lvl="1"/>
            <a:r>
              <a:rPr lang="en-US" dirty="0"/>
              <a:t>Second level</a:t>
            </a:r>
          </a:p>
          <a:p>
            <a:pPr lvl="2"/>
            <a:r>
              <a:rPr lang="en-US" dirty="0"/>
              <a:t>Third level</a:t>
            </a:r>
          </a:p>
          <a:p>
            <a:pPr lvl="3"/>
            <a:r>
              <a:rPr lang="en-US" dirty="0"/>
              <a:t>Fourth level</a:t>
            </a:r>
          </a:p>
        </p:txBody>
      </p:sp>
      <p:sp>
        <p:nvSpPr>
          <p:cNvPr id="6" name="Footer Placeholder 5"/>
          <p:cNvSpPr>
            <a:spLocks noGrp="1"/>
          </p:cNvSpPr>
          <p:nvPr>
            <p:ph type="ftr" sz="quarter" idx="4"/>
          </p:nvPr>
        </p:nvSpPr>
        <p:spPr>
          <a:xfrm>
            <a:off x="1005839" y="8778240"/>
            <a:ext cx="1645920" cy="182880"/>
          </a:xfrm>
          <a:prstGeom prst="rect">
            <a:avLst/>
          </a:prstGeom>
        </p:spPr>
        <p:txBody>
          <a:bodyPr vert="horz" lIns="0" tIns="0" rIns="0" bIns="0" rtlCol="0" anchor="ctr"/>
          <a:lstStyle>
            <a:lvl1pPr algn="l">
              <a:defRPr sz="700">
                <a:solidFill>
                  <a:schemeClr val="tx1"/>
                </a:solidFill>
              </a:defRPr>
            </a:lvl1pPr>
          </a:lstStyle>
          <a:p>
            <a:r>
              <a:rPr lang="en-US" dirty="0"/>
              <a:t>© 2025–2027 Cognizant | Private</a:t>
            </a:r>
          </a:p>
        </p:txBody>
      </p:sp>
      <p:sp>
        <p:nvSpPr>
          <p:cNvPr id="7" name="Slide Number Placeholder 6"/>
          <p:cNvSpPr>
            <a:spLocks noGrp="1"/>
          </p:cNvSpPr>
          <p:nvPr>
            <p:ph type="sldNum" sz="quarter" idx="5"/>
          </p:nvPr>
        </p:nvSpPr>
        <p:spPr>
          <a:xfrm>
            <a:off x="457200" y="8778240"/>
            <a:ext cx="457200" cy="182880"/>
          </a:xfrm>
          <a:prstGeom prst="rect">
            <a:avLst/>
          </a:prstGeom>
        </p:spPr>
        <p:txBody>
          <a:bodyPr vert="horz" lIns="0" tIns="0" rIns="0" bIns="0" rtlCol="0" anchor="ctr"/>
          <a:lstStyle>
            <a:lvl1pPr algn="l">
              <a:defRPr sz="700">
                <a:solidFill>
                  <a:schemeClr val="tx1"/>
                </a:solidFill>
              </a:defRPr>
            </a:lvl1pPr>
          </a:lstStyle>
          <a:p>
            <a:fld id="{3B1EFD08-C94F-6048-8AD6-4B7ED2EB73E5}" type="slidenum">
              <a:rPr lang="en-US" smtClean="0"/>
              <a:pPr/>
              <a:t>‹#›</a:t>
            </a:fld>
            <a:endParaRPr lang="en-US" dirty="0"/>
          </a:p>
        </p:txBody>
      </p:sp>
      <p:pic>
        <p:nvPicPr>
          <p:cNvPr id="14" name="Cognizant Logo_rgb_pos_2023">
            <a:extLst>
              <a:ext uri="{FF2B5EF4-FFF2-40B4-BE49-F238E27FC236}">
                <a16:creationId xmlns:a16="http://schemas.microsoft.com/office/drawing/2014/main" id="{A2974059-71CF-4B2E-674F-C2960C7D063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230368" y="8782531"/>
            <a:ext cx="1170432" cy="205449"/>
          </a:xfrm>
          <a:prstGeom prst="rect">
            <a:avLst/>
          </a:prstGeom>
        </p:spPr>
      </p:pic>
      <p:sp>
        <p:nvSpPr>
          <p:cNvPr id="9" name="TextBox 8">
            <a:extLst>
              <a:ext uri="{FF2B5EF4-FFF2-40B4-BE49-F238E27FC236}">
                <a16:creationId xmlns:a16="http://schemas.microsoft.com/office/drawing/2014/main" id="{A173F526-7A43-BDC0-E786-AC0B86C66A25}"/>
              </a:ext>
            </a:extLst>
          </p:cNvPr>
          <p:cNvSpPr txBox="1"/>
          <p:nvPr/>
        </p:nvSpPr>
        <p:spPr>
          <a:xfrm>
            <a:off x="7246125" y="4003766"/>
            <a:ext cx="2779024" cy="1061829"/>
          </a:xfrm>
          <a:prstGeom prst="rect">
            <a:avLst/>
          </a:prstGeom>
          <a:solidFill>
            <a:schemeClr val="accent6"/>
          </a:solidFill>
        </p:spPr>
        <p:txBody>
          <a:bodyPr wrap="square" rtlCol="0">
            <a:spAutoFit/>
          </a:bodyPr>
          <a:lstStyle/>
          <a:p>
            <a:r>
              <a:rPr lang="en-US" sz="1050" dirty="0">
                <a:solidFill>
                  <a:schemeClr val="tx1"/>
                </a:solidFill>
              </a:rPr>
              <a:t>Speaker Notes will automatically appear in the text box on the page. To design the handout page differently, insert any additional text boxes and graphics as needed, and move the Speaker Notes box off of the page, but do not delete it. </a:t>
            </a:r>
          </a:p>
        </p:txBody>
      </p:sp>
    </p:spTree>
    <p:extLst>
      <p:ext uri="{BB962C8B-B14F-4D97-AF65-F5344CB8AC3E}">
        <p14:creationId xmlns:p14="http://schemas.microsoft.com/office/powerpoint/2010/main" val="3393915420"/>
      </p:ext>
    </p:extLst>
  </p:cSld>
  <p:clrMap bg1="lt1" tx1="dk1" bg2="lt2" tx2="dk2" accent1="accent1" accent2="accent2" accent3="accent3" accent4="accent4" accent5="accent5" accent6="accent6" hlink="hlink" folHlink="folHlink"/>
  <p:hf dt="0"/>
  <p:notesStyle>
    <a:lvl1pPr marL="0" algn="l" defTabSz="914400" rtl="0" eaLnBrk="1" latinLnBrk="0" hangingPunct="1">
      <a:spcBef>
        <a:spcPts val="900"/>
      </a:spcBef>
      <a:defRPr sz="1050" kern="1200">
        <a:solidFill>
          <a:schemeClr val="tx1"/>
        </a:solidFill>
        <a:latin typeface="+mn-lt"/>
        <a:ea typeface="+mn-ea"/>
        <a:cs typeface="+mn-cs"/>
      </a:defRPr>
    </a:lvl1pPr>
    <a:lvl2pPr marL="231775"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2pPr>
    <a:lvl3pPr marL="411480" indent="-13716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3pPr>
    <a:lvl4pPr marL="573088" indent="-127000" algn="l" defTabSz="914400" rtl="0" eaLnBrk="1" latinLnBrk="0" hangingPunct="1">
      <a:spcBef>
        <a:spcPts val="900"/>
      </a:spcBef>
      <a:buFont typeface="Arial" panose="020B0604020202020204" pitchFamily="34" charset="0"/>
      <a:buChar char="•"/>
      <a:defRPr sz="1050" kern="1200">
        <a:solidFill>
          <a:schemeClr val="tx1"/>
        </a:solidFill>
        <a:latin typeface="+mn-lt"/>
        <a:ea typeface="+mn-ea"/>
        <a:cs typeface="+mn-cs"/>
      </a:defRPr>
    </a:lvl4pPr>
    <a:lvl5pPr marL="1828800" algn="l" defTabSz="914400" rtl="0" eaLnBrk="1" latinLnBrk="0" hangingPunct="1">
      <a:spcBef>
        <a:spcPts val="900"/>
      </a:spcBef>
      <a:defRPr sz="105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2" pos="432" userDrawn="1">
          <p15:clr>
            <a:srgbClr val="F26B43"/>
          </p15:clr>
        </p15:guide>
        <p15:guide id="3" pos="3888" userDrawn="1">
          <p15:clr>
            <a:srgbClr val="F26B43"/>
          </p15:clr>
        </p15:guide>
        <p15:guide id="4" orient="horz" pos="432" userDrawn="1">
          <p15:clr>
            <a:srgbClr val="F26B43"/>
          </p15:clr>
        </p15:guide>
        <p15:guide id="5" pos="2064" userDrawn="1">
          <p15:clr>
            <a:srgbClr val="F26B43"/>
          </p15:clr>
        </p15:guide>
        <p15:guide id="6" pos="2256"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D61830B-85AB-908F-E819-D770B13C7699}"/>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5F2BB85D-C5E9-56A1-5B2C-F294052461D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0FFF4630-F4DE-449C-EDFB-181F737A1EDF}"/>
              </a:ext>
            </a:extLst>
          </p:cNvPr>
          <p:cNvSpPr>
            <a:spLocks noGrp="1"/>
          </p:cNvSpPr>
          <p:nvPr>
            <p:ph type="sldNum" sz="quarter" idx="5"/>
          </p:nvPr>
        </p:nvSpPr>
        <p:spPr/>
        <p:txBody>
          <a:bodyPr/>
          <a:lstStyle/>
          <a:p>
            <a:fld id="{3B1EFD08-C94F-6048-8AD6-4B7ED2EB73E5}" type="slidenum">
              <a:rPr lang="en-US" smtClean="0"/>
              <a:pPr/>
              <a:t>1</a:t>
            </a:fld>
            <a:endParaRPr lang="en-US" dirty="0"/>
          </a:p>
        </p:txBody>
      </p:sp>
    </p:spTree>
    <p:extLst>
      <p:ext uri="{BB962C8B-B14F-4D97-AF65-F5344CB8AC3E}">
        <p14:creationId xmlns:p14="http://schemas.microsoft.com/office/powerpoint/2010/main" val="5804080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AA9F09CA-4DC0-9B97-9CCF-69AB4308BBF5}"/>
              </a:ext>
            </a:extLst>
          </p:cNvPr>
          <p:cNvSpPr>
            <a:spLocks noGrp="1"/>
          </p:cNvSpPr>
          <p:nvPr>
            <p:ph type="hdr" sz="quarter"/>
          </p:nvPr>
        </p:nvSpPr>
        <p:spPr>
          <a:xfrm>
            <a:off x="0" y="228600"/>
            <a:ext cx="3429000" cy="228600"/>
          </a:xfrm>
          <a:prstGeom prst="rect">
            <a:avLst/>
          </a:prstGeom>
        </p:spPr>
        <p:txBody>
          <a:bodyPr/>
          <a:lstStyle/>
          <a:p>
            <a:r>
              <a:rPr lang="en-US" dirty="0"/>
              <a:t>Presentation title</a:t>
            </a:r>
          </a:p>
        </p:txBody>
      </p:sp>
      <p:sp>
        <p:nvSpPr>
          <p:cNvPr id="6" name="Footer Placeholder 5">
            <a:extLst>
              <a:ext uri="{FF2B5EF4-FFF2-40B4-BE49-F238E27FC236}">
                <a16:creationId xmlns:a16="http://schemas.microsoft.com/office/drawing/2014/main" id="{2EFBA4BF-3C95-A5B4-2A79-550BB58A9A4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6D0BDBE1-855E-9EEA-7437-011A06F318FA}"/>
              </a:ext>
            </a:extLst>
          </p:cNvPr>
          <p:cNvSpPr>
            <a:spLocks noGrp="1"/>
          </p:cNvSpPr>
          <p:nvPr>
            <p:ph type="sldNum" sz="quarter" idx="5"/>
          </p:nvPr>
        </p:nvSpPr>
        <p:spPr/>
        <p:txBody>
          <a:bodyPr/>
          <a:lstStyle/>
          <a:p>
            <a:fld id="{3B1EFD08-C94F-6048-8AD6-4B7ED2EB73E5}" type="slidenum">
              <a:rPr lang="en-US" smtClean="0"/>
              <a:pPr/>
              <a:t>2</a:t>
            </a:fld>
            <a:endParaRPr lang="en-US" dirty="0"/>
          </a:p>
        </p:txBody>
      </p:sp>
    </p:spTree>
    <p:extLst>
      <p:ext uri="{BB962C8B-B14F-4D97-AF65-F5344CB8AC3E}">
        <p14:creationId xmlns:p14="http://schemas.microsoft.com/office/powerpoint/2010/main" val="28018245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C6B07D9-E47F-8DA9-C50B-05214530C77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8BEE5A1-9F4C-4788-F7CB-24F7B2F0850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D6662FD-B63D-7E06-FA5A-0379D3B2FFDF}"/>
              </a:ext>
            </a:extLst>
          </p:cNvPr>
          <p:cNvSpPr>
            <a:spLocks noGrp="1"/>
          </p:cNvSpPr>
          <p:nvPr>
            <p:ph type="sldNum" sz="quarter" idx="5"/>
          </p:nvPr>
        </p:nvSpPr>
        <p:spPr/>
        <p:txBody>
          <a:bodyPr/>
          <a:lstStyle/>
          <a:p>
            <a:fld id="{3B1EFD08-C94F-6048-8AD6-4B7ED2EB73E5}" type="slidenum">
              <a:rPr lang="en-US" smtClean="0"/>
              <a:pPr/>
              <a:t>3</a:t>
            </a:fld>
            <a:endParaRPr lang="en-US"/>
          </a:p>
        </p:txBody>
      </p:sp>
    </p:spTree>
    <p:extLst>
      <p:ext uri="{BB962C8B-B14F-4D97-AF65-F5344CB8AC3E}">
        <p14:creationId xmlns:p14="http://schemas.microsoft.com/office/powerpoint/2010/main" val="3309038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Image Placeholder 6">
            <a:extLst>
              <a:ext uri="{FF2B5EF4-FFF2-40B4-BE49-F238E27FC236}">
                <a16:creationId xmlns:a16="http://schemas.microsoft.com/office/drawing/2014/main" id="{97ABB1E2-3BA4-20DA-477B-8BF52299D275}"/>
              </a:ext>
            </a:extLst>
          </p:cNvPr>
          <p:cNvSpPr>
            <a:spLocks noGrp="1" noRot="1" noChangeAspect="1"/>
          </p:cNvSpPr>
          <p:nvPr>
            <p:ph type="sldImg"/>
          </p:nvPr>
        </p:nvSpPr>
        <p:spPr/>
      </p:sp>
      <p:sp>
        <p:nvSpPr>
          <p:cNvPr id="8" name="Notes Placeholder 7">
            <a:extLst>
              <a:ext uri="{FF2B5EF4-FFF2-40B4-BE49-F238E27FC236}">
                <a16:creationId xmlns:a16="http://schemas.microsoft.com/office/drawing/2014/main" id="{4E669226-AA20-0AD7-6E85-F0D7FC981382}"/>
              </a:ext>
            </a:extLst>
          </p:cNvPr>
          <p:cNvSpPr>
            <a:spLocks noGrp="1"/>
          </p:cNvSpPr>
          <p:nvPr>
            <p:ph type="body" idx="1"/>
          </p:nvPr>
        </p:nvSpPr>
        <p:spPr/>
        <p:txBody>
          <a:bodyPr/>
          <a:lstStyle/>
          <a:p>
            <a:endParaRPr lang="en-US"/>
          </a:p>
        </p:txBody>
      </p:sp>
      <p:sp>
        <p:nvSpPr>
          <p:cNvPr id="9" name="Footer Placeholder 8">
            <a:extLst>
              <a:ext uri="{FF2B5EF4-FFF2-40B4-BE49-F238E27FC236}">
                <a16:creationId xmlns:a16="http://schemas.microsoft.com/office/drawing/2014/main" id="{8483C3DE-F370-5605-C01A-BA62A0290D02}"/>
              </a:ext>
            </a:extLst>
          </p:cNvPr>
          <p:cNvSpPr>
            <a:spLocks noGrp="1"/>
          </p:cNvSpPr>
          <p:nvPr>
            <p:ph type="ftr" sz="quarter" idx="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8F6CDCF-2311-2ABE-05B8-18372F0F4DCB}"/>
              </a:ext>
            </a:extLst>
          </p:cNvPr>
          <p:cNvSpPr>
            <a:spLocks noGrp="1"/>
          </p:cNvSpPr>
          <p:nvPr>
            <p:ph type="sldNum" sz="quarter" idx="5"/>
          </p:nvPr>
        </p:nvSpPr>
        <p:spPr/>
        <p:txBody>
          <a:bodyPr/>
          <a:lstStyle/>
          <a:p>
            <a:fld id="{3B1EFD08-C94F-6048-8AD6-4B7ED2EB73E5}" type="slidenum">
              <a:rPr lang="en-US" smtClean="0"/>
              <a:pPr/>
              <a:t>4</a:t>
            </a:fld>
            <a:endParaRPr lang="en-US"/>
          </a:p>
        </p:txBody>
      </p:sp>
    </p:spTree>
    <p:extLst>
      <p:ext uri="{BB962C8B-B14F-4D97-AF65-F5344CB8AC3E}">
        <p14:creationId xmlns:p14="http://schemas.microsoft.com/office/powerpoint/2010/main" val="31043217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C1E81D-E86D-4020-7FEE-C10208B2E1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666D0-8886-C6BC-7D6B-C1B17B48BA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ADDF3F-8989-73BA-4FFD-02D85B61D677}"/>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08028A63-3B25-B666-3344-CECEBEB7FCC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0BDCAB9-58B6-2B65-B141-5AC3941DC05A}"/>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65BAEEE-F93D-C9EB-7ECC-7B4BBBE30438}"/>
              </a:ext>
            </a:extLst>
          </p:cNvPr>
          <p:cNvSpPr>
            <a:spLocks noGrp="1"/>
          </p:cNvSpPr>
          <p:nvPr>
            <p:ph type="sldNum" sz="quarter" idx="5"/>
          </p:nvPr>
        </p:nvSpPr>
        <p:spPr/>
        <p:txBody>
          <a:bodyPr/>
          <a:lstStyle/>
          <a:p>
            <a:fld id="{3B1EFD08-C94F-6048-8AD6-4B7ED2EB73E5}" type="slidenum">
              <a:rPr lang="en-US" smtClean="0"/>
              <a:pPr/>
              <a:t>5</a:t>
            </a:fld>
            <a:endParaRPr lang="en-US"/>
          </a:p>
        </p:txBody>
      </p:sp>
    </p:spTree>
    <p:extLst>
      <p:ext uri="{BB962C8B-B14F-4D97-AF65-F5344CB8AC3E}">
        <p14:creationId xmlns:p14="http://schemas.microsoft.com/office/powerpoint/2010/main" val="37974939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1E8B0DD2-5127-A6D1-27BA-828A14DBF0F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D093A7F-E170-B4FB-F33B-49E1EB2852F6}"/>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016AC67-9AF9-63A5-F614-9204625B6029}"/>
              </a:ext>
            </a:extLst>
          </p:cNvPr>
          <p:cNvSpPr>
            <a:spLocks noGrp="1"/>
          </p:cNvSpPr>
          <p:nvPr>
            <p:ph type="sldNum" sz="quarter" idx="5"/>
          </p:nvPr>
        </p:nvSpPr>
        <p:spPr/>
        <p:txBody>
          <a:bodyPr/>
          <a:lstStyle/>
          <a:p>
            <a:fld id="{3B1EFD08-C94F-6048-8AD6-4B7ED2EB73E5}" type="slidenum">
              <a:rPr lang="en-US" smtClean="0"/>
              <a:pPr/>
              <a:t>6</a:t>
            </a:fld>
            <a:endParaRPr lang="en-US"/>
          </a:p>
        </p:txBody>
      </p:sp>
    </p:spTree>
    <p:extLst>
      <p:ext uri="{BB962C8B-B14F-4D97-AF65-F5344CB8AC3E}">
        <p14:creationId xmlns:p14="http://schemas.microsoft.com/office/powerpoint/2010/main" val="33559770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78F16A69-B6E9-CB71-9962-BCFEE1B1C99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4347548-F84B-8D3A-92C4-7A1354E0404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04C7F9C3-FF64-87E8-CB74-46186AA7806C}"/>
              </a:ext>
            </a:extLst>
          </p:cNvPr>
          <p:cNvSpPr>
            <a:spLocks noGrp="1"/>
          </p:cNvSpPr>
          <p:nvPr>
            <p:ph type="sldNum" sz="quarter" idx="5"/>
          </p:nvPr>
        </p:nvSpPr>
        <p:spPr/>
        <p:txBody>
          <a:bodyPr/>
          <a:lstStyle/>
          <a:p>
            <a:fld id="{3B1EFD08-C94F-6048-8AD6-4B7ED2EB73E5}" type="slidenum">
              <a:rPr lang="en-US" smtClean="0"/>
              <a:pPr/>
              <a:t>7</a:t>
            </a:fld>
            <a:endParaRPr lang="en-US"/>
          </a:p>
        </p:txBody>
      </p:sp>
    </p:spTree>
    <p:extLst>
      <p:ext uri="{BB962C8B-B14F-4D97-AF65-F5344CB8AC3E}">
        <p14:creationId xmlns:p14="http://schemas.microsoft.com/office/powerpoint/2010/main" val="1550313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2F80C1A-EFCB-7CE4-49AA-5C525C4B3B1E}"/>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2528F2B3-D4F9-0D17-5EC8-F97634574468}"/>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EF01B0C-F533-C2AA-BD33-EDF719F05856}"/>
              </a:ext>
            </a:extLst>
          </p:cNvPr>
          <p:cNvSpPr>
            <a:spLocks noGrp="1"/>
          </p:cNvSpPr>
          <p:nvPr>
            <p:ph type="sldNum" sz="quarter" idx="5"/>
          </p:nvPr>
        </p:nvSpPr>
        <p:spPr/>
        <p:txBody>
          <a:bodyPr/>
          <a:lstStyle/>
          <a:p>
            <a:fld id="{3B1EFD08-C94F-6048-8AD6-4B7ED2EB73E5}" type="slidenum">
              <a:rPr lang="en-US" smtClean="0"/>
              <a:pPr/>
              <a:t>8</a:t>
            </a:fld>
            <a:endParaRPr lang="en-US"/>
          </a:p>
        </p:txBody>
      </p:sp>
    </p:spTree>
    <p:extLst>
      <p:ext uri="{BB962C8B-B14F-4D97-AF65-F5344CB8AC3E}">
        <p14:creationId xmlns:p14="http://schemas.microsoft.com/office/powerpoint/2010/main" val="250467463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5F2B9DE-940F-B98B-CBD3-277C8B987CC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E79B24F-A04B-9CC2-4CA7-D662E28D4B6E}"/>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2DCF356-C276-9DF4-6AB2-4F2D1D2FBC8A}"/>
              </a:ext>
            </a:extLst>
          </p:cNvPr>
          <p:cNvSpPr>
            <a:spLocks noGrp="1"/>
          </p:cNvSpPr>
          <p:nvPr>
            <p:ph type="sldNum" sz="quarter" idx="5"/>
          </p:nvPr>
        </p:nvSpPr>
        <p:spPr/>
        <p:txBody>
          <a:bodyPr/>
          <a:lstStyle/>
          <a:p>
            <a:fld id="{3B1EFD08-C94F-6048-8AD6-4B7ED2EB73E5}" type="slidenum">
              <a:rPr lang="en-US" smtClean="0"/>
              <a:pPr/>
              <a:t>9</a:t>
            </a:fld>
            <a:endParaRPr lang="en-US"/>
          </a:p>
        </p:txBody>
      </p:sp>
    </p:spTree>
    <p:extLst>
      <p:ext uri="{BB962C8B-B14F-4D97-AF65-F5344CB8AC3E}">
        <p14:creationId xmlns:p14="http://schemas.microsoft.com/office/powerpoint/2010/main" val="93028124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873F03B0-8803-3B08-F3E3-DBF46002A57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48CF9FB-F17A-39D6-BF04-52481E6C354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0CD3681-268A-A690-7EA7-09671C8B9898}"/>
              </a:ext>
            </a:extLst>
          </p:cNvPr>
          <p:cNvSpPr>
            <a:spLocks noGrp="1"/>
          </p:cNvSpPr>
          <p:nvPr>
            <p:ph type="sldNum" sz="quarter" idx="5"/>
          </p:nvPr>
        </p:nvSpPr>
        <p:spPr/>
        <p:txBody>
          <a:bodyPr/>
          <a:lstStyle/>
          <a:p>
            <a:fld id="{3B1EFD08-C94F-6048-8AD6-4B7ED2EB73E5}" type="slidenum">
              <a:rPr lang="en-US" smtClean="0"/>
              <a:pPr/>
              <a:t>10</a:t>
            </a:fld>
            <a:endParaRPr lang="en-US"/>
          </a:p>
        </p:txBody>
      </p:sp>
    </p:spTree>
    <p:extLst>
      <p:ext uri="{BB962C8B-B14F-4D97-AF65-F5344CB8AC3E}">
        <p14:creationId xmlns:p14="http://schemas.microsoft.com/office/powerpoint/2010/main" val="25085494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6FB29DF-A704-288C-C757-EECF0C8ECE7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99B8C60-5676-CD6D-9E1D-41BD50BC848E}"/>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14247310-2CFC-8A49-1C47-8C1BBC6B217F}"/>
              </a:ext>
            </a:extLst>
          </p:cNvPr>
          <p:cNvSpPr>
            <a:spLocks noGrp="1"/>
          </p:cNvSpPr>
          <p:nvPr>
            <p:ph type="sldNum" sz="quarter" idx="5"/>
          </p:nvPr>
        </p:nvSpPr>
        <p:spPr/>
        <p:txBody>
          <a:bodyPr/>
          <a:lstStyle/>
          <a:p>
            <a:fld id="{3B1EFD08-C94F-6048-8AD6-4B7ED2EB73E5}" type="slidenum">
              <a:rPr lang="en-US" smtClean="0"/>
              <a:pPr/>
              <a:t>11</a:t>
            </a:fld>
            <a:endParaRPr lang="en-US"/>
          </a:p>
        </p:txBody>
      </p:sp>
    </p:spTree>
    <p:extLst>
      <p:ext uri="{BB962C8B-B14F-4D97-AF65-F5344CB8AC3E}">
        <p14:creationId xmlns:p14="http://schemas.microsoft.com/office/powerpoint/2010/main" val="25493180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297FDE16-2616-08D0-EBB2-985A4FC2D8E5}"/>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79FA7DAB-7393-8501-5370-6D65A742BCC0}"/>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9DB573C0-99BE-93F4-73D0-691B059E494C}"/>
              </a:ext>
            </a:extLst>
          </p:cNvPr>
          <p:cNvSpPr>
            <a:spLocks noGrp="1"/>
          </p:cNvSpPr>
          <p:nvPr>
            <p:ph type="sldNum" sz="quarter" idx="5"/>
          </p:nvPr>
        </p:nvSpPr>
        <p:spPr/>
        <p:txBody>
          <a:bodyPr/>
          <a:lstStyle/>
          <a:p>
            <a:fld id="{3B1EFD08-C94F-6048-8AD6-4B7ED2EB73E5}" type="slidenum">
              <a:rPr lang="en-US" smtClean="0"/>
              <a:pPr/>
              <a:t>12</a:t>
            </a:fld>
            <a:endParaRPr lang="en-US"/>
          </a:p>
        </p:txBody>
      </p:sp>
    </p:spTree>
    <p:extLst>
      <p:ext uri="{BB962C8B-B14F-4D97-AF65-F5344CB8AC3E}">
        <p14:creationId xmlns:p14="http://schemas.microsoft.com/office/powerpoint/2010/main" val="2087215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334E6-3BFD-D953-AFD2-894DD1CC86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BA9B61-23FC-5380-82B2-159A772916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EF50D6-648F-8B4E-54FB-6076EC83B4E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8D173D3-00EB-0A0B-5F52-B7277A6E82F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EE9F618-20CD-D0EA-C488-350BD56EE16F}"/>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FC010EDF-8E13-A36E-6419-0BED4D32C900}"/>
              </a:ext>
            </a:extLst>
          </p:cNvPr>
          <p:cNvSpPr>
            <a:spLocks noGrp="1"/>
          </p:cNvSpPr>
          <p:nvPr>
            <p:ph type="sldNum" sz="quarter" idx="5"/>
          </p:nvPr>
        </p:nvSpPr>
        <p:spPr/>
        <p:txBody>
          <a:bodyPr/>
          <a:lstStyle/>
          <a:p>
            <a:fld id="{3B1EFD08-C94F-6048-8AD6-4B7ED2EB73E5}" type="slidenum">
              <a:rPr lang="en-US" smtClean="0"/>
              <a:pPr/>
              <a:t>13</a:t>
            </a:fld>
            <a:endParaRPr lang="en-US"/>
          </a:p>
        </p:txBody>
      </p:sp>
    </p:spTree>
    <p:extLst>
      <p:ext uri="{BB962C8B-B14F-4D97-AF65-F5344CB8AC3E}">
        <p14:creationId xmlns:p14="http://schemas.microsoft.com/office/powerpoint/2010/main" val="353797594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B3E0D15-EB5A-1CBF-B5E8-D39B55ADE9B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5652145-15FC-C4E6-537F-B9AFB8B12EE2}"/>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3B7CC085-C8F9-CAFF-EAEF-96B419734ACC}"/>
              </a:ext>
            </a:extLst>
          </p:cNvPr>
          <p:cNvSpPr>
            <a:spLocks noGrp="1"/>
          </p:cNvSpPr>
          <p:nvPr>
            <p:ph type="sldNum" sz="quarter" idx="5"/>
          </p:nvPr>
        </p:nvSpPr>
        <p:spPr/>
        <p:txBody>
          <a:bodyPr/>
          <a:lstStyle/>
          <a:p>
            <a:fld id="{3B1EFD08-C94F-6048-8AD6-4B7ED2EB73E5}" type="slidenum">
              <a:rPr lang="en-US" smtClean="0"/>
              <a:pPr/>
              <a:t>14</a:t>
            </a:fld>
            <a:endParaRPr lang="en-US"/>
          </a:p>
        </p:txBody>
      </p:sp>
    </p:spTree>
    <p:extLst>
      <p:ext uri="{BB962C8B-B14F-4D97-AF65-F5344CB8AC3E}">
        <p14:creationId xmlns:p14="http://schemas.microsoft.com/office/powerpoint/2010/main" val="19209743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2D90848-B5B8-6BC3-8F5E-616E29263B4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A6FEF6F-1C7E-6AEE-D2EC-EE7CB89DBB41}"/>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D7DC2073-6B21-3DC1-C6AD-1C22AC822FFC}"/>
              </a:ext>
            </a:extLst>
          </p:cNvPr>
          <p:cNvSpPr>
            <a:spLocks noGrp="1"/>
          </p:cNvSpPr>
          <p:nvPr>
            <p:ph type="sldNum" sz="quarter" idx="5"/>
          </p:nvPr>
        </p:nvSpPr>
        <p:spPr/>
        <p:txBody>
          <a:bodyPr/>
          <a:lstStyle/>
          <a:p>
            <a:fld id="{3B1EFD08-C94F-6048-8AD6-4B7ED2EB73E5}" type="slidenum">
              <a:rPr lang="en-US" smtClean="0"/>
              <a:pPr/>
              <a:t>15</a:t>
            </a:fld>
            <a:endParaRPr lang="en-US"/>
          </a:p>
        </p:txBody>
      </p:sp>
    </p:spTree>
    <p:extLst>
      <p:ext uri="{BB962C8B-B14F-4D97-AF65-F5344CB8AC3E}">
        <p14:creationId xmlns:p14="http://schemas.microsoft.com/office/powerpoint/2010/main" val="5431482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184A7AC-F469-4626-A0DE-DBBB3123F72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23D9F4E0-B12A-FA54-8B4B-3E9A9E675E59}"/>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08DD0F7-20B5-0DEF-0C07-73479BE92EE2}"/>
              </a:ext>
            </a:extLst>
          </p:cNvPr>
          <p:cNvSpPr>
            <a:spLocks noGrp="1"/>
          </p:cNvSpPr>
          <p:nvPr>
            <p:ph type="sldNum" sz="quarter" idx="5"/>
          </p:nvPr>
        </p:nvSpPr>
        <p:spPr/>
        <p:txBody>
          <a:bodyPr/>
          <a:lstStyle/>
          <a:p>
            <a:fld id="{3B1EFD08-C94F-6048-8AD6-4B7ED2EB73E5}" type="slidenum">
              <a:rPr lang="en-US" smtClean="0"/>
              <a:pPr/>
              <a:t>16</a:t>
            </a:fld>
            <a:endParaRPr lang="en-US"/>
          </a:p>
        </p:txBody>
      </p:sp>
    </p:spTree>
    <p:extLst>
      <p:ext uri="{BB962C8B-B14F-4D97-AF65-F5344CB8AC3E}">
        <p14:creationId xmlns:p14="http://schemas.microsoft.com/office/powerpoint/2010/main" val="260894759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3777184-81F0-E0F2-1EC9-0750B464E46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061DD8-6B28-F45C-129C-A5B6E28BFA86}"/>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70599BD7-15A2-3D63-399B-63FFA4543D68}"/>
              </a:ext>
            </a:extLst>
          </p:cNvPr>
          <p:cNvSpPr>
            <a:spLocks noGrp="1"/>
          </p:cNvSpPr>
          <p:nvPr>
            <p:ph type="sldNum" sz="quarter" idx="5"/>
          </p:nvPr>
        </p:nvSpPr>
        <p:spPr/>
        <p:txBody>
          <a:bodyPr/>
          <a:lstStyle/>
          <a:p>
            <a:fld id="{3B1EFD08-C94F-6048-8AD6-4B7ED2EB73E5}" type="slidenum">
              <a:rPr lang="en-US" smtClean="0"/>
              <a:pPr/>
              <a:t>17</a:t>
            </a:fld>
            <a:endParaRPr lang="en-US"/>
          </a:p>
        </p:txBody>
      </p:sp>
    </p:spTree>
    <p:extLst>
      <p:ext uri="{BB962C8B-B14F-4D97-AF65-F5344CB8AC3E}">
        <p14:creationId xmlns:p14="http://schemas.microsoft.com/office/powerpoint/2010/main" val="20469354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DCBF20-B3A9-649D-4BE1-C6A59C9585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D2C939-826A-DC77-D345-ED1BE941EA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FC5FD5-046B-EA68-A958-04E4EF099375}"/>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2764BB5-08C8-76B3-92AC-50DD41D0C16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3DBCF8E-8CBA-F104-1CD0-D707E92C4E59}"/>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C8C0A2C6-72FB-B05E-EAC2-7C4481FF3D8A}"/>
              </a:ext>
            </a:extLst>
          </p:cNvPr>
          <p:cNvSpPr>
            <a:spLocks noGrp="1"/>
          </p:cNvSpPr>
          <p:nvPr>
            <p:ph type="sldNum" sz="quarter" idx="5"/>
          </p:nvPr>
        </p:nvSpPr>
        <p:spPr/>
        <p:txBody>
          <a:bodyPr/>
          <a:lstStyle/>
          <a:p>
            <a:fld id="{3B1EFD08-C94F-6048-8AD6-4B7ED2EB73E5}" type="slidenum">
              <a:rPr lang="en-US" smtClean="0"/>
              <a:pPr/>
              <a:t>18</a:t>
            </a:fld>
            <a:endParaRPr lang="en-US"/>
          </a:p>
        </p:txBody>
      </p:sp>
    </p:spTree>
    <p:extLst>
      <p:ext uri="{BB962C8B-B14F-4D97-AF65-F5344CB8AC3E}">
        <p14:creationId xmlns:p14="http://schemas.microsoft.com/office/powerpoint/2010/main" val="226616845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77AB82A-89CD-E5FA-0718-C16C263375F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8635EF2-1EAE-796D-31E3-F81711BDF950}"/>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25AFA6C5-4EE9-9C35-B3A9-60FBBB5E84CC}"/>
              </a:ext>
            </a:extLst>
          </p:cNvPr>
          <p:cNvSpPr>
            <a:spLocks noGrp="1"/>
          </p:cNvSpPr>
          <p:nvPr>
            <p:ph type="sldNum" sz="quarter" idx="5"/>
          </p:nvPr>
        </p:nvSpPr>
        <p:spPr/>
        <p:txBody>
          <a:bodyPr/>
          <a:lstStyle/>
          <a:p>
            <a:fld id="{3B1EFD08-C94F-6048-8AD6-4B7ED2EB73E5}" type="slidenum">
              <a:rPr lang="en-US" smtClean="0"/>
              <a:pPr/>
              <a:t>19</a:t>
            </a:fld>
            <a:endParaRPr lang="en-US"/>
          </a:p>
        </p:txBody>
      </p:sp>
    </p:spTree>
    <p:extLst>
      <p:ext uri="{BB962C8B-B14F-4D97-AF65-F5344CB8AC3E}">
        <p14:creationId xmlns:p14="http://schemas.microsoft.com/office/powerpoint/2010/main" val="318012877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18410998-B405-84F1-C8ED-CC909C78227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8ECE1DD-53AE-7BEF-A222-B09D5DA262C8}"/>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D109EC1-314F-B474-C548-6ED89FF01CD9}"/>
              </a:ext>
            </a:extLst>
          </p:cNvPr>
          <p:cNvSpPr>
            <a:spLocks noGrp="1"/>
          </p:cNvSpPr>
          <p:nvPr>
            <p:ph type="sldNum" sz="quarter" idx="5"/>
          </p:nvPr>
        </p:nvSpPr>
        <p:spPr/>
        <p:txBody>
          <a:bodyPr/>
          <a:lstStyle/>
          <a:p>
            <a:fld id="{3B1EFD08-C94F-6048-8AD6-4B7ED2EB73E5}" type="slidenum">
              <a:rPr lang="en-US" smtClean="0"/>
              <a:pPr/>
              <a:t>20</a:t>
            </a:fld>
            <a:endParaRPr lang="en-US"/>
          </a:p>
        </p:txBody>
      </p:sp>
    </p:spTree>
    <p:extLst>
      <p:ext uri="{BB962C8B-B14F-4D97-AF65-F5344CB8AC3E}">
        <p14:creationId xmlns:p14="http://schemas.microsoft.com/office/powerpoint/2010/main" val="414150793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C63E995-3703-EE9D-04DC-7F64F997CA3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BCC9B4C-DFB5-CFFE-AE8A-190164BC256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C1D75AB-968C-E563-2E79-DD7D05AEB90A}"/>
              </a:ext>
            </a:extLst>
          </p:cNvPr>
          <p:cNvSpPr>
            <a:spLocks noGrp="1"/>
          </p:cNvSpPr>
          <p:nvPr>
            <p:ph type="sldNum" sz="quarter" idx="5"/>
          </p:nvPr>
        </p:nvSpPr>
        <p:spPr/>
        <p:txBody>
          <a:bodyPr/>
          <a:lstStyle/>
          <a:p>
            <a:fld id="{3B1EFD08-C94F-6048-8AD6-4B7ED2EB73E5}" type="slidenum">
              <a:rPr lang="en-US" smtClean="0"/>
              <a:pPr/>
              <a:t>21</a:t>
            </a:fld>
            <a:endParaRPr lang="en-US"/>
          </a:p>
        </p:txBody>
      </p:sp>
    </p:spTree>
    <p:extLst>
      <p:ext uri="{BB962C8B-B14F-4D97-AF65-F5344CB8AC3E}">
        <p14:creationId xmlns:p14="http://schemas.microsoft.com/office/powerpoint/2010/main" val="406586651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48295B7A-4C5E-73E6-EE66-263D930D2EC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53F80EC-973C-3569-F57E-CE2EDADA6479}"/>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BDB6279-4C22-63AE-878E-DE8B499FA7ED}"/>
              </a:ext>
            </a:extLst>
          </p:cNvPr>
          <p:cNvSpPr>
            <a:spLocks noGrp="1"/>
          </p:cNvSpPr>
          <p:nvPr>
            <p:ph type="sldNum" sz="quarter" idx="5"/>
          </p:nvPr>
        </p:nvSpPr>
        <p:spPr/>
        <p:txBody>
          <a:bodyPr/>
          <a:lstStyle/>
          <a:p>
            <a:fld id="{3B1EFD08-C94F-6048-8AD6-4B7ED2EB73E5}" type="slidenum">
              <a:rPr lang="en-US" smtClean="0"/>
              <a:pPr/>
              <a:t>22</a:t>
            </a:fld>
            <a:endParaRPr lang="en-US"/>
          </a:p>
        </p:txBody>
      </p:sp>
    </p:spTree>
    <p:extLst>
      <p:ext uri="{BB962C8B-B14F-4D97-AF65-F5344CB8AC3E}">
        <p14:creationId xmlns:p14="http://schemas.microsoft.com/office/powerpoint/2010/main" val="787588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0DFFA000-FD67-E781-810B-CF9FCD47936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3B573776-A908-8994-C5BB-4F05A851C80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819F46-76EC-D9FD-FBD7-786F6DABC5D6}"/>
              </a:ext>
            </a:extLst>
          </p:cNvPr>
          <p:cNvSpPr>
            <a:spLocks noGrp="1"/>
          </p:cNvSpPr>
          <p:nvPr>
            <p:ph type="sldNum" sz="quarter" idx="5"/>
          </p:nvPr>
        </p:nvSpPr>
        <p:spPr/>
        <p:txBody>
          <a:bodyPr/>
          <a:lstStyle/>
          <a:p>
            <a:fld id="{3B1EFD08-C94F-6048-8AD6-4B7ED2EB73E5}" type="slidenum">
              <a:rPr lang="en-US" smtClean="0"/>
              <a:pPr/>
              <a:t>23</a:t>
            </a:fld>
            <a:endParaRPr lang="en-US"/>
          </a:p>
        </p:txBody>
      </p:sp>
    </p:spTree>
    <p:extLst>
      <p:ext uri="{BB962C8B-B14F-4D97-AF65-F5344CB8AC3E}">
        <p14:creationId xmlns:p14="http://schemas.microsoft.com/office/powerpoint/2010/main" val="415145660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51DA6772-498C-4C74-5E66-95497FBE3139}"/>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7A9FEA7C-F24D-5F37-C2BC-41CBF7387CFB}"/>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7D4CB368-8D63-4DA3-6F8A-7AB246AA82E2}"/>
              </a:ext>
            </a:extLst>
          </p:cNvPr>
          <p:cNvSpPr>
            <a:spLocks noGrp="1"/>
          </p:cNvSpPr>
          <p:nvPr>
            <p:ph type="sldNum" sz="quarter" idx="5"/>
          </p:nvPr>
        </p:nvSpPr>
        <p:spPr/>
        <p:txBody>
          <a:bodyPr/>
          <a:lstStyle/>
          <a:p>
            <a:fld id="{3B1EFD08-C94F-6048-8AD6-4B7ED2EB73E5}" type="slidenum">
              <a:rPr lang="en-US" smtClean="0"/>
              <a:pPr/>
              <a:t>24</a:t>
            </a:fld>
            <a:endParaRPr lang="en-US"/>
          </a:p>
        </p:txBody>
      </p:sp>
    </p:spTree>
    <p:extLst>
      <p:ext uri="{BB962C8B-B14F-4D97-AF65-F5344CB8AC3E}">
        <p14:creationId xmlns:p14="http://schemas.microsoft.com/office/powerpoint/2010/main" val="34397103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B6D89D1-A2D2-0F58-C948-70322A89F8AD}"/>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908A589E-9EEC-28BE-2EA8-A351D46E514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1D1E0BA9-0256-372F-1E42-7DD67C5DEC23}"/>
              </a:ext>
            </a:extLst>
          </p:cNvPr>
          <p:cNvSpPr>
            <a:spLocks noGrp="1"/>
          </p:cNvSpPr>
          <p:nvPr>
            <p:ph type="sldNum" sz="quarter" idx="5"/>
          </p:nvPr>
        </p:nvSpPr>
        <p:spPr/>
        <p:txBody>
          <a:bodyPr/>
          <a:lstStyle/>
          <a:p>
            <a:fld id="{3B1EFD08-C94F-6048-8AD6-4B7ED2EB73E5}" type="slidenum">
              <a:rPr lang="en-US" smtClean="0"/>
              <a:pPr/>
              <a:t>25</a:t>
            </a:fld>
            <a:endParaRPr lang="en-US"/>
          </a:p>
        </p:txBody>
      </p:sp>
    </p:spTree>
    <p:extLst>
      <p:ext uri="{BB962C8B-B14F-4D97-AF65-F5344CB8AC3E}">
        <p14:creationId xmlns:p14="http://schemas.microsoft.com/office/powerpoint/2010/main" val="15316803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591145E-6DAC-DC42-79F5-8498CE4E355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56FAE3F-553F-08C1-7926-D59AB65FD1E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E8936C3-2A53-3296-8F93-1CF58324F645}"/>
              </a:ext>
            </a:extLst>
          </p:cNvPr>
          <p:cNvSpPr>
            <a:spLocks noGrp="1"/>
          </p:cNvSpPr>
          <p:nvPr>
            <p:ph type="sldNum" sz="quarter" idx="5"/>
          </p:nvPr>
        </p:nvSpPr>
        <p:spPr/>
        <p:txBody>
          <a:bodyPr/>
          <a:lstStyle/>
          <a:p>
            <a:fld id="{3B1EFD08-C94F-6048-8AD6-4B7ED2EB73E5}" type="slidenum">
              <a:rPr lang="en-US" smtClean="0"/>
              <a:pPr/>
              <a:t>26</a:t>
            </a:fld>
            <a:endParaRPr lang="en-US"/>
          </a:p>
        </p:txBody>
      </p:sp>
    </p:spTree>
    <p:extLst>
      <p:ext uri="{BB962C8B-B14F-4D97-AF65-F5344CB8AC3E}">
        <p14:creationId xmlns:p14="http://schemas.microsoft.com/office/powerpoint/2010/main" val="29784761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D0468DD-60BA-031D-840D-30CED8A3C15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7A94EF2-53DD-541E-C58E-88100DAF5B9A}"/>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C479120A-C48D-FD54-3074-0595CCC50B09}"/>
              </a:ext>
            </a:extLst>
          </p:cNvPr>
          <p:cNvSpPr>
            <a:spLocks noGrp="1"/>
          </p:cNvSpPr>
          <p:nvPr>
            <p:ph type="sldNum" sz="quarter" idx="5"/>
          </p:nvPr>
        </p:nvSpPr>
        <p:spPr/>
        <p:txBody>
          <a:bodyPr/>
          <a:lstStyle/>
          <a:p>
            <a:fld id="{3B1EFD08-C94F-6048-8AD6-4B7ED2EB73E5}" type="slidenum">
              <a:rPr lang="en-US" smtClean="0"/>
              <a:pPr/>
              <a:t>27</a:t>
            </a:fld>
            <a:endParaRPr lang="en-US"/>
          </a:p>
        </p:txBody>
      </p:sp>
    </p:spTree>
    <p:extLst>
      <p:ext uri="{BB962C8B-B14F-4D97-AF65-F5344CB8AC3E}">
        <p14:creationId xmlns:p14="http://schemas.microsoft.com/office/powerpoint/2010/main" val="210515852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C63E72-FD1E-3595-BC74-18EFCD5A85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09DCDF4-CCBB-5BF3-CD80-925433479F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36F105-4F4C-964C-87D4-240C57DF35D9}"/>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BDEE27EC-A73B-638A-8741-ACA5BD7728F3}"/>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BCD71E6E-9835-E6C2-E19B-ECDF7759E2B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A41D301-2DDC-ABAF-1B80-0ACCC9F3F4EF}"/>
              </a:ext>
            </a:extLst>
          </p:cNvPr>
          <p:cNvSpPr>
            <a:spLocks noGrp="1"/>
          </p:cNvSpPr>
          <p:nvPr>
            <p:ph type="sldNum" sz="quarter" idx="5"/>
          </p:nvPr>
        </p:nvSpPr>
        <p:spPr/>
        <p:txBody>
          <a:bodyPr/>
          <a:lstStyle/>
          <a:p>
            <a:fld id="{3B1EFD08-C94F-6048-8AD6-4B7ED2EB73E5}" type="slidenum">
              <a:rPr lang="en-US" smtClean="0"/>
              <a:pPr/>
              <a:t>28</a:t>
            </a:fld>
            <a:endParaRPr lang="en-US"/>
          </a:p>
        </p:txBody>
      </p:sp>
    </p:spTree>
    <p:extLst>
      <p:ext uri="{BB962C8B-B14F-4D97-AF65-F5344CB8AC3E}">
        <p14:creationId xmlns:p14="http://schemas.microsoft.com/office/powerpoint/2010/main" val="278863008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B854AEE6-348B-4593-01BD-E612146E2241}"/>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5DD069D-559C-50CB-45D3-029BE9013792}"/>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97F62D86-23AA-DBDB-04A2-D6B7A1439FA6}"/>
              </a:ext>
            </a:extLst>
          </p:cNvPr>
          <p:cNvSpPr>
            <a:spLocks noGrp="1"/>
          </p:cNvSpPr>
          <p:nvPr>
            <p:ph type="sldNum" sz="quarter" idx="5"/>
          </p:nvPr>
        </p:nvSpPr>
        <p:spPr/>
        <p:txBody>
          <a:bodyPr/>
          <a:lstStyle/>
          <a:p>
            <a:fld id="{3B1EFD08-C94F-6048-8AD6-4B7ED2EB73E5}" type="slidenum">
              <a:rPr lang="en-US" smtClean="0"/>
              <a:pPr/>
              <a:t>29</a:t>
            </a:fld>
            <a:endParaRPr lang="en-US"/>
          </a:p>
        </p:txBody>
      </p:sp>
    </p:spTree>
    <p:extLst>
      <p:ext uri="{BB962C8B-B14F-4D97-AF65-F5344CB8AC3E}">
        <p14:creationId xmlns:p14="http://schemas.microsoft.com/office/powerpoint/2010/main" val="139365458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7A01E34F-69C5-288D-3F48-6BC1964E881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85DA257-ADF1-9CE0-26E5-417401596BE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6F07D9B3-9915-074F-BFCF-A3156D0793BE}"/>
              </a:ext>
            </a:extLst>
          </p:cNvPr>
          <p:cNvSpPr>
            <a:spLocks noGrp="1"/>
          </p:cNvSpPr>
          <p:nvPr>
            <p:ph type="sldNum" sz="quarter" idx="5"/>
          </p:nvPr>
        </p:nvSpPr>
        <p:spPr/>
        <p:txBody>
          <a:bodyPr/>
          <a:lstStyle/>
          <a:p>
            <a:fld id="{3B1EFD08-C94F-6048-8AD6-4B7ED2EB73E5}" type="slidenum">
              <a:rPr lang="en-US" smtClean="0"/>
              <a:pPr/>
              <a:t>30</a:t>
            </a:fld>
            <a:endParaRPr lang="en-US"/>
          </a:p>
        </p:txBody>
      </p:sp>
    </p:spTree>
    <p:extLst>
      <p:ext uri="{BB962C8B-B14F-4D97-AF65-F5344CB8AC3E}">
        <p14:creationId xmlns:p14="http://schemas.microsoft.com/office/powerpoint/2010/main" val="367843820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166E9FBD-2D05-DB1D-E233-1082DB731BE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B0A438B6-BDF5-E568-52B8-7667ECA0CAA0}"/>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B7671B3D-DB97-DCB7-8639-30F746C166E4}"/>
              </a:ext>
            </a:extLst>
          </p:cNvPr>
          <p:cNvSpPr>
            <a:spLocks noGrp="1"/>
          </p:cNvSpPr>
          <p:nvPr>
            <p:ph type="sldNum" sz="quarter" idx="5"/>
          </p:nvPr>
        </p:nvSpPr>
        <p:spPr/>
        <p:txBody>
          <a:bodyPr/>
          <a:lstStyle/>
          <a:p>
            <a:fld id="{3B1EFD08-C94F-6048-8AD6-4B7ED2EB73E5}" type="slidenum">
              <a:rPr lang="en-US" smtClean="0"/>
              <a:pPr/>
              <a:t>31</a:t>
            </a:fld>
            <a:endParaRPr lang="en-US"/>
          </a:p>
        </p:txBody>
      </p:sp>
    </p:spTree>
    <p:extLst>
      <p:ext uri="{BB962C8B-B14F-4D97-AF65-F5344CB8AC3E}">
        <p14:creationId xmlns:p14="http://schemas.microsoft.com/office/powerpoint/2010/main" val="349909403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9AB9ECB-E5E2-EF8B-77FC-FA48928504A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2CA5BDB1-B4B7-19B1-5232-A8DB42D6A7D0}"/>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8432988-6503-AEDF-B3CA-BCF2A8FEC5F3}"/>
              </a:ext>
            </a:extLst>
          </p:cNvPr>
          <p:cNvSpPr>
            <a:spLocks noGrp="1"/>
          </p:cNvSpPr>
          <p:nvPr>
            <p:ph type="sldNum" sz="quarter" idx="5"/>
          </p:nvPr>
        </p:nvSpPr>
        <p:spPr/>
        <p:txBody>
          <a:bodyPr/>
          <a:lstStyle/>
          <a:p>
            <a:fld id="{3B1EFD08-C94F-6048-8AD6-4B7ED2EB73E5}" type="slidenum">
              <a:rPr lang="en-US" smtClean="0"/>
              <a:pPr/>
              <a:t>32</a:t>
            </a:fld>
            <a:endParaRPr lang="en-US"/>
          </a:p>
        </p:txBody>
      </p:sp>
    </p:spTree>
    <p:extLst>
      <p:ext uri="{BB962C8B-B14F-4D97-AF65-F5344CB8AC3E}">
        <p14:creationId xmlns:p14="http://schemas.microsoft.com/office/powerpoint/2010/main" val="229421343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D04B493-0EF6-8C4F-FD8B-AC32FA0833A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4C0E936-4E69-86E0-9EF4-D1824460716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C37FAFFE-5536-236F-51C9-FB5E7DD74E48}"/>
              </a:ext>
            </a:extLst>
          </p:cNvPr>
          <p:cNvSpPr>
            <a:spLocks noGrp="1"/>
          </p:cNvSpPr>
          <p:nvPr>
            <p:ph type="sldNum" sz="quarter" idx="5"/>
          </p:nvPr>
        </p:nvSpPr>
        <p:spPr/>
        <p:txBody>
          <a:bodyPr/>
          <a:lstStyle/>
          <a:p>
            <a:fld id="{3B1EFD08-C94F-6048-8AD6-4B7ED2EB73E5}" type="slidenum">
              <a:rPr lang="en-US" smtClean="0"/>
              <a:pPr/>
              <a:t>33</a:t>
            </a:fld>
            <a:endParaRPr lang="en-US"/>
          </a:p>
        </p:txBody>
      </p:sp>
    </p:spTree>
    <p:extLst>
      <p:ext uri="{BB962C8B-B14F-4D97-AF65-F5344CB8AC3E}">
        <p14:creationId xmlns:p14="http://schemas.microsoft.com/office/powerpoint/2010/main" val="36438255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D5E26FE2-A403-6EE5-B415-DBD9EEA4502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8B7A034-2C1D-0EC4-C787-0FF206654612}"/>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F81324BF-A7A7-B426-DA75-D0AD76503FED}"/>
              </a:ext>
            </a:extLst>
          </p:cNvPr>
          <p:cNvSpPr>
            <a:spLocks noGrp="1"/>
          </p:cNvSpPr>
          <p:nvPr>
            <p:ph type="sldNum" sz="quarter" idx="5"/>
          </p:nvPr>
        </p:nvSpPr>
        <p:spPr/>
        <p:txBody>
          <a:bodyPr/>
          <a:lstStyle/>
          <a:p>
            <a:fld id="{3B1EFD08-C94F-6048-8AD6-4B7ED2EB73E5}" type="slidenum">
              <a:rPr lang="en-US" smtClean="0"/>
              <a:pPr/>
              <a:t>34</a:t>
            </a:fld>
            <a:endParaRPr lang="en-US"/>
          </a:p>
        </p:txBody>
      </p:sp>
    </p:spTree>
    <p:extLst>
      <p:ext uri="{BB962C8B-B14F-4D97-AF65-F5344CB8AC3E}">
        <p14:creationId xmlns:p14="http://schemas.microsoft.com/office/powerpoint/2010/main" val="39555709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F5B7162-0D6B-C54C-6E48-26B5728A782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77D50694-E355-58E3-35D0-AC897CB8E68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143846B-6713-5456-0941-D314AF60110E}"/>
              </a:ext>
            </a:extLst>
          </p:cNvPr>
          <p:cNvSpPr>
            <a:spLocks noGrp="1"/>
          </p:cNvSpPr>
          <p:nvPr>
            <p:ph type="sldNum" sz="quarter" idx="5"/>
          </p:nvPr>
        </p:nvSpPr>
        <p:spPr/>
        <p:txBody>
          <a:bodyPr/>
          <a:lstStyle/>
          <a:p>
            <a:fld id="{3B1EFD08-C94F-6048-8AD6-4B7ED2EB73E5}" type="slidenum">
              <a:rPr lang="en-US" smtClean="0"/>
              <a:pPr/>
              <a:t>35</a:t>
            </a:fld>
            <a:endParaRPr lang="en-US"/>
          </a:p>
        </p:txBody>
      </p:sp>
    </p:spTree>
    <p:extLst>
      <p:ext uri="{BB962C8B-B14F-4D97-AF65-F5344CB8AC3E}">
        <p14:creationId xmlns:p14="http://schemas.microsoft.com/office/powerpoint/2010/main" val="231060788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8B2F9E9-1217-FBD2-8B38-101FDEED81C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0480DF56-F40D-060A-06BC-10313120DB89}"/>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5FA0166-9266-98AA-45B0-99DF472F18C2}"/>
              </a:ext>
            </a:extLst>
          </p:cNvPr>
          <p:cNvSpPr>
            <a:spLocks noGrp="1"/>
          </p:cNvSpPr>
          <p:nvPr>
            <p:ph type="sldNum" sz="quarter" idx="5"/>
          </p:nvPr>
        </p:nvSpPr>
        <p:spPr/>
        <p:txBody>
          <a:bodyPr/>
          <a:lstStyle/>
          <a:p>
            <a:fld id="{3B1EFD08-C94F-6048-8AD6-4B7ED2EB73E5}" type="slidenum">
              <a:rPr lang="en-US" smtClean="0"/>
              <a:pPr/>
              <a:t>36</a:t>
            </a:fld>
            <a:endParaRPr lang="en-US"/>
          </a:p>
        </p:txBody>
      </p:sp>
    </p:spTree>
    <p:extLst>
      <p:ext uri="{BB962C8B-B14F-4D97-AF65-F5344CB8AC3E}">
        <p14:creationId xmlns:p14="http://schemas.microsoft.com/office/powerpoint/2010/main" val="205454257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83036653-AFB3-E0C3-A39C-8AA6C6C3B73A}"/>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9098F6F-3EE8-8735-335F-61B2693DC911}"/>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BE429E73-3D5D-D55A-C73D-BDCD72F83D52}"/>
              </a:ext>
            </a:extLst>
          </p:cNvPr>
          <p:cNvSpPr>
            <a:spLocks noGrp="1"/>
          </p:cNvSpPr>
          <p:nvPr>
            <p:ph type="sldNum" sz="quarter" idx="5"/>
          </p:nvPr>
        </p:nvSpPr>
        <p:spPr/>
        <p:txBody>
          <a:bodyPr/>
          <a:lstStyle/>
          <a:p>
            <a:fld id="{3B1EFD08-C94F-6048-8AD6-4B7ED2EB73E5}" type="slidenum">
              <a:rPr lang="en-US" smtClean="0"/>
              <a:pPr/>
              <a:t>37</a:t>
            </a:fld>
            <a:endParaRPr lang="en-US"/>
          </a:p>
        </p:txBody>
      </p:sp>
    </p:spTree>
    <p:extLst>
      <p:ext uri="{BB962C8B-B14F-4D97-AF65-F5344CB8AC3E}">
        <p14:creationId xmlns:p14="http://schemas.microsoft.com/office/powerpoint/2010/main" val="112521442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B34EA8B-A2AA-7EE6-CD49-FABC7C1FA0B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CA430561-E60F-1181-EC35-FBF38ED3020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78A7A74-CE67-C8DC-C7AF-9447ACB13E4E}"/>
              </a:ext>
            </a:extLst>
          </p:cNvPr>
          <p:cNvSpPr>
            <a:spLocks noGrp="1"/>
          </p:cNvSpPr>
          <p:nvPr>
            <p:ph type="sldNum" sz="quarter" idx="5"/>
          </p:nvPr>
        </p:nvSpPr>
        <p:spPr/>
        <p:txBody>
          <a:bodyPr/>
          <a:lstStyle/>
          <a:p>
            <a:fld id="{3B1EFD08-C94F-6048-8AD6-4B7ED2EB73E5}" type="slidenum">
              <a:rPr lang="en-US" smtClean="0"/>
              <a:pPr/>
              <a:t>38</a:t>
            </a:fld>
            <a:endParaRPr lang="en-US"/>
          </a:p>
        </p:txBody>
      </p:sp>
    </p:spTree>
    <p:extLst>
      <p:ext uri="{BB962C8B-B14F-4D97-AF65-F5344CB8AC3E}">
        <p14:creationId xmlns:p14="http://schemas.microsoft.com/office/powerpoint/2010/main" val="234730008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2618DC7D-CD73-F1CB-BCAA-F267CA5149C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2AC4FB6B-FCDC-6A4D-FD67-90DD6EA44AF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E887EF8C-51AF-864A-E0B8-8AD1B6FE4A24}"/>
              </a:ext>
            </a:extLst>
          </p:cNvPr>
          <p:cNvSpPr>
            <a:spLocks noGrp="1"/>
          </p:cNvSpPr>
          <p:nvPr>
            <p:ph type="sldNum" sz="quarter" idx="5"/>
          </p:nvPr>
        </p:nvSpPr>
        <p:spPr/>
        <p:txBody>
          <a:bodyPr/>
          <a:lstStyle/>
          <a:p>
            <a:fld id="{3B1EFD08-C94F-6048-8AD6-4B7ED2EB73E5}" type="slidenum">
              <a:rPr lang="en-US" smtClean="0"/>
              <a:pPr/>
              <a:t>39</a:t>
            </a:fld>
            <a:endParaRPr lang="en-US"/>
          </a:p>
        </p:txBody>
      </p:sp>
    </p:spTree>
    <p:extLst>
      <p:ext uri="{BB962C8B-B14F-4D97-AF65-F5344CB8AC3E}">
        <p14:creationId xmlns:p14="http://schemas.microsoft.com/office/powerpoint/2010/main" val="5518216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148070-8720-276D-755C-28FB1E897C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15208-309D-8D1C-688E-0D109EF16D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E655E0-5A9E-EAC2-0264-4193C89364BF}"/>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2253651B-CA7E-B693-60DF-22C37BE8CEA3}"/>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C296956C-1C1D-7A68-7386-D03785A71A1A}"/>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9F005A6E-4D8B-975A-A813-FB76DD4912DD}"/>
              </a:ext>
            </a:extLst>
          </p:cNvPr>
          <p:cNvSpPr>
            <a:spLocks noGrp="1"/>
          </p:cNvSpPr>
          <p:nvPr>
            <p:ph type="sldNum" sz="quarter" idx="5"/>
          </p:nvPr>
        </p:nvSpPr>
        <p:spPr/>
        <p:txBody>
          <a:bodyPr/>
          <a:lstStyle/>
          <a:p>
            <a:fld id="{3B1EFD08-C94F-6048-8AD6-4B7ED2EB73E5}" type="slidenum">
              <a:rPr lang="en-US" smtClean="0"/>
              <a:pPr/>
              <a:t>40</a:t>
            </a:fld>
            <a:endParaRPr lang="en-US"/>
          </a:p>
        </p:txBody>
      </p:sp>
    </p:spTree>
    <p:extLst>
      <p:ext uri="{BB962C8B-B14F-4D97-AF65-F5344CB8AC3E}">
        <p14:creationId xmlns:p14="http://schemas.microsoft.com/office/powerpoint/2010/main" val="358535122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B4F9E88-83F0-F478-265F-ECEEB1CDA84A}"/>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5C759CF8-0E9F-E9C5-3365-1EE65279C2E2}"/>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8DAD7F49-898A-A892-970B-3AB4BB8355A2}"/>
              </a:ext>
            </a:extLst>
          </p:cNvPr>
          <p:cNvSpPr>
            <a:spLocks noGrp="1"/>
          </p:cNvSpPr>
          <p:nvPr>
            <p:ph type="sldNum" sz="quarter" idx="5"/>
          </p:nvPr>
        </p:nvSpPr>
        <p:spPr/>
        <p:txBody>
          <a:bodyPr/>
          <a:lstStyle/>
          <a:p>
            <a:fld id="{3B1EFD08-C94F-6048-8AD6-4B7ED2EB73E5}" type="slidenum">
              <a:rPr lang="en-US" smtClean="0"/>
              <a:pPr/>
              <a:t>41</a:t>
            </a:fld>
            <a:endParaRPr lang="en-US"/>
          </a:p>
        </p:txBody>
      </p:sp>
    </p:spTree>
    <p:extLst>
      <p:ext uri="{BB962C8B-B14F-4D97-AF65-F5344CB8AC3E}">
        <p14:creationId xmlns:p14="http://schemas.microsoft.com/office/powerpoint/2010/main" val="15728151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745E942-2761-349D-0577-6DE12DCC7F7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470E401-420B-3490-47E0-ACDD87AAED8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AB30A311-09D3-2DBA-4B8D-5AE4CDC2D037}"/>
              </a:ext>
            </a:extLst>
          </p:cNvPr>
          <p:cNvSpPr>
            <a:spLocks noGrp="1"/>
          </p:cNvSpPr>
          <p:nvPr>
            <p:ph type="sldNum" sz="quarter" idx="5"/>
          </p:nvPr>
        </p:nvSpPr>
        <p:spPr/>
        <p:txBody>
          <a:bodyPr/>
          <a:lstStyle/>
          <a:p>
            <a:fld id="{3B1EFD08-C94F-6048-8AD6-4B7ED2EB73E5}" type="slidenum">
              <a:rPr lang="en-US" smtClean="0"/>
              <a:pPr/>
              <a:t>42</a:t>
            </a:fld>
            <a:endParaRPr lang="en-US"/>
          </a:p>
        </p:txBody>
      </p:sp>
    </p:spTree>
    <p:extLst>
      <p:ext uri="{BB962C8B-B14F-4D97-AF65-F5344CB8AC3E}">
        <p14:creationId xmlns:p14="http://schemas.microsoft.com/office/powerpoint/2010/main" val="276159067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32583CE3-A762-43EA-720E-F3B87A521BA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1B876F6F-CF41-35FF-DADF-5EC0E408250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2840A96-4889-78C8-433C-D83E996BDAB1}"/>
              </a:ext>
            </a:extLst>
          </p:cNvPr>
          <p:cNvSpPr>
            <a:spLocks noGrp="1"/>
          </p:cNvSpPr>
          <p:nvPr>
            <p:ph type="sldNum" sz="quarter" idx="5"/>
          </p:nvPr>
        </p:nvSpPr>
        <p:spPr/>
        <p:txBody>
          <a:bodyPr/>
          <a:lstStyle/>
          <a:p>
            <a:fld id="{3B1EFD08-C94F-6048-8AD6-4B7ED2EB73E5}" type="slidenum">
              <a:rPr lang="en-US" smtClean="0"/>
              <a:pPr/>
              <a:t>43</a:t>
            </a:fld>
            <a:endParaRPr lang="en-US"/>
          </a:p>
        </p:txBody>
      </p:sp>
    </p:spTree>
    <p:extLst>
      <p:ext uri="{BB962C8B-B14F-4D97-AF65-F5344CB8AC3E}">
        <p14:creationId xmlns:p14="http://schemas.microsoft.com/office/powerpoint/2010/main" val="16689769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D2E8D399-89FC-D632-6EE6-FB807680073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D4EE0DD-62F9-87AB-AC9E-5455D38CAFE7}"/>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BB0F90A0-4B3D-EB35-E53D-1760316AFCA5}"/>
              </a:ext>
            </a:extLst>
          </p:cNvPr>
          <p:cNvSpPr>
            <a:spLocks noGrp="1"/>
          </p:cNvSpPr>
          <p:nvPr>
            <p:ph type="sldNum" sz="quarter" idx="5"/>
          </p:nvPr>
        </p:nvSpPr>
        <p:spPr/>
        <p:txBody>
          <a:bodyPr/>
          <a:lstStyle/>
          <a:p>
            <a:fld id="{3B1EFD08-C94F-6048-8AD6-4B7ED2EB73E5}" type="slidenum">
              <a:rPr lang="en-US" smtClean="0"/>
              <a:pPr/>
              <a:t>44</a:t>
            </a:fld>
            <a:endParaRPr lang="en-US"/>
          </a:p>
        </p:txBody>
      </p:sp>
    </p:spTree>
    <p:extLst>
      <p:ext uri="{BB962C8B-B14F-4D97-AF65-F5344CB8AC3E}">
        <p14:creationId xmlns:p14="http://schemas.microsoft.com/office/powerpoint/2010/main" val="215708677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B1A74A-3E9D-2D2C-A8FA-393F2024F7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EA25A68-9AB1-9F11-53D4-772C472B7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24DFAC-BAB2-1038-A446-7277A07D5375}"/>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0C03209-E7DB-9F6A-0485-C29DA1DA2D84}"/>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C1F56B5-C18E-B272-5230-C5E7CAA7F40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F2714E05-1E2C-41FF-F7B7-B0F4ADB94896}"/>
              </a:ext>
            </a:extLst>
          </p:cNvPr>
          <p:cNvSpPr>
            <a:spLocks noGrp="1"/>
          </p:cNvSpPr>
          <p:nvPr>
            <p:ph type="sldNum" sz="quarter" idx="5"/>
          </p:nvPr>
        </p:nvSpPr>
        <p:spPr/>
        <p:txBody>
          <a:bodyPr/>
          <a:lstStyle/>
          <a:p>
            <a:fld id="{3B1EFD08-C94F-6048-8AD6-4B7ED2EB73E5}" type="slidenum">
              <a:rPr lang="en-US" smtClean="0"/>
              <a:pPr/>
              <a:t>45</a:t>
            </a:fld>
            <a:endParaRPr lang="en-US"/>
          </a:p>
        </p:txBody>
      </p:sp>
    </p:spTree>
    <p:extLst>
      <p:ext uri="{BB962C8B-B14F-4D97-AF65-F5344CB8AC3E}">
        <p14:creationId xmlns:p14="http://schemas.microsoft.com/office/powerpoint/2010/main" val="2624324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7D583A-1E65-F410-85F9-A919B6B44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71E351-7D54-62EA-0480-F32314B27C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FC7F02-D766-0DE8-84F7-E4B42D19186B}"/>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A30CED18-47F5-21A7-0E6A-32019A27E3A5}"/>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1741631-CF22-9E92-6D11-1C72D0707C88}"/>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154FFF59-B146-D8DE-E5EA-D052684CF97B}"/>
              </a:ext>
            </a:extLst>
          </p:cNvPr>
          <p:cNvSpPr>
            <a:spLocks noGrp="1"/>
          </p:cNvSpPr>
          <p:nvPr>
            <p:ph type="sldNum" sz="quarter" idx="5"/>
          </p:nvPr>
        </p:nvSpPr>
        <p:spPr/>
        <p:txBody>
          <a:bodyPr/>
          <a:lstStyle/>
          <a:p>
            <a:fld id="{3B1EFD08-C94F-6048-8AD6-4B7ED2EB73E5}" type="slidenum">
              <a:rPr lang="en-US" smtClean="0"/>
              <a:pPr/>
              <a:t>46</a:t>
            </a:fld>
            <a:endParaRPr lang="en-US"/>
          </a:p>
        </p:txBody>
      </p:sp>
    </p:spTree>
    <p:extLst>
      <p:ext uri="{BB962C8B-B14F-4D97-AF65-F5344CB8AC3E}">
        <p14:creationId xmlns:p14="http://schemas.microsoft.com/office/powerpoint/2010/main" val="24679614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1BEB2-7AEB-B503-DBDB-08D856D4E4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803247-152D-F08B-3AE9-371C9F4FCD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8076A6-9631-B785-E0C6-075938576BA3}"/>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7F43AD30-5BF4-6D4B-BDA1-BDF45C43534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E89E4BC-366B-BAF5-C55D-986973CF12C1}"/>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23E973AB-C01D-7B96-1EA6-05D7E3F04FC9}"/>
              </a:ext>
            </a:extLst>
          </p:cNvPr>
          <p:cNvSpPr>
            <a:spLocks noGrp="1"/>
          </p:cNvSpPr>
          <p:nvPr>
            <p:ph type="sldNum" sz="quarter" idx="5"/>
          </p:nvPr>
        </p:nvSpPr>
        <p:spPr/>
        <p:txBody>
          <a:bodyPr/>
          <a:lstStyle/>
          <a:p>
            <a:fld id="{3B1EFD08-C94F-6048-8AD6-4B7ED2EB73E5}" type="slidenum">
              <a:rPr lang="en-US" smtClean="0"/>
              <a:pPr/>
              <a:t>47</a:t>
            </a:fld>
            <a:endParaRPr lang="en-US"/>
          </a:p>
        </p:txBody>
      </p:sp>
    </p:spTree>
    <p:extLst>
      <p:ext uri="{BB962C8B-B14F-4D97-AF65-F5344CB8AC3E}">
        <p14:creationId xmlns:p14="http://schemas.microsoft.com/office/powerpoint/2010/main" val="141774763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590CB6F-548D-5239-7714-C0BB4A5EBD11}"/>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AA147BA-462F-07A8-7E51-6AA630B3659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605EF6FC-4C5F-3BBF-708F-BAF37910B0A0}"/>
              </a:ext>
            </a:extLst>
          </p:cNvPr>
          <p:cNvSpPr>
            <a:spLocks noGrp="1"/>
          </p:cNvSpPr>
          <p:nvPr>
            <p:ph type="sldNum" sz="quarter" idx="5"/>
          </p:nvPr>
        </p:nvSpPr>
        <p:spPr/>
        <p:txBody>
          <a:bodyPr/>
          <a:lstStyle/>
          <a:p>
            <a:fld id="{3B1EFD08-C94F-6048-8AD6-4B7ED2EB73E5}" type="slidenum">
              <a:rPr lang="en-US" smtClean="0"/>
              <a:pPr/>
              <a:t>48</a:t>
            </a:fld>
            <a:endParaRPr lang="en-US"/>
          </a:p>
        </p:txBody>
      </p:sp>
    </p:spTree>
    <p:extLst>
      <p:ext uri="{BB962C8B-B14F-4D97-AF65-F5344CB8AC3E}">
        <p14:creationId xmlns:p14="http://schemas.microsoft.com/office/powerpoint/2010/main" val="131233468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07A5C8FD-E74E-86BE-AF82-1C0BFB7BDD10}"/>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03476B0-CEE0-1712-6A78-B92E290D9BCB}"/>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7EDB1241-EF9C-9B41-A942-801388998D1B}"/>
              </a:ext>
            </a:extLst>
          </p:cNvPr>
          <p:cNvSpPr>
            <a:spLocks noGrp="1"/>
          </p:cNvSpPr>
          <p:nvPr>
            <p:ph type="sldNum" sz="quarter" idx="5"/>
          </p:nvPr>
        </p:nvSpPr>
        <p:spPr/>
        <p:txBody>
          <a:bodyPr/>
          <a:lstStyle/>
          <a:p>
            <a:fld id="{3B1EFD08-C94F-6048-8AD6-4B7ED2EB73E5}" type="slidenum">
              <a:rPr lang="en-US" smtClean="0"/>
              <a:pPr/>
              <a:t>49</a:t>
            </a:fld>
            <a:endParaRPr lang="en-US"/>
          </a:p>
        </p:txBody>
      </p:sp>
    </p:spTree>
    <p:extLst>
      <p:ext uri="{BB962C8B-B14F-4D97-AF65-F5344CB8AC3E}">
        <p14:creationId xmlns:p14="http://schemas.microsoft.com/office/powerpoint/2010/main" val="284400740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92419161-00D9-518B-C8B5-B3EE1EE18B7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948F940C-B182-6BC0-5A5B-62F4030D607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CAC6B55-7855-C688-B61E-04AEC4908BC1}"/>
              </a:ext>
            </a:extLst>
          </p:cNvPr>
          <p:cNvSpPr>
            <a:spLocks noGrp="1"/>
          </p:cNvSpPr>
          <p:nvPr>
            <p:ph type="sldNum" sz="quarter" idx="5"/>
          </p:nvPr>
        </p:nvSpPr>
        <p:spPr/>
        <p:txBody>
          <a:bodyPr/>
          <a:lstStyle/>
          <a:p>
            <a:fld id="{3B1EFD08-C94F-6048-8AD6-4B7ED2EB73E5}" type="slidenum">
              <a:rPr lang="en-US" smtClean="0"/>
              <a:pPr/>
              <a:t>50</a:t>
            </a:fld>
            <a:endParaRPr lang="en-US"/>
          </a:p>
        </p:txBody>
      </p:sp>
    </p:spTree>
    <p:extLst>
      <p:ext uri="{BB962C8B-B14F-4D97-AF65-F5344CB8AC3E}">
        <p14:creationId xmlns:p14="http://schemas.microsoft.com/office/powerpoint/2010/main" val="283325052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3CD0BB5-EDE4-8664-2E6F-492908E4D558}"/>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6F711EF5-A587-8FE6-BE7E-2E60D9AE76B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9011DF15-0D16-B72D-B165-6A8EA6A7834C}"/>
              </a:ext>
            </a:extLst>
          </p:cNvPr>
          <p:cNvSpPr>
            <a:spLocks noGrp="1"/>
          </p:cNvSpPr>
          <p:nvPr>
            <p:ph type="sldNum" sz="quarter" idx="5"/>
          </p:nvPr>
        </p:nvSpPr>
        <p:spPr/>
        <p:txBody>
          <a:bodyPr/>
          <a:lstStyle/>
          <a:p>
            <a:fld id="{3B1EFD08-C94F-6048-8AD6-4B7ED2EB73E5}" type="slidenum">
              <a:rPr lang="en-US" smtClean="0"/>
              <a:pPr/>
              <a:t>51</a:t>
            </a:fld>
            <a:endParaRPr lang="en-US"/>
          </a:p>
        </p:txBody>
      </p:sp>
    </p:spTree>
    <p:extLst>
      <p:ext uri="{BB962C8B-B14F-4D97-AF65-F5344CB8AC3E}">
        <p14:creationId xmlns:p14="http://schemas.microsoft.com/office/powerpoint/2010/main" val="30066403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5AE4F-4C08-1E86-3B49-F222E49AA6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76F729-075C-DDFB-DE46-942C3D39CF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1AA741-516B-F690-EE5D-C95FC73990F0}"/>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085705C0-1910-7AD2-E3EB-F4174D9193F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8BBCEC8B-C197-E73F-E4C6-638E09B4DF3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27FFC280-E838-16EC-E6E7-C1E9E4C1D9D7}"/>
              </a:ext>
            </a:extLst>
          </p:cNvPr>
          <p:cNvSpPr>
            <a:spLocks noGrp="1"/>
          </p:cNvSpPr>
          <p:nvPr>
            <p:ph type="sldNum" sz="quarter" idx="5"/>
          </p:nvPr>
        </p:nvSpPr>
        <p:spPr/>
        <p:txBody>
          <a:bodyPr/>
          <a:lstStyle/>
          <a:p>
            <a:fld id="{3B1EFD08-C94F-6048-8AD6-4B7ED2EB73E5}" type="slidenum">
              <a:rPr lang="en-US" smtClean="0"/>
              <a:pPr/>
              <a:t>52</a:t>
            </a:fld>
            <a:endParaRPr lang="en-US"/>
          </a:p>
        </p:txBody>
      </p:sp>
    </p:spTree>
    <p:extLst>
      <p:ext uri="{BB962C8B-B14F-4D97-AF65-F5344CB8AC3E}">
        <p14:creationId xmlns:p14="http://schemas.microsoft.com/office/powerpoint/2010/main" val="99931942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0651FD-993B-5E2E-3BD0-D647FD8A61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B019FE-B7F9-33E1-3998-B4DBD75FE8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30157-13E3-4FF7-3C1E-B19CB0D48858}"/>
              </a:ext>
            </a:extLst>
          </p:cNvPr>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5D6BA11-392C-21F7-1DE5-20FB5C20E29F}"/>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71841751-4377-5246-41E9-9D9EF25ADAC2}"/>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D9F38305-323B-B9F3-3112-EE6CE0E23CDA}"/>
              </a:ext>
            </a:extLst>
          </p:cNvPr>
          <p:cNvSpPr>
            <a:spLocks noGrp="1"/>
          </p:cNvSpPr>
          <p:nvPr>
            <p:ph type="sldNum" sz="quarter" idx="5"/>
          </p:nvPr>
        </p:nvSpPr>
        <p:spPr/>
        <p:txBody>
          <a:bodyPr/>
          <a:lstStyle/>
          <a:p>
            <a:fld id="{3B1EFD08-C94F-6048-8AD6-4B7ED2EB73E5}" type="slidenum">
              <a:rPr lang="en-US" smtClean="0"/>
              <a:pPr/>
              <a:t>53</a:t>
            </a:fld>
            <a:endParaRPr lang="en-US"/>
          </a:p>
        </p:txBody>
      </p:sp>
    </p:spTree>
    <p:extLst>
      <p:ext uri="{BB962C8B-B14F-4D97-AF65-F5344CB8AC3E}">
        <p14:creationId xmlns:p14="http://schemas.microsoft.com/office/powerpoint/2010/main" val="1501838650"/>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E3014E27-9A98-25EF-9965-44419FCF091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A401EA8F-DC9D-1494-56F3-C8B8E6ECF6B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C081DD7E-CBB4-82D1-2173-FE799E39B70A}"/>
              </a:ext>
            </a:extLst>
          </p:cNvPr>
          <p:cNvSpPr>
            <a:spLocks noGrp="1"/>
          </p:cNvSpPr>
          <p:nvPr>
            <p:ph type="sldNum" sz="quarter" idx="5"/>
          </p:nvPr>
        </p:nvSpPr>
        <p:spPr/>
        <p:txBody>
          <a:bodyPr/>
          <a:lstStyle/>
          <a:p>
            <a:fld id="{3B1EFD08-C94F-6048-8AD6-4B7ED2EB73E5}" type="slidenum">
              <a:rPr lang="en-US" smtClean="0"/>
              <a:pPr/>
              <a:t>54</a:t>
            </a:fld>
            <a:endParaRPr lang="en-US"/>
          </a:p>
        </p:txBody>
      </p:sp>
    </p:spTree>
    <p:extLst>
      <p:ext uri="{BB962C8B-B14F-4D97-AF65-F5344CB8AC3E}">
        <p14:creationId xmlns:p14="http://schemas.microsoft.com/office/powerpoint/2010/main" val="102903336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72B1D203-7C9A-07B1-9561-D421B1BF7FA6}"/>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DB2626F-B87D-3DE0-28FD-362129E0DD53}"/>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6570E29-706E-7897-5AA2-366C8214B2A8}"/>
              </a:ext>
            </a:extLst>
          </p:cNvPr>
          <p:cNvSpPr>
            <a:spLocks noGrp="1"/>
          </p:cNvSpPr>
          <p:nvPr>
            <p:ph type="sldNum" sz="quarter" idx="5"/>
          </p:nvPr>
        </p:nvSpPr>
        <p:spPr/>
        <p:txBody>
          <a:bodyPr/>
          <a:lstStyle/>
          <a:p>
            <a:fld id="{3B1EFD08-C94F-6048-8AD6-4B7ED2EB73E5}" type="slidenum">
              <a:rPr lang="en-US" smtClean="0"/>
              <a:pPr/>
              <a:t>55</a:t>
            </a:fld>
            <a:endParaRPr lang="en-US"/>
          </a:p>
        </p:txBody>
      </p:sp>
    </p:spTree>
    <p:extLst>
      <p:ext uri="{BB962C8B-B14F-4D97-AF65-F5344CB8AC3E}">
        <p14:creationId xmlns:p14="http://schemas.microsoft.com/office/powerpoint/2010/main" val="438508780"/>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B9E4320F-AD72-F675-F737-218AE32B9A17}"/>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E5B4BD0A-0421-61C7-830E-952502E9551B}"/>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3AF4104-7C03-924F-2EB6-6ADBBDBB0A78}"/>
              </a:ext>
            </a:extLst>
          </p:cNvPr>
          <p:cNvSpPr>
            <a:spLocks noGrp="1"/>
          </p:cNvSpPr>
          <p:nvPr>
            <p:ph type="sldNum" sz="quarter" idx="5"/>
          </p:nvPr>
        </p:nvSpPr>
        <p:spPr/>
        <p:txBody>
          <a:bodyPr/>
          <a:lstStyle/>
          <a:p>
            <a:fld id="{3B1EFD08-C94F-6048-8AD6-4B7ED2EB73E5}" type="slidenum">
              <a:rPr lang="en-US" smtClean="0"/>
              <a:pPr/>
              <a:t>56</a:t>
            </a:fld>
            <a:endParaRPr lang="en-US"/>
          </a:p>
        </p:txBody>
      </p:sp>
    </p:spTree>
    <p:extLst>
      <p:ext uri="{BB962C8B-B14F-4D97-AF65-F5344CB8AC3E}">
        <p14:creationId xmlns:p14="http://schemas.microsoft.com/office/powerpoint/2010/main" val="37860340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AFDA2C9-81F9-73D2-539C-9BEA1A95462B}"/>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4A75E6AC-997D-44CD-143E-D52D13248275}"/>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71ED4F12-C46A-D19C-5E13-A1DACEF5271F}"/>
              </a:ext>
            </a:extLst>
          </p:cNvPr>
          <p:cNvSpPr>
            <a:spLocks noGrp="1"/>
          </p:cNvSpPr>
          <p:nvPr>
            <p:ph type="sldNum" sz="quarter" idx="5"/>
          </p:nvPr>
        </p:nvSpPr>
        <p:spPr/>
        <p:txBody>
          <a:bodyPr/>
          <a:lstStyle/>
          <a:p>
            <a:fld id="{3B1EFD08-C94F-6048-8AD6-4B7ED2EB73E5}" type="slidenum">
              <a:rPr lang="en-US" smtClean="0"/>
              <a:pPr/>
              <a:t>57</a:t>
            </a:fld>
            <a:endParaRPr lang="en-US"/>
          </a:p>
        </p:txBody>
      </p:sp>
    </p:spTree>
    <p:extLst>
      <p:ext uri="{BB962C8B-B14F-4D97-AF65-F5344CB8AC3E}">
        <p14:creationId xmlns:p14="http://schemas.microsoft.com/office/powerpoint/2010/main" val="51214070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CBC29A73-EB20-4A5E-5941-DC23251BB84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FBD1D611-8B71-AB16-D9B8-4E4F39E7011E}"/>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B360C99D-F384-F8E8-EB5D-47B3F28951FA}"/>
              </a:ext>
            </a:extLst>
          </p:cNvPr>
          <p:cNvSpPr>
            <a:spLocks noGrp="1"/>
          </p:cNvSpPr>
          <p:nvPr>
            <p:ph type="sldNum" sz="quarter" idx="5"/>
          </p:nvPr>
        </p:nvSpPr>
        <p:spPr/>
        <p:txBody>
          <a:bodyPr/>
          <a:lstStyle/>
          <a:p>
            <a:fld id="{3B1EFD08-C94F-6048-8AD6-4B7ED2EB73E5}" type="slidenum">
              <a:rPr lang="en-US" smtClean="0"/>
              <a:pPr/>
              <a:t>58</a:t>
            </a:fld>
            <a:endParaRPr lang="en-US"/>
          </a:p>
        </p:txBody>
      </p:sp>
    </p:spTree>
    <p:extLst>
      <p:ext uri="{BB962C8B-B14F-4D97-AF65-F5344CB8AC3E}">
        <p14:creationId xmlns:p14="http://schemas.microsoft.com/office/powerpoint/2010/main" val="3187964945"/>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5124C0EF-121F-36C8-0532-15FF86EB4F8C}"/>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31A80438-2D6D-A159-BB55-33954DF18AFF}"/>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F4717EB9-C7A2-55EA-92E9-463C6F233878}"/>
              </a:ext>
            </a:extLst>
          </p:cNvPr>
          <p:cNvSpPr>
            <a:spLocks noGrp="1"/>
          </p:cNvSpPr>
          <p:nvPr>
            <p:ph type="sldNum" sz="quarter" idx="5"/>
          </p:nvPr>
        </p:nvSpPr>
        <p:spPr/>
        <p:txBody>
          <a:bodyPr/>
          <a:lstStyle/>
          <a:p>
            <a:fld id="{3B1EFD08-C94F-6048-8AD6-4B7ED2EB73E5}" type="slidenum">
              <a:rPr lang="en-US" smtClean="0"/>
              <a:pPr/>
              <a:t>59</a:t>
            </a:fld>
            <a:endParaRPr lang="en-US"/>
          </a:p>
        </p:txBody>
      </p:sp>
    </p:spTree>
    <p:extLst>
      <p:ext uri="{BB962C8B-B14F-4D97-AF65-F5344CB8AC3E}">
        <p14:creationId xmlns:p14="http://schemas.microsoft.com/office/powerpoint/2010/main" val="390074493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5" name="Header Placeholder 4">
            <a:extLst>
              <a:ext uri="{FF2B5EF4-FFF2-40B4-BE49-F238E27FC236}">
                <a16:creationId xmlns:a16="http://schemas.microsoft.com/office/drawing/2014/main" id="{6BE40929-4630-4598-F8D1-095A0EC61C2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77D5848A-0C07-8E6F-F4BC-5EB2C4C64004}"/>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9BF0311C-BCAC-7191-C39C-3CFD5BE047F2}"/>
              </a:ext>
            </a:extLst>
          </p:cNvPr>
          <p:cNvSpPr>
            <a:spLocks noGrp="1"/>
          </p:cNvSpPr>
          <p:nvPr>
            <p:ph type="sldNum" sz="quarter" idx="5"/>
          </p:nvPr>
        </p:nvSpPr>
        <p:spPr/>
        <p:txBody>
          <a:bodyPr/>
          <a:lstStyle/>
          <a:p>
            <a:fld id="{3B1EFD08-C94F-6048-8AD6-4B7ED2EB73E5}" type="slidenum">
              <a:rPr lang="en-US" smtClean="0"/>
              <a:pPr/>
              <a:t>60</a:t>
            </a:fld>
            <a:endParaRPr lang="en-US"/>
          </a:p>
        </p:txBody>
      </p:sp>
    </p:spTree>
    <p:extLst>
      <p:ext uri="{BB962C8B-B14F-4D97-AF65-F5344CB8AC3E}">
        <p14:creationId xmlns:p14="http://schemas.microsoft.com/office/powerpoint/2010/main" val="898139368"/>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Header Placeholder 4">
            <a:extLst>
              <a:ext uri="{FF2B5EF4-FFF2-40B4-BE49-F238E27FC236}">
                <a16:creationId xmlns:a16="http://schemas.microsoft.com/office/drawing/2014/main" id="{10CED6B5-AD7C-16C8-100F-A3D2069DB2D2}"/>
              </a:ext>
            </a:extLst>
          </p:cNvPr>
          <p:cNvSpPr>
            <a:spLocks noGrp="1"/>
          </p:cNvSpPr>
          <p:nvPr>
            <p:ph type="hdr" sz="quarter"/>
          </p:nvPr>
        </p:nvSpPr>
        <p:spPr>
          <a:xfrm>
            <a:off x="0" y="228600"/>
            <a:ext cx="3429000" cy="228600"/>
          </a:xfrm>
          <a:prstGeom prst="rect">
            <a:avLst/>
          </a:prstGeom>
        </p:spPr>
        <p:txBody>
          <a:bodyPr/>
          <a:lstStyle/>
          <a:p>
            <a:r>
              <a:rPr lang="en-US"/>
              <a:t>Presentation title</a:t>
            </a:r>
          </a:p>
        </p:txBody>
      </p:sp>
      <p:sp>
        <p:nvSpPr>
          <p:cNvPr id="6" name="Footer Placeholder 5">
            <a:extLst>
              <a:ext uri="{FF2B5EF4-FFF2-40B4-BE49-F238E27FC236}">
                <a16:creationId xmlns:a16="http://schemas.microsoft.com/office/drawing/2014/main" id="{D6C6C944-68B8-95FA-E66E-CC85FCAD995D}"/>
              </a:ext>
            </a:extLst>
          </p:cNvPr>
          <p:cNvSpPr>
            <a:spLocks noGrp="1"/>
          </p:cNvSpPr>
          <p:nvPr>
            <p:ph type="ftr" sz="quarter" idx="4"/>
          </p:nvPr>
        </p:nvSpPr>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4C356D82-3360-4666-95A1-D998D386F4D6}"/>
              </a:ext>
            </a:extLst>
          </p:cNvPr>
          <p:cNvSpPr>
            <a:spLocks noGrp="1"/>
          </p:cNvSpPr>
          <p:nvPr>
            <p:ph type="sldNum" sz="quarter" idx="5"/>
          </p:nvPr>
        </p:nvSpPr>
        <p:spPr/>
        <p:txBody>
          <a:bodyPr/>
          <a:lstStyle/>
          <a:p>
            <a:fld id="{3B1EFD08-C94F-6048-8AD6-4B7ED2EB73E5}" type="slidenum">
              <a:rPr lang="en-US" smtClean="0"/>
              <a:pPr/>
              <a:t>61</a:t>
            </a:fld>
            <a:endParaRPr lang="en-US"/>
          </a:p>
        </p:txBody>
      </p:sp>
    </p:spTree>
    <p:extLst>
      <p:ext uri="{BB962C8B-B14F-4D97-AF65-F5344CB8AC3E}">
        <p14:creationId xmlns:p14="http://schemas.microsoft.com/office/powerpoint/2010/main" val="1423347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2.sv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4.svg"/></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COV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600379" y="2407182"/>
            <a:ext cx="8991244"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COVERS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3343584171"/>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Cover 1">
    <p:bg bwMode="auto">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A8B373-B954-E6CF-C9C8-9AC20DDB2431}"/>
              </a:ext>
            </a:extLst>
          </p:cNvPr>
          <p:cNvSpPr>
            <a:spLocks noGrp="1"/>
          </p:cNvSpPr>
          <p:nvPr>
            <p:ph type="ctrTitle" hasCustomPrompt="1"/>
          </p:nvPr>
        </p:nvSpPr>
        <p:spPr bwMode="white">
          <a:xfrm>
            <a:off x="1005839" y="2936367"/>
            <a:ext cx="4023360" cy="997196"/>
          </a:xfrm>
        </p:spPr>
        <p:txBody>
          <a:bodyPr anchor="b"/>
          <a:lstStyle>
            <a:lvl1pPr algn="l">
              <a:defRPr sz="3600" b="1"/>
            </a:lvl1pPr>
          </a:lstStyle>
          <a:p>
            <a:r>
              <a:rPr lang="en-US" dirty="0"/>
              <a:t>Click to add title Arial 36pt bold</a:t>
            </a:r>
          </a:p>
        </p:txBody>
      </p:sp>
      <p:sp>
        <p:nvSpPr>
          <p:cNvPr id="3" name="Subtitle 2">
            <a:extLst>
              <a:ext uri="{FF2B5EF4-FFF2-40B4-BE49-F238E27FC236}">
                <a16:creationId xmlns:a16="http://schemas.microsoft.com/office/drawing/2014/main" id="{0C972F9C-09A7-DBD8-2D67-0D748097DF24}"/>
              </a:ext>
            </a:extLst>
          </p:cNvPr>
          <p:cNvSpPr>
            <a:spLocks noGrp="1"/>
          </p:cNvSpPr>
          <p:nvPr>
            <p:ph type="subTitle" idx="1" hasCustomPrompt="1"/>
          </p:nvPr>
        </p:nvSpPr>
        <p:spPr bwMode="white">
          <a:xfrm>
            <a:off x="1005839" y="4187952"/>
            <a:ext cx="4023360" cy="332399"/>
          </a:xfrm>
        </p:spPr>
        <p:txBody>
          <a:bodyPr>
            <a:spAutoFit/>
          </a:bodyPr>
          <a:lstStyle>
            <a:lvl1pPr marL="0" indent="0" algn="l">
              <a:lnSpc>
                <a:spcPct val="90000"/>
              </a:lnSpc>
              <a:buNone/>
              <a:defRPr sz="24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6" name="Text Placeholder 15">
            <a:extLst>
              <a:ext uri="{FF2B5EF4-FFF2-40B4-BE49-F238E27FC236}">
                <a16:creationId xmlns:a16="http://schemas.microsoft.com/office/drawing/2014/main" id="{368BAD18-89D3-751D-5AD5-9D192969E4B8}"/>
              </a:ext>
            </a:extLst>
          </p:cNvPr>
          <p:cNvSpPr>
            <a:spLocks noGrp="1"/>
          </p:cNvSpPr>
          <p:nvPr>
            <p:ph type="body" sz="quarter" idx="13" hasCustomPrompt="1"/>
          </p:nvPr>
        </p:nvSpPr>
        <p:spPr bwMode="white">
          <a:xfrm>
            <a:off x="1005840" y="5221923"/>
            <a:ext cx="4023360" cy="187359"/>
          </a:xfrm>
        </p:spPr>
        <p:txBody>
          <a:bodyPr>
            <a:spAutoFit/>
          </a:bodyPr>
          <a:lstStyle>
            <a:lvl1pPr marL="0" indent="0">
              <a:buNone/>
              <a:defRPr sz="1200"/>
            </a:lvl1pPr>
          </a:lstStyle>
          <a:p>
            <a:pPr lvl="0"/>
            <a:r>
              <a:rPr lang="en-US" dirty="0"/>
              <a:t>Click to add date</a:t>
            </a:r>
          </a:p>
        </p:txBody>
      </p:sp>
      <p:pic>
        <p:nvPicPr>
          <p:cNvPr id="5" name="Cognizant Logo_rgb_rev_2023">
            <a:extLst>
              <a:ext uri="{FF2B5EF4-FFF2-40B4-BE49-F238E27FC236}">
                <a16:creationId xmlns:a16="http://schemas.microsoft.com/office/drawing/2014/main" id="{6D31EA89-5C1D-DE6B-0A5E-E426A85A669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627141" y="534665"/>
            <a:ext cx="1783080" cy="312988"/>
          </a:xfrm>
          <a:prstGeom prst="rect">
            <a:avLst/>
          </a:prstGeom>
        </p:spPr>
      </p:pic>
      <p:sp>
        <p:nvSpPr>
          <p:cNvPr id="4" name="Date Placeholder 3">
            <a:extLst>
              <a:ext uri="{FF2B5EF4-FFF2-40B4-BE49-F238E27FC236}">
                <a16:creationId xmlns:a16="http://schemas.microsoft.com/office/drawing/2014/main" id="{F704D708-80D4-E81A-396C-38F535D61CAA}"/>
              </a:ext>
            </a:extLst>
          </p:cNvPr>
          <p:cNvSpPr>
            <a:spLocks noGrp="1"/>
          </p:cNvSpPr>
          <p:nvPr>
            <p:ph type="dt" sz="half" idx="14"/>
          </p:nvPr>
        </p:nvSpPr>
        <p:spPr bwMode="white"/>
        <p:txBody>
          <a:bodyPr/>
          <a:lstStyle/>
          <a:p>
            <a:fld id="{286A2542-7993-A342-B210-6752144F2E92}" type="datetime1">
              <a:rPr lang="en-US" smtClean="0"/>
              <a:t>11/3/2025</a:t>
            </a:fld>
            <a:endParaRPr lang="en-US" dirty="0"/>
          </a:p>
        </p:txBody>
      </p:sp>
      <p:sp>
        <p:nvSpPr>
          <p:cNvPr id="6" name="Footer Placeholder 5">
            <a:extLst>
              <a:ext uri="{FF2B5EF4-FFF2-40B4-BE49-F238E27FC236}">
                <a16:creationId xmlns:a16="http://schemas.microsoft.com/office/drawing/2014/main" id="{A7F602FB-08B6-9224-2ED9-82E1EB902A97}"/>
              </a:ext>
            </a:extLst>
          </p:cNvPr>
          <p:cNvSpPr>
            <a:spLocks noGrp="1"/>
          </p:cNvSpPr>
          <p:nvPr>
            <p:ph type="ftr" sz="quarter" idx="15"/>
          </p:nvPr>
        </p:nvSpPr>
        <p:spPr bwMode="white">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C08A7654-3A43-87A9-ABBA-350B88EB467E}"/>
              </a:ext>
            </a:extLst>
          </p:cNvPr>
          <p:cNvSpPr>
            <a:spLocks noGrp="1"/>
          </p:cNvSpPr>
          <p:nvPr>
            <p:ph type="sldNum" sz="quarter" idx="16"/>
          </p:nvPr>
        </p:nvSpPr>
        <p:spPr bwMode="white"/>
        <p:txBody>
          <a:bodyPr/>
          <a:lstStyle/>
          <a:p>
            <a:fld id="{38826FC0-333C-E549-9FA3-0EE43DF298A3}" type="slidenum">
              <a:rPr lang="en-US" smtClean="0"/>
              <a:pPr/>
              <a:t>‹#›</a:t>
            </a:fld>
            <a:endParaRPr lang="en-US" dirty="0"/>
          </a:p>
        </p:txBody>
      </p:sp>
      <p:pic>
        <p:nvPicPr>
          <p:cNvPr id="14" name="Picture 13">
            <a:extLst>
              <a:ext uri="{FF2B5EF4-FFF2-40B4-BE49-F238E27FC236}">
                <a16:creationId xmlns:a16="http://schemas.microsoft.com/office/drawing/2014/main" id="{D0F03245-CDE7-48AA-BD1B-F0D6935521F6}"/>
              </a:ext>
            </a:extLst>
          </p:cNvPr>
          <p:cNvPicPr>
            <a:picLocks noChangeAspect="1"/>
          </p:cNvPicPr>
          <p:nvPr/>
        </p:nvPicPr>
        <p:blipFill rotWithShape="1">
          <a:blip r:embed="rId4">
            <a:alphaModFix/>
          </a:blip>
          <a:srcRect l="-2" r="-9" b="23"/>
          <a:stretch/>
        </p:blipFill>
        <p:spPr>
          <a:xfrm>
            <a:off x="5221960" y="-2"/>
            <a:ext cx="6970040" cy="6858002"/>
          </a:xfrm>
          <a:prstGeom prst="rect">
            <a:avLst/>
          </a:prstGeom>
        </p:spPr>
      </p:pic>
    </p:spTree>
    <p:extLst>
      <p:ext uri="{BB962C8B-B14F-4D97-AF65-F5344CB8AC3E}">
        <p14:creationId xmlns:p14="http://schemas.microsoft.com/office/powerpoint/2010/main" val="8384312"/>
      </p:ext>
    </p:extLst>
  </p:cSld>
  <p:clrMapOvr>
    <a:overrideClrMapping bg1="dk1" tx1="lt1" bg2="dk2" tx2="lt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Cover 2">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hasCustomPrompt="1"/>
          </p:nvPr>
        </p:nvSpPr>
        <p:spPr>
          <a:xfrm>
            <a:off x="1005840" y="2431804"/>
            <a:ext cx="8712200" cy="997196"/>
          </a:xfrm>
        </p:spPr>
        <p:txBody>
          <a:bodyPr anchor="b">
            <a:spAutoFit/>
          </a:bodyPr>
          <a:lstStyle>
            <a:lvl1pPr algn="l">
              <a:defRPr sz="3600" b="1">
                <a:solidFill>
                  <a:schemeClr val="tx2"/>
                </a:solidFill>
              </a:defRPr>
            </a:lvl1pPr>
          </a:lstStyle>
          <a:p>
            <a:r>
              <a:rPr lang="en-US" dirty="0"/>
              <a:t>Click to add extra long presentation </a:t>
            </a:r>
            <a:br>
              <a:rPr lang="en-US" dirty="0"/>
            </a:br>
            <a:r>
              <a:rPr lang="en-US" dirty="0"/>
              <a:t>title Arial 36pt bold</a:t>
            </a:r>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hasCustomPrompt="1"/>
          </p:nvPr>
        </p:nvSpPr>
        <p:spPr>
          <a:xfrm>
            <a:off x="1005840" y="3885739"/>
            <a:ext cx="8712200" cy="276999"/>
          </a:xfrm>
          <a:prstGeom prst="rect">
            <a:avLst/>
          </a:prstGeom>
        </p:spPr>
        <p:txBody>
          <a:bodyPr wrap="square" lIns="0" tIns="0" rIns="0" bIns="0">
            <a:spAutoFit/>
          </a:bodyPr>
          <a:lstStyle>
            <a:lvl1pPr marL="0" indent="0" algn="l">
              <a:lnSpc>
                <a:spcPct val="90000"/>
              </a:lnSpc>
              <a:buNone/>
              <a:defRPr sz="2000">
                <a:solidFill>
                  <a:schemeClr val="accent3"/>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subtitle</a:t>
            </a:r>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005840" y="5221922"/>
            <a:ext cx="4023360" cy="187359"/>
          </a:xfrm>
          <a:prstGeom prst="rect">
            <a:avLst/>
          </a:prstGeom>
        </p:spPr>
        <p:txBody>
          <a:bodyPr wrap="none">
            <a:spAutoFit/>
          </a:bodyPr>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add date</a:t>
            </a:r>
          </a:p>
        </p:txBody>
      </p:sp>
      <p:pic>
        <p:nvPicPr>
          <p:cNvPr id="2" name="Cognizant Logo_rgb_rev_2023">
            <a:extLst>
              <a:ext uri="{FF2B5EF4-FFF2-40B4-BE49-F238E27FC236}">
                <a16:creationId xmlns:a16="http://schemas.microsoft.com/office/drawing/2014/main" id="{A289B6B7-484E-820F-55A6-B545B1D7FEA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bwMode="invGray">
          <a:xfrm>
            <a:off x="376990" y="1095300"/>
            <a:ext cx="2624328" cy="460654"/>
          </a:xfrm>
          <a:prstGeom prst="rect">
            <a:avLst/>
          </a:prstGeom>
        </p:spPr>
      </p:pic>
      <p:sp>
        <p:nvSpPr>
          <p:cNvPr id="5" name="Date Placeholder 4">
            <a:extLst>
              <a:ext uri="{FF2B5EF4-FFF2-40B4-BE49-F238E27FC236}">
                <a16:creationId xmlns:a16="http://schemas.microsoft.com/office/drawing/2014/main" id="{7ED7D619-D61B-E60B-63C9-B090CABB0105}"/>
              </a:ext>
            </a:extLst>
          </p:cNvPr>
          <p:cNvSpPr>
            <a:spLocks noGrp="1"/>
          </p:cNvSpPr>
          <p:nvPr>
            <p:ph type="dt" sz="half" idx="13"/>
          </p:nvPr>
        </p:nvSpPr>
        <p:spPr/>
        <p:txBody>
          <a:bodyPr/>
          <a:lstStyle/>
          <a:p>
            <a:fld id="{8A7A8D7F-117B-444E-ACF4-1566747F9641}" type="datetime1">
              <a:rPr lang="en-US" smtClean="0"/>
              <a:t>11/3/2025</a:t>
            </a:fld>
            <a:endParaRPr lang="en-US" dirty="0"/>
          </a:p>
        </p:txBody>
      </p:sp>
      <p:sp>
        <p:nvSpPr>
          <p:cNvPr id="6" name="Footer Placeholder 5">
            <a:extLst>
              <a:ext uri="{FF2B5EF4-FFF2-40B4-BE49-F238E27FC236}">
                <a16:creationId xmlns:a16="http://schemas.microsoft.com/office/drawing/2014/main" id="{70F51BFC-5EC2-9CD1-7F12-40FA9671C977}"/>
              </a:ext>
            </a:extLst>
          </p:cNvPr>
          <p:cNvSpPr>
            <a:spLocks noGrp="1"/>
          </p:cNvSpPr>
          <p:nvPr>
            <p:ph type="ftr" sz="quarter" idx="14"/>
          </p:nvPr>
        </p:nvSpPr>
        <p:spPr>
          <a:xfrm>
            <a:off x="1005840" y="6400800"/>
            <a:ext cx="1371600" cy="228600"/>
          </a:xfrm>
        </p:spPr>
        <p:txBody>
          <a:bodyPr/>
          <a:lstStyle/>
          <a:p>
            <a:r>
              <a:rPr lang="en-US" dirty="0"/>
              <a:t>© 2025–2027 Cognizant | Private</a:t>
            </a:r>
          </a:p>
        </p:txBody>
      </p:sp>
      <p:sp>
        <p:nvSpPr>
          <p:cNvPr id="7" name="Slide Number Placeholder 6">
            <a:extLst>
              <a:ext uri="{FF2B5EF4-FFF2-40B4-BE49-F238E27FC236}">
                <a16:creationId xmlns:a16="http://schemas.microsoft.com/office/drawing/2014/main" id="{5A2E8399-6911-0E44-17E5-8C2D8297AA27}"/>
              </a:ext>
            </a:extLst>
          </p:cNvPr>
          <p:cNvSpPr>
            <a:spLocks noGrp="1"/>
          </p:cNvSpPr>
          <p:nvPr>
            <p:ph type="sldNum" sz="quarter" idx="1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9631327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Agenda - ligh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content</a:t>
            </a:r>
          </a:p>
          <a:p>
            <a:pPr lvl="1"/>
            <a:r>
              <a:rPr lang="en-US" dirty="0"/>
              <a:t>2nd level text</a:t>
            </a:r>
          </a:p>
          <a:p>
            <a:pPr lvl="2"/>
            <a:r>
              <a:rPr lang="en-US" dirty="0"/>
              <a:t>3rd level text</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4" name="Date Placeholder 3">
            <a:extLst>
              <a:ext uri="{FF2B5EF4-FFF2-40B4-BE49-F238E27FC236}">
                <a16:creationId xmlns:a16="http://schemas.microsoft.com/office/drawing/2014/main" id="{31347B8F-702B-F8D2-3BCF-E1C9AEB86CEC}"/>
              </a:ext>
            </a:extLst>
          </p:cNvPr>
          <p:cNvSpPr>
            <a:spLocks noGrp="1"/>
          </p:cNvSpPr>
          <p:nvPr>
            <p:ph type="dt" sz="half" idx="10"/>
          </p:nvPr>
        </p:nvSpPr>
        <p:spPr/>
        <p:txBody>
          <a:bodyPr/>
          <a:lstStyle/>
          <a:p>
            <a:fld id="{CCE15D93-701F-AD45-BF63-B5231D171A5D}" type="datetime1">
              <a:rPr lang="en-US" smtClean="0"/>
              <a:t>11/3/2025</a:t>
            </a:fld>
            <a:endParaRPr lang="en-US" dirty="0"/>
          </a:p>
        </p:txBody>
      </p:sp>
      <p:sp>
        <p:nvSpPr>
          <p:cNvPr id="8" name="Footer Placeholder 7">
            <a:extLst>
              <a:ext uri="{FF2B5EF4-FFF2-40B4-BE49-F238E27FC236}">
                <a16:creationId xmlns:a16="http://schemas.microsoft.com/office/drawing/2014/main" id="{2D295671-87C9-E086-9979-83CE71CF0FF1}"/>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3DF2403-9115-12D2-6006-6F820363A79D}"/>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5" name="Straight Connector 4">
            <a:extLst>
              <a:ext uri="{FF2B5EF4-FFF2-40B4-BE49-F238E27FC236}">
                <a16:creationId xmlns:a16="http://schemas.microsoft.com/office/drawing/2014/main" id="{46BFA7A6-B1A7-45E7-3AC5-3E0FB62C8ACD}"/>
              </a:ext>
            </a:extLst>
          </p:cNvPr>
          <p:cNvCxnSpPr>
            <a:cxnSpLocks/>
          </p:cNvCxnSpPr>
          <p:nvPr/>
        </p:nvCxnSpPr>
        <p:spPr>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64722089"/>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Agenda - dark">
    <p:bg bwMode="ltGray">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bwMode="white">
          <a:xfrm>
            <a:off x="457201" y="2930402"/>
            <a:ext cx="4754880" cy="997196"/>
          </a:xfrm>
        </p:spPr>
        <p:txBody>
          <a:bodyPr anchor="ctr"/>
          <a:lstStyle>
            <a:lvl1pPr algn="l">
              <a:defRPr sz="3600"/>
            </a:lvl1pPr>
          </a:lstStyle>
          <a:p>
            <a:r>
              <a:rPr lang="en-US" dirty="0"/>
              <a:t>Click to add agenda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bwMode="white">
          <a:xfrm>
            <a:off x="6096000" y="914400"/>
            <a:ext cx="5635752" cy="5029200"/>
          </a:xfrm>
        </p:spPr>
        <p:txBody>
          <a:bodyPr anchor="ctr">
            <a:noAutofit/>
          </a:bodyPr>
          <a:lstStyle>
            <a:lvl1pPr marL="457200" indent="-457200">
              <a:spcBef>
                <a:spcPts val="900"/>
              </a:spcBef>
              <a:spcAft>
                <a:spcPts val="0"/>
              </a:spcAft>
              <a:buClrTx/>
              <a:buFont typeface="+mj-lt"/>
              <a:buAutoNum type="arabicPeriod"/>
              <a:defRPr sz="2000"/>
            </a:lvl1pPr>
            <a:lvl2pPr marL="731520" indent="-228600">
              <a:spcBef>
                <a:spcPts val="600"/>
              </a:spcBef>
              <a:spcAft>
                <a:spcPts val="0"/>
              </a:spcAft>
              <a:buClrTx/>
              <a:buFont typeface="Arial" panose="020B0604020202020204" pitchFamily="34" charset="0"/>
              <a:buChar char="•"/>
              <a:tabLst/>
              <a:defRPr sz="1600"/>
            </a:lvl2pPr>
            <a:lvl3pPr marL="1005840" indent="-228600">
              <a:spcBef>
                <a:spcPts val="600"/>
              </a:spcBef>
              <a:spcAft>
                <a:spcPts val="0"/>
              </a:spcAft>
              <a:buClrTx/>
              <a:buFont typeface="Arial" panose="020B0604020202020204" pitchFamily="34" charset="0"/>
              <a:buChar char="•"/>
              <a:tabLst/>
              <a:defRPr sz="1400"/>
            </a:lvl3pPr>
            <a:lvl4pPr marL="1051560" indent="-228600">
              <a:spcBef>
                <a:spcPts val="900"/>
              </a:spcBef>
              <a:buFont typeface="+mj-lt"/>
              <a:buAutoNum type="arabicPeriod"/>
              <a:defRPr sz="1400"/>
            </a:lvl4pPr>
            <a:lvl5pPr marL="1325880" indent="-228600">
              <a:spcBef>
                <a:spcPts val="900"/>
              </a:spcBef>
              <a:buFont typeface="+mj-lt"/>
              <a:buAutoNum type="arabicPeriod"/>
              <a:defRPr sz="1400"/>
            </a:lvl5pPr>
          </a:lstStyle>
          <a:p>
            <a:pPr lvl="0"/>
            <a:r>
              <a:rPr lang="en-US" dirty="0"/>
              <a:t>Click to add text</a:t>
            </a:r>
          </a:p>
          <a:p>
            <a:pPr lvl="1"/>
            <a:r>
              <a:rPr lang="en-US" dirty="0"/>
              <a:t>Second level</a:t>
            </a:r>
          </a:p>
          <a:p>
            <a:pPr lvl="2"/>
            <a:r>
              <a:rPr lang="en-US" dirty="0"/>
              <a:t>Third level</a:t>
            </a:r>
          </a:p>
        </p:txBody>
      </p:sp>
      <p:cxnSp>
        <p:nvCxnSpPr>
          <p:cNvPr id="9" name="Straight Connector 8">
            <a:extLst>
              <a:ext uri="{FF2B5EF4-FFF2-40B4-BE49-F238E27FC236}">
                <a16:creationId xmlns:a16="http://schemas.microsoft.com/office/drawing/2014/main" id="{06654D8E-53D7-24EA-BE00-553663804946}"/>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sp>
        <p:nvSpPr>
          <p:cNvPr id="10" name="Date Placeholder 9">
            <a:extLst>
              <a:ext uri="{FF2B5EF4-FFF2-40B4-BE49-F238E27FC236}">
                <a16:creationId xmlns:a16="http://schemas.microsoft.com/office/drawing/2014/main" id="{3721A195-6B8B-725F-D366-5DEA3DB95C6B}"/>
              </a:ext>
            </a:extLst>
          </p:cNvPr>
          <p:cNvSpPr>
            <a:spLocks noGrp="1"/>
          </p:cNvSpPr>
          <p:nvPr>
            <p:ph type="dt" sz="half" idx="10"/>
          </p:nvPr>
        </p:nvSpPr>
        <p:spPr bwMode="white"/>
        <p:txBody>
          <a:bodyPr/>
          <a:lstStyle/>
          <a:p>
            <a:fld id="{3C80D56A-092C-7C43-AECB-57F4A9F97943}" type="datetime1">
              <a:rPr lang="en-US" smtClean="0"/>
              <a:t>11/3/2025</a:t>
            </a:fld>
            <a:endParaRPr lang="en-US" dirty="0"/>
          </a:p>
        </p:txBody>
      </p:sp>
      <p:sp>
        <p:nvSpPr>
          <p:cNvPr id="11" name="Footer Placeholder 10">
            <a:extLst>
              <a:ext uri="{FF2B5EF4-FFF2-40B4-BE49-F238E27FC236}">
                <a16:creationId xmlns:a16="http://schemas.microsoft.com/office/drawing/2014/main" id="{0526A62E-F7DF-7CEE-ED9A-0CD867A6E84B}"/>
              </a:ext>
            </a:extLst>
          </p:cNvPr>
          <p:cNvSpPr>
            <a:spLocks noGrp="1"/>
          </p:cNvSpPr>
          <p:nvPr>
            <p:ph type="ftr" sz="quarter" idx="11"/>
          </p:nvPr>
        </p:nvSpPr>
        <p:spPr bwMode="white"/>
        <p:txBody>
          <a:bodyPr/>
          <a:lstStyle/>
          <a:p>
            <a:r>
              <a:rPr lang="en-US" dirty="0"/>
              <a:t>© 2025–2027 Cognizant | Private</a:t>
            </a:r>
          </a:p>
        </p:txBody>
      </p:sp>
      <p:sp>
        <p:nvSpPr>
          <p:cNvPr id="12" name="Slide Number Placeholder 11">
            <a:extLst>
              <a:ext uri="{FF2B5EF4-FFF2-40B4-BE49-F238E27FC236}">
                <a16:creationId xmlns:a16="http://schemas.microsoft.com/office/drawing/2014/main" id="{7A014AE8-178B-A9BA-EAEA-F7363ADD19D1}"/>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cxnSp>
        <p:nvCxnSpPr>
          <p:cNvPr id="4" name="Straight Connector 3">
            <a:extLst>
              <a:ext uri="{FF2B5EF4-FFF2-40B4-BE49-F238E27FC236}">
                <a16:creationId xmlns:a16="http://schemas.microsoft.com/office/drawing/2014/main" id="{02972682-3F2E-080B-6434-DA84A8F99BEB}"/>
              </a:ext>
            </a:extLst>
          </p:cNvPr>
          <p:cNvCxnSpPr>
            <a:cxnSpLocks/>
          </p:cNvCxnSpPr>
          <p:nvPr/>
        </p:nvCxnSpPr>
        <p:spPr bwMode="white">
          <a:xfrm>
            <a:off x="5654040" y="914400"/>
            <a:ext cx="0" cy="5029200"/>
          </a:xfrm>
          <a:prstGeom prst="line">
            <a:avLst/>
          </a:prstGeom>
          <a:ln w="12700">
            <a:solidFill>
              <a:schemeClr val="accent6"/>
            </a:solidFill>
          </a:ln>
        </p:spPr>
        <p:style>
          <a:lnRef idx="2">
            <a:schemeClr val="accent1"/>
          </a:lnRef>
          <a:fillRef idx="0">
            <a:schemeClr val="accent1"/>
          </a:fillRef>
          <a:effectRef idx="1">
            <a:schemeClr val="accent1"/>
          </a:effectRef>
          <a:fontRef idx="minor">
            <a:schemeClr val="tx1"/>
          </a:fontRef>
        </p:style>
      </p:cxnSp>
      <p:pic>
        <p:nvPicPr>
          <p:cNvPr id="5" name="Cognizant Logo_rgb_rev_2023" descr="Cognizant logo reversed, SVG format">
            <a:extLst>
              <a:ext uri="{FF2B5EF4-FFF2-40B4-BE49-F238E27FC236}">
                <a16:creationId xmlns:a16="http://schemas.microsoft.com/office/drawing/2014/main" id="{EC1DBD74-512D-7084-97CF-8AB4F27F93C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947480793"/>
      </p:ext>
    </p:extLst>
  </p:cSld>
  <p:clrMapOvr>
    <a:overrideClrMapping bg1="dk1" tx1="lt1" bg2="dk2" tx2="lt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hasCustomPrompt="1"/>
          </p:nvPr>
        </p:nvSpPr>
        <p:spPr>
          <a:xfrm>
            <a:off x="1005840" y="2563670"/>
            <a:ext cx="6969760" cy="1477328"/>
          </a:xfrm>
        </p:spPr>
        <p:txBody>
          <a:bodyPr wrap="square" anchor="b" anchorCtr="0">
            <a:spAutoFit/>
          </a:bodyPr>
          <a:lstStyle>
            <a:lvl1pPr algn="l">
              <a:lnSpc>
                <a:spcPct val="80000"/>
              </a:lnSpc>
              <a:defRPr sz="6000" b="1">
                <a:solidFill>
                  <a:schemeClr val="tx1"/>
                </a:solidFill>
              </a:defRPr>
            </a:lvl1pPr>
          </a:lstStyle>
          <a:p>
            <a:r>
              <a:rPr lang="en-US" dirty="0"/>
              <a:t>Click to add thank you Arial 60pt bold</a:t>
            </a:r>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hasCustomPrompt="1"/>
          </p:nvPr>
        </p:nvSpPr>
        <p:spPr>
          <a:xfrm>
            <a:off x="1005839" y="4187952"/>
            <a:ext cx="6969759" cy="738664"/>
          </a:xfrm>
          <a:prstGeom prst="rect">
            <a:avLst/>
          </a:prstGeom>
        </p:spPr>
        <p:txBody>
          <a:bodyPr wrap="square">
            <a:spAutoFit/>
          </a:bodyPr>
          <a:lstStyle>
            <a:lvl1pPr marL="0" indent="0">
              <a:lnSpc>
                <a:spcPct val="100000"/>
              </a:lnSpc>
              <a:buNone/>
              <a:defRPr sz="2400"/>
            </a:lvl1pPr>
          </a:lstStyle>
          <a:p>
            <a:r>
              <a:rPr lang="en-US" dirty="0"/>
              <a:t>Presenter’s name will go here</a:t>
            </a:r>
            <a:br>
              <a:rPr lang="en-US" dirty="0"/>
            </a:br>
            <a:r>
              <a:rPr lang="en-US" dirty="0"/>
              <a:t>Contact information will go here</a:t>
            </a:r>
          </a:p>
        </p:txBody>
      </p:sp>
      <p:pic>
        <p:nvPicPr>
          <p:cNvPr id="4" name="Cognizant Logo_rgb_pos_2023">
            <a:extLst>
              <a:ext uri="{FF2B5EF4-FFF2-40B4-BE49-F238E27FC236}">
                <a16:creationId xmlns:a16="http://schemas.microsoft.com/office/drawing/2014/main" id="{933CBE7C-62A0-B842-444A-9CB149FE479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7141" y="536757"/>
            <a:ext cx="1771158" cy="310896"/>
          </a:xfrm>
          <a:prstGeom prst="rect">
            <a:avLst/>
          </a:prstGeom>
        </p:spPr>
      </p:pic>
      <p:sp>
        <p:nvSpPr>
          <p:cNvPr id="8" name="Date Placeholder 7">
            <a:extLst>
              <a:ext uri="{FF2B5EF4-FFF2-40B4-BE49-F238E27FC236}">
                <a16:creationId xmlns:a16="http://schemas.microsoft.com/office/drawing/2014/main" id="{63AB218E-6446-9119-F020-EA0226D5EA00}"/>
              </a:ext>
            </a:extLst>
          </p:cNvPr>
          <p:cNvSpPr>
            <a:spLocks noGrp="1"/>
          </p:cNvSpPr>
          <p:nvPr>
            <p:ph type="dt" sz="half" idx="14"/>
          </p:nvPr>
        </p:nvSpPr>
        <p:spPr/>
        <p:txBody>
          <a:bodyPr/>
          <a:lstStyle/>
          <a:p>
            <a:fld id="{573FA3B9-C6DE-BE42-9D23-7FE671AC76FC}" type="datetime1">
              <a:rPr lang="en-US" smtClean="0"/>
              <a:t>11/3/2025</a:t>
            </a:fld>
            <a:endParaRPr lang="en-US" dirty="0"/>
          </a:p>
        </p:txBody>
      </p:sp>
      <p:sp>
        <p:nvSpPr>
          <p:cNvPr id="10" name="Footer Placeholder 9">
            <a:extLst>
              <a:ext uri="{FF2B5EF4-FFF2-40B4-BE49-F238E27FC236}">
                <a16:creationId xmlns:a16="http://schemas.microsoft.com/office/drawing/2014/main" id="{6A69099E-58E8-F0C3-D6AC-8BF8CA47CAAD}"/>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007F51C3-FF3D-0A66-9CCC-77DE445C7F3A}"/>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2390701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DIVIDER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68183" y="2407183"/>
            <a:ext cx="10055638"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DIVIDERS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74000778"/>
      </p:ext>
    </p:extLst>
  </p:cSld>
  <p:clrMapOvr>
    <a:overrideClrMapping bg1="dk1" tx1="lt1" bg2="dk2" tx2="lt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ivider 1 - gradient 1">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BD76384-5270-C4A7-D992-81F8ADBA5582}"/>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93339195-9B87-7743-9A8D-50BE832439EE}"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199557932"/>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ivider 1 - gradient 2">
    <p:bg>
      <p:bgPr>
        <a:solidFill>
          <a:schemeClr val="tx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EED6A89-35BA-3F8A-D8BB-D4E661AF1A89}"/>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dirty="0"/>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CDECBBED-5CB0-E446-9994-39B46F9E3A96}"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11931059"/>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Divider 1 - gradient 3">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230394C-5C91-9DEE-E78B-8B2737F22E88}"/>
              </a:ext>
            </a:extLst>
          </p:cNvPr>
          <p:cNvPicPr>
            <a:picLocks noChangeAspect="1"/>
          </p:cNvPicPr>
          <p:nvPr/>
        </p:nvPicPr>
        <p:blipFill>
          <a:blip r:embed="rId2"/>
          <a:stretch>
            <a:fillRect/>
          </a:stretch>
        </p:blipFill>
        <p:spPr>
          <a:xfrm>
            <a:off x="0" y="-1"/>
            <a:ext cx="12188952" cy="6863434"/>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1005840" y="1943100"/>
            <a:ext cx="7143750" cy="997196"/>
          </a:xfrm>
        </p:spPr>
        <p:txBody>
          <a:bodyPr anchor="ctr"/>
          <a:lstStyle>
            <a:lvl1pPr>
              <a:defRPr sz="3600"/>
            </a:lvl1pPr>
          </a:lstStyle>
          <a:p>
            <a:r>
              <a:rPr lang="en-US"/>
              <a:t>Click to add divider title, copy can go here on one or two lines</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270063619"/>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1">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3" name="Picture 2">
            <a:extLst>
              <a:ext uri="{FF2B5EF4-FFF2-40B4-BE49-F238E27FC236}">
                <a16:creationId xmlns:a16="http://schemas.microsoft.com/office/drawing/2014/main" id="{B400FEF8-3A34-CD8C-A6FB-CE13CAA3B7DD}"/>
              </a:ext>
            </a:extLst>
          </p:cNvPr>
          <p:cNvPicPr>
            <a:picLocks noChangeAspect="1"/>
          </p:cNvPicPr>
          <p:nvPr userDrawn="1"/>
        </p:nvPicPr>
        <p:blipFill>
          <a:blip r:embed="rId2"/>
          <a:stretch>
            <a:fillRect/>
          </a:stretch>
        </p:blipFill>
        <p:spPr>
          <a:xfrm rot="16200000">
            <a:off x="4555191"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6" name="Cognizant Logo_rgb_rev_2023" descr="Cognizant logo reversed, SVG format">
            <a:extLst>
              <a:ext uri="{FF2B5EF4-FFF2-40B4-BE49-F238E27FC236}">
                <a16:creationId xmlns:a16="http://schemas.microsoft.com/office/drawing/2014/main" id="{82FF47A8-7CF0-F27D-023E-57FE9B713819}"/>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897666278"/>
      </p:ext>
    </p:extLst>
  </p:cSld>
  <p:clrMapOvr>
    <a:overrideClrMapping bg1="dk1" tx1="lt1" bg2="dk2" tx2="lt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2">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14" name="Freeform 13">
            <a:extLst>
              <a:ext uri="{FF2B5EF4-FFF2-40B4-BE49-F238E27FC236}">
                <a16:creationId xmlns:a16="http://schemas.microsoft.com/office/drawing/2014/main" id="{69E4B4AD-C523-76D6-5AD9-AFCAA5B2EB62}"/>
              </a:ext>
            </a:extLst>
          </p:cNvPr>
          <p:cNvSpPr/>
          <p:nvPr userDrawn="1"/>
        </p:nvSpPr>
        <p:spPr>
          <a:xfrm rot="16200000">
            <a:off x="12208180" y="2015939"/>
            <a:ext cx="11205" cy="11205"/>
          </a:xfrm>
          <a:custGeom>
            <a:avLst/>
            <a:gdLst>
              <a:gd name="connsiteX0" fmla="*/ 0 w 11205"/>
              <a:gd name="connsiteY0" fmla="*/ 0 h 11205"/>
              <a:gd name="connsiteX1" fmla="*/ 0 w 11205"/>
              <a:gd name="connsiteY1" fmla="*/ 0 h 11205"/>
              <a:gd name="connsiteX2" fmla="*/ 0 w 11205"/>
              <a:gd name="connsiteY2" fmla="*/ 0 h 11205"/>
            </a:gdLst>
            <a:ahLst/>
            <a:cxnLst>
              <a:cxn ang="0">
                <a:pos x="connsiteX0" y="connsiteY0"/>
              </a:cxn>
              <a:cxn ang="0">
                <a:pos x="connsiteX1" y="connsiteY1"/>
              </a:cxn>
              <a:cxn ang="0">
                <a:pos x="connsiteX2" y="connsiteY2"/>
              </a:cxn>
            </a:cxnLst>
            <a:rect l="l" t="t" r="r" b="b"/>
            <a:pathLst>
              <a:path w="11205" h="11205">
                <a:moveTo>
                  <a:pt x="0" y="0"/>
                </a:moveTo>
                <a:lnTo>
                  <a:pt x="0" y="0"/>
                </a:lnTo>
                <a:lnTo>
                  <a:pt x="0" y="0"/>
                </a:lnTo>
                <a:close/>
              </a:path>
            </a:pathLst>
          </a:custGeom>
          <a:noFill/>
          <a:ln w="11206" cap="flat">
            <a:noFill/>
            <a:prstDash val="solid"/>
            <a:miter/>
          </a:ln>
        </p:spPr>
        <p:txBody>
          <a:bodyPr rtlCol="0" anchor="ctr"/>
          <a:lstStyle/>
          <a:p>
            <a:endParaRPr lang="en-US"/>
          </a:p>
        </p:txBody>
      </p:sp>
      <p:pic>
        <p:nvPicPr>
          <p:cNvPr id="6" name="Picture 5">
            <a:extLst>
              <a:ext uri="{FF2B5EF4-FFF2-40B4-BE49-F238E27FC236}">
                <a16:creationId xmlns:a16="http://schemas.microsoft.com/office/drawing/2014/main" id="{D7B5A0F4-9AAB-4DDF-CF55-9A7C1A97CF2F}"/>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a:t>
            </a:r>
            <a:br>
              <a:rPr lang="en-US" dirty="0"/>
            </a:br>
            <a:r>
              <a:rPr lang="en-US" dirty="0"/>
              <a:t>divider title</a:t>
            </a:r>
          </a:p>
        </p:txBody>
      </p:sp>
      <p:pic>
        <p:nvPicPr>
          <p:cNvPr id="3" name="Cognizant Logo_rgb_rev_2023" descr="Cognizant logo reversed, SVG format">
            <a:extLst>
              <a:ext uri="{FF2B5EF4-FFF2-40B4-BE49-F238E27FC236}">
                <a16:creationId xmlns:a16="http://schemas.microsoft.com/office/drawing/2014/main" id="{10928C0D-93E9-B015-DAA2-F15DE1B8AA52}"/>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693668669"/>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Divider 2 - gradient 3">
    <p:bg bwMode="ltGray">
      <p:bgRef idx="1001">
        <a:schemeClr val="bg2"/>
      </p:bgRef>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CC64370F-606D-5F7F-46E9-0C08C708F360}"/>
              </a:ext>
            </a:extLst>
          </p:cNvPr>
          <p:cNvSpPr>
            <a:spLocks noGrp="1"/>
          </p:cNvSpPr>
          <p:nvPr>
            <p:ph type="pic" sz="quarter" idx="22" hasCustomPrompt="1"/>
          </p:nvPr>
        </p:nvSpPr>
        <p:spPr>
          <a:xfrm>
            <a:off x="0" y="-1"/>
            <a:ext cx="12188952" cy="6857999"/>
          </a:xfrm>
          <a:custGeom>
            <a:avLst/>
            <a:gdLst>
              <a:gd name="connsiteX0" fmla="*/ 0 w 12188952"/>
              <a:gd name="connsiteY0" fmla="*/ 0 h 6857999"/>
              <a:gd name="connsiteX1" fmla="*/ 8540183 w 12188952"/>
              <a:gd name="connsiteY1" fmla="*/ 0 h 6857999"/>
              <a:gd name="connsiteX2" fmla="*/ 12188952 w 12188952"/>
              <a:gd name="connsiteY2" fmla="*/ 2025675 h 6857999"/>
              <a:gd name="connsiteX3" fmla="*/ 12188952 w 12188952"/>
              <a:gd name="connsiteY3" fmla="*/ 2029008 h 6857999"/>
              <a:gd name="connsiteX4" fmla="*/ 3779523 w 12188952"/>
              <a:gd name="connsiteY4" fmla="*/ 6857999 h 6857999"/>
              <a:gd name="connsiteX5" fmla="*/ 0 w 12188952"/>
              <a:gd name="connsiteY5"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88952" h="6857999">
                <a:moveTo>
                  <a:pt x="0" y="0"/>
                </a:moveTo>
                <a:lnTo>
                  <a:pt x="8540183" y="0"/>
                </a:lnTo>
                <a:lnTo>
                  <a:pt x="12188952" y="2025675"/>
                </a:lnTo>
                <a:lnTo>
                  <a:pt x="12188952" y="2029008"/>
                </a:lnTo>
                <a:lnTo>
                  <a:pt x="3779523" y="6857999"/>
                </a:lnTo>
                <a:lnTo>
                  <a:pt x="0" y="6857999"/>
                </a:lnTo>
                <a:close/>
              </a:path>
            </a:pathLst>
          </a:custGeom>
          <a:solidFill>
            <a:srgbClr val="ECECEB"/>
          </a:solidFill>
        </p:spPr>
        <p:txBody>
          <a:bodyPr wrap="square"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10" name="Picture 9">
            <a:extLst>
              <a:ext uri="{FF2B5EF4-FFF2-40B4-BE49-F238E27FC236}">
                <a16:creationId xmlns:a16="http://schemas.microsoft.com/office/drawing/2014/main" id="{A7CFA061-257C-B680-CB8A-410FE77C6A85}"/>
              </a:ext>
            </a:extLst>
          </p:cNvPr>
          <p:cNvPicPr>
            <a:picLocks noChangeAspect="1"/>
          </p:cNvPicPr>
          <p:nvPr userDrawn="1"/>
        </p:nvPicPr>
        <p:blipFill>
          <a:blip r:embed="rId2"/>
          <a:stretch>
            <a:fillRect/>
          </a:stretch>
        </p:blipFill>
        <p:spPr>
          <a:xfrm rot="16200000">
            <a:off x="4555190" y="-778808"/>
            <a:ext cx="6858000" cy="841561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white">
          <a:xfrm>
            <a:off x="822960" y="1053405"/>
            <a:ext cx="7152640"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9CDEB77C-83A9-471E-0DD7-632772E158A5}"/>
              </a:ext>
            </a:extLst>
          </p:cNvPr>
          <p:cNvPicPr>
            <a:picLocks noChangeAspect="1"/>
          </p:cNvPicPr>
          <p:nvPr userDrawn="1"/>
        </p:nvPicPr>
        <p:blipFill rotWithShape="1">
          <a:blip r:embed="rId3">
            <a:extLst>
              <a:ext uri="{96DAC541-7B7A-43D3-8B79-37D633B846F1}">
                <asvg:svgBlip xmlns:asvg="http://schemas.microsoft.com/office/drawing/2016/SVG/main" r:embed="rId4"/>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04379831"/>
      </p:ext>
    </p:extLst>
  </p:cSld>
  <p:clrMapOvr>
    <a:overrideClrMapping bg1="dk1" tx1="lt1" bg2="dk2" tx2="lt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1">
    <p:bg>
      <p:bgRef idx="1001">
        <a:schemeClr val="bg2"/>
      </p:bgRef>
    </p:bg>
    <p:spTree>
      <p:nvGrpSpPr>
        <p:cNvPr id="1" name=""/>
        <p:cNvGrpSpPr/>
        <p:nvPr/>
      </p:nvGrpSpPr>
      <p:grpSpPr>
        <a:xfrm>
          <a:off x="0" y="0"/>
          <a:ext cx="0" cy="0"/>
          <a:chOff x="0" y="0"/>
          <a:chExt cx="0" cy="0"/>
        </a:xfrm>
      </p:grpSpPr>
      <p:sp>
        <p:nvSpPr>
          <p:cNvPr id="3" name="Picture Placeholder 5">
            <a:extLst>
              <a:ext uri="{FF2B5EF4-FFF2-40B4-BE49-F238E27FC236}">
                <a16:creationId xmlns:a16="http://schemas.microsoft.com/office/drawing/2014/main" id="{6DF08015-38F6-54F7-EFDB-1C1EAF004ABF}"/>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rotWithShape="1">
          <a:blip r:embed="rId2"/>
          <a:srcRect t="20568"/>
          <a:stretch/>
        </p:blipFill>
        <p:spPr>
          <a:xfrm rot="16200000">
            <a:off x="-86681" y="86681"/>
            <a:ext cx="6858000" cy="6684639"/>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7" name="Table Placeholder 6">
            <a:extLst>
              <a:ext uri="{FF2B5EF4-FFF2-40B4-BE49-F238E27FC236}">
                <a16:creationId xmlns:a16="http://schemas.microsoft.com/office/drawing/2014/main" id="{E6CF90BD-F1D4-0D82-4CDD-222505B22CE8}"/>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2480968809"/>
      </p:ext>
    </p:extLst>
  </p:cSld>
  <p:clrMapOvr>
    <a:overrideClrMapping bg1="dk1" tx1="lt1" bg2="dk2" tx2="lt2" accent1="accent1" accent2="accent2" accent3="accent3" accent4="accent4" accent5="accent5" accent6="accent6" hlink="hlink" folHlink="folHlink"/>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2">
    <p:bg>
      <p:bgRef idx="1001">
        <a:schemeClr val="bg2"/>
      </p:bgRef>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CA0D8AB6-3AED-7935-402A-4053B324B5CB}"/>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6" name="Picture 25">
            <a:extLst>
              <a:ext uri="{FF2B5EF4-FFF2-40B4-BE49-F238E27FC236}">
                <a16:creationId xmlns:a16="http://schemas.microsoft.com/office/drawing/2014/main" id="{2E287986-5735-CAAE-7F1D-D641F5BF13F7}"/>
              </a:ext>
            </a:extLst>
          </p:cNvPr>
          <p:cNvPicPr>
            <a:picLocks noChangeAspect="1"/>
          </p:cNvPicPr>
          <p:nvPr userDrawn="1"/>
        </p:nvPicPr>
        <p:blipFill rotWithShape="1">
          <a:blip r:embed="rId2"/>
          <a:srcRect t="20568"/>
          <a:stretch/>
        </p:blipFill>
        <p:spPr>
          <a:xfrm rot="16200000">
            <a:off x="-86682" y="86681"/>
            <a:ext cx="6858000" cy="6684637"/>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p>
            <a:fld id="{38826FC0-333C-E549-9FA3-0EE43DF298A3}" type="slidenum">
              <a:rPr lang="en-US" smtClean="0"/>
              <a:pPr/>
              <a:t>‹#›</a:t>
            </a:fld>
            <a:endParaRPr lang="en-US" dirty="0"/>
          </a:p>
        </p:txBody>
      </p:sp>
      <p:sp>
        <p:nvSpPr>
          <p:cNvPr id="5" name="Table Placeholder 6">
            <a:extLst>
              <a:ext uri="{FF2B5EF4-FFF2-40B4-BE49-F238E27FC236}">
                <a16:creationId xmlns:a16="http://schemas.microsoft.com/office/drawing/2014/main" id="{E57C6CAD-0EE0-4D1F-585B-3C9CA1A4DCF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858845412"/>
      </p:ext>
    </p:extLst>
  </p:cSld>
  <p:clrMapOvr>
    <a:overrideClrMapping bg1="dk1" tx1="lt1" bg2="dk2" tx2="lt2" accent1="accent1" accent2="accent2" accent3="accent3" accent4="accent4" accent5="accent5" accent6="accent6" hlink="hlink" folHlink="folHlink"/>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Divider 3 - gradient 3">
    <p:bg>
      <p:bgRef idx="1001">
        <a:schemeClr val="bg2"/>
      </p:bgRef>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DE083EF2-B9ED-A8EB-E84E-F0E0FBE4C14E}"/>
              </a:ext>
            </a:extLst>
          </p:cNvPr>
          <p:cNvSpPr>
            <a:spLocks noGrp="1"/>
          </p:cNvSpPr>
          <p:nvPr>
            <p:ph type="pic" sz="quarter" idx="22" hasCustomPrompt="1"/>
          </p:nvPr>
        </p:nvSpPr>
        <p:spPr>
          <a:xfrm>
            <a:off x="2247884" y="-1"/>
            <a:ext cx="9944116" cy="6858001"/>
          </a:xfrm>
          <a:custGeom>
            <a:avLst/>
            <a:gdLst>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419787 w 9944116"/>
              <a:gd name="connsiteY9" fmla="*/ 2027338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4597587 w 9944116"/>
              <a:gd name="connsiteY9" fmla="*/ 2198788 h 6858001"/>
              <a:gd name="connsiteX10" fmla="*/ 2591889 w 9944116"/>
              <a:gd name="connsiteY10"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19925 w 9944116"/>
              <a:gd name="connsiteY8" fmla="*/ 2027258 h 6858001"/>
              <a:gd name="connsiteX9" fmla="*/ 2591889 w 9944116"/>
              <a:gd name="connsiteY9" fmla="*/ 0 h 6858001"/>
              <a:gd name="connsiteX0" fmla="*/ 2591889 w 9944116"/>
              <a:gd name="connsiteY0" fmla="*/ 0 h 6858001"/>
              <a:gd name="connsiteX1" fmla="*/ 8153432 w 9944116"/>
              <a:gd name="connsiteY1" fmla="*/ 0 h 6858001"/>
              <a:gd name="connsiteX2" fmla="*/ 9924238 w 9944116"/>
              <a:gd name="connsiteY2" fmla="*/ 0 h 6858001"/>
              <a:gd name="connsiteX3" fmla="*/ 9944116 w 9944116"/>
              <a:gd name="connsiteY3" fmla="*/ 0 h 6858001"/>
              <a:gd name="connsiteX4" fmla="*/ 9944116 w 9944116"/>
              <a:gd name="connsiteY4" fmla="*/ 6858001 h 6858001"/>
              <a:gd name="connsiteX5" fmla="*/ 8153432 w 9944116"/>
              <a:gd name="connsiteY5" fmla="*/ 6858001 h 6858001"/>
              <a:gd name="connsiteX6" fmla="*/ 8153432 w 9944116"/>
              <a:gd name="connsiteY6" fmla="*/ 6857999 h 6858001"/>
              <a:gd name="connsiteX7" fmla="*/ 0 w 9944116"/>
              <a:gd name="connsiteY7" fmla="*/ 6857999 h 6858001"/>
              <a:gd name="connsiteX8" fmla="*/ 4438975 w 9944116"/>
              <a:gd name="connsiteY8" fmla="*/ 2027258 h 6858001"/>
              <a:gd name="connsiteX9" fmla="*/ 2591889 w 9944116"/>
              <a:gd name="connsiteY9" fmla="*/ 0 h 6858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944116" h="6858001">
                <a:moveTo>
                  <a:pt x="2591889" y="0"/>
                </a:moveTo>
                <a:lnTo>
                  <a:pt x="8153432" y="0"/>
                </a:lnTo>
                <a:lnTo>
                  <a:pt x="9924238" y="0"/>
                </a:lnTo>
                <a:lnTo>
                  <a:pt x="9944116" y="0"/>
                </a:lnTo>
                <a:lnTo>
                  <a:pt x="9944116" y="6858001"/>
                </a:lnTo>
                <a:lnTo>
                  <a:pt x="8153432" y="6858001"/>
                </a:lnTo>
                <a:lnTo>
                  <a:pt x="8153432" y="6857999"/>
                </a:lnTo>
                <a:lnTo>
                  <a:pt x="0" y="6857999"/>
                </a:lnTo>
                <a:lnTo>
                  <a:pt x="4438975" y="2027258"/>
                </a:lnTo>
                <a:lnTo>
                  <a:pt x="2591889" y="0"/>
                </a:lnTo>
                <a:close/>
              </a:path>
            </a:pathLst>
          </a:custGeom>
          <a:solidFill>
            <a:srgbClr val="ECECEB"/>
          </a:solidFill>
        </p:spPr>
        <p:txBody>
          <a:bodyPr wrap="square" lIns="457200" rIns="0" bIns="914400" anchor="ctr">
            <a:noAutofit/>
          </a:bodyPr>
          <a:lstStyle>
            <a:lvl1pPr marL="0" indent="0" algn="ctr">
              <a:buNone/>
              <a:defRPr sz="1200">
                <a:solidFill>
                  <a:schemeClr val="bg1"/>
                </a:solidFill>
              </a:defRPr>
            </a:lvl1pPr>
          </a:lstStyle>
          <a:p>
            <a:r>
              <a:rPr lang="en-US" dirty="0"/>
              <a:t>Click icon, drag, or paste to add picture</a:t>
            </a:r>
          </a:p>
        </p:txBody>
      </p:sp>
      <p:pic>
        <p:nvPicPr>
          <p:cNvPr id="24" name="Picture 23">
            <a:extLst>
              <a:ext uri="{FF2B5EF4-FFF2-40B4-BE49-F238E27FC236}">
                <a16:creationId xmlns:a16="http://schemas.microsoft.com/office/drawing/2014/main" id="{D3B5FB7A-3A13-9083-843A-06B731B02439}"/>
              </a:ext>
            </a:extLst>
          </p:cNvPr>
          <p:cNvPicPr>
            <a:picLocks noChangeAspect="1"/>
          </p:cNvPicPr>
          <p:nvPr userDrawn="1"/>
        </p:nvPicPr>
        <p:blipFill rotWithShape="1">
          <a:blip r:embed="rId2"/>
          <a:srcRect t="20568"/>
          <a:stretch/>
        </p:blipFill>
        <p:spPr>
          <a:xfrm rot="16200000">
            <a:off x="-86681" y="86682"/>
            <a:ext cx="6858000" cy="6684638"/>
          </a:xfrm>
          <a:prstGeom prst="rect">
            <a:avLst/>
          </a:prstGeom>
        </p:spPr>
      </p:pic>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457200" y="1445273"/>
            <a:ext cx="4770783" cy="1107996"/>
          </a:xfrm>
        </p:spPr>
        <p:txBody>
          <a:bodyPr wrap="square" anchor="ctr">
            <a:spAutoFit/>
          </a:bodyPr>
          <a:lstStyle>
            <a:lvl1pPr>
              <a:defRPr sz="4000">
                <a:solidFill>
                  <a:schemeClr val="tx1"/>
                </a:solidFill>
              </a:defRPr>
            </a:lvl1pPr>
          </a:lstStyle>
          <a:p>
            <a:r>
              <a:rPr lang="en-US" dirty="0"/>
              <a:t>Click to add </a:t>
            </a:r>
            <a:br>
              <a:rPr lang="en-US" dirty="0"/>
            </a:br>
            <a:r>
              <a:rPr lang="en-US" dirty="0"/>
              <a:t>divider title </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3" name="Table Placeholder 6">
            <a:extLst>
              <a:ext uri="{FF2B5EF4-FFF2-40B4-BE49-F238E27FC236}">
                <a16:creationId xmlns:a16="http://schemas.microsoft.com/office/drawing/2014/main" id="{14B17B9E-37F1-2E25-4E4D-4BE64E780B04}"/>
              </a:ext>
              <a:ext uri="{C183D7F6-B498-43B3-948B-1728B52AA6E4}">
                <adec:decorative xmlns:adec="http://schemas.microsoft.com/office/drawing/2017/decorative" val="1"/>
              </a:ext>
            </a:extLst>
          </p:cNvPr>
          <p:cNvSpPr>
            <a:spLocks noGrp="1"/>
          </p:cNvSpPr>
          <p:nvPr>
            <p:ph type="tbl" sz="quarter" idx="23" hasCustomPrompt="1"/>
          </p:nvPr>
        </p:nvSpPr>
        <p:spPr>
          <a:xfrm>
            <a:off x="10591107" y="6458351"/>
            <a:ext cx="1170432" cy="201168"/>
          </a:xfrm>
          <a:blipFill>
            <a:blip r:embed="rId3">
              <a:extLst>
                <a:ext uri="{96DAC541-7B7A-43D3-8B79-37D633B846F1}">
                  <asvg:svgBlip xmlns:asvg="http://schemas.microsoft.com/office/drawing/2016/SVG/main" r:embed="rId4"/>
                </a:ext>
              </a:extLst>
            </a:blip>
            <a:stretch>
              <a:fillRect/>
            </a:stretch>
          </a:blipFill>
        </p:spPr>
        <p:txBody>
          <a:bodyPr/>
          <a:lstStyle>
            <a:lvl1pPr marL="0" indent="0">
              <a:buNone/>
              <a:defRPr/>
            </a:lvl1pPr>
          </a:lstStyle>
          <a:p>
            <a:r>
              <a:rPr lang="en-US"/>
              <a:t> </a:t>
            </a:r>
          </a:p>
        </p:txBody>
      </p:sp>
    </p:spTree>
    <p:extLst>
      <p:ext uri="{BB962C8B-B14F-4D97-AF65-F5344CB8AC3E}">
        <p14:creationId xmlns:p14="http://schemas.microsoft.com/office/powerpoint/2010/main" val="3369510336"/>
      </p:ext>
    </p:extLst>
  </p:cSld>
  <p:clrMapOvr>
    <a:overrideClrMapping bg1="dk1" tx1="lt1" bg2="dk2" tx2="lt2" accent1="accent1" accent2="accent2" accent3="accent3" accent4="accent4" accent5="accent5" accent6="accent6" hlink="hlink" folHlink="folHlink"/>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4 - gradient 1">
    <p:bg>
      <p:bgRef idx="1001">
        <a:schemeClr val="bg1"/>
      </p:bgRef>
    </p:bg>
    <p:spTree>
      <p:nvGrpSpPr>
        <p:cNvPr id="1" name=""/>
        <p:cNvGrpSpPr/>
        <p:nvPr/>
      </p:nvGrpSpPr>
      <p:grpSpPr>
        <a:xfrm>
          <a:off x="0" y="0"/>
          <a:ext cx="0" cy="0"/>
          <a:chOff x="0" y="0"/>
          <a:chExt cx="0" cy="0"/>
        </a:xfrm>
      </p:grpSpPr>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pic>
        <p:nvPicPr>
          <p:cNvPr id="5" name="Picture 4">
            <a:extLst>
              <a:ext uri="{FF2B5EF4-FFF2-40B4-BE49-F238E27FC236}">
                <a16:creationId xmlns:a16="http://schemas.microsoft.com/office/drawing/2014/main" id="{A43E2038-CC00-155F-8A24-AE9D3A85692F}"/>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236406410"/>
      </p:ext>
    </p:extLst>
  </p:cSld>
  <p:clrMapOvr>
    <a:overrideClrMapping bg1="lt1" tx1="dk1" bg2="lt2" tx2="dk2" accent1="accent1" accent2="accent2" accent3="accent3" accent4="accent4" accent5="accent5" accent6="accent6" hlink="hlink" folHlink="folHlink"/>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4 - gradient 2">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B1231D93-F448-189B-0481-564A24064BF8}"/>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1820287847"/>
      </p:ext>
    </p:extLst>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4 - gradient 3">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EC6B776-428C-5C39-6B96-46437F782E11}"/>
              </a:ext>
            </a:extLst>
          </p:cNvPr>
          <p:cNvPicPr>
            <a:picLocks noChangeAspect="1"/>
          </p:cNvPicPr>
          <p:nvPr userDrawn="1"/>
        </p:nvPicPr>
        <p:blipFill>
          <a:blip r:embed="rId2"/>
          <a:stretch>
            <a:fillRect/>
          </a:stretch>
        </p:blipFill>
        <p:spPr>
          <a:xfrm rot="16200000">
            <a:off x="1010600" y="818200"/>
            <a:ext cx="6858000" cy="5221599"/>
          </a:xfrm>
          <a:prstGeom prst="rect">
            <a:avLst/>
          </a:prstGeom>
        </p:spPr>
      </p:pic>
      <p:sp>
        <p:nvSpPr>
          <p:cNvPr id="25" name="Picture Placeholder 24">
            <a:extLst>
              <a:ext uri="{FF2B5EF4-FFF2-40B4-BE49-F238E27FC236}">
                <a16:creationId xmlns:a16="http://schemas.microsoft.com/office/drawing/2014/main" id="{A4AB172D-1DAC-E1AC-7424-693B871FBA90}"/>
              </a:ext>
            </a:extLst>
          </p:cNvPr>
          <p:cNvSpPr>
            <a:spLocks noGrp="1"/>
          </p:cNvSpPr>
          <p:nvPr>
            <p:ph type="pic" sz="quarter" idx="23" hasCustomPrompt="1"/>
          </p:nvPr>
        </p:nvSpPr>
        <p:spPr>
          <a:xfrm>
            <a:off x="-1" y="1"/>
            <a:ext cx="7050305" cy="6857999"/>
          </a:xfrm>
          <a:custGeom>
            <a:avLst/>
            <a:gdLst>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4307988 w 12192000"/>
              <a:gd name="connsiteY4" fmla="*/ 6856286 h 6857999"/>
              <a:gd name="connsiteX5" fmla="*/ 7050400 w 12192000"/>
              <a:gd name="connsiteY5" fmla="*/ 2025542 h 6857999"/>
              <a:gd name="connsiteX6" fmla="*/ 7050313 w 12192000"/>
              <a:gd name="connsiteY6" fmla="*/ 2025622 h 6857999"/>
              <a:gd name="connsiteX7" fmla="*/ 5917127 w 12192000"/>
              <a:gd name="connsiteY7" fmla="*/ 0 h 6857999"/>
              <a:gd name="connsiteX8" fmla="*/ 12192000 w 12192000"/>
              <a:gd name="connsiteY8" fmla="*/ 0 h 6857999"/>
              <a:gd name="connsiteX9" fmla="*/ 12192000 w 12192000"/>
              <a:gd name="connsiteY9" fmla="*/ 6857999 h 6857999"/>
              <a:gd name="connsiteX10" fmla="*/ 0 w 12192000"/>
              <a:gd name="connsiteY10" fmla="*/ 6857999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5917127 w 12192000"/>
              <a:gd name="connsiteY6" fmla="*/ 0 h 6857999"/>
              <a:gd name="connsiteX7" fmla="*/ 12192000 w 12192000"/>
              <a:gd name="connsiteY7" fmla="*/ 0 h 6857999"/>
              <a:gd name="connsiteX8" fmla="*/ 12192000 w 12192000"/>
              <a:gd name="connsiteY8" fmla="*/ 6857999 h 6857999"/>
              <a:gd name="connsiteX9" fmla="*/ 0 w 12192000"/>
              <a:gd name="connsiteY9" fmla="*/ 6857999 h 6857999"/>
              <a:gd name="connsiteX10" fmla="*/ 0 w 12192000"/>
              <a:gd name="connsiteY10"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0 h 6857999"/>
              <a:gd name="connsiteX7" fmla="*/ 12192000 w 12192000"/>
              <a:gd name="connsiteY7" fmla="*/ 6857999 h 6857999"/>
              <a:gd name="connsiteX8" fmla="*/ 0 w 12192000"/>
              <a:gd name="connsiteY8" fmla="*/ 6857999 h 6857999"/>
              <a:gd name="connsiteX9" fmla="*/ 0 w 12192000"/>
              <a:gd name="connsiteY9"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7050400 w 12192000"/>
              <a:gd name="connsiteY4" fmla="*/ 2025542 h 6857999"/>
              <a:gd name="connsiteX5" fmla="*/ 7050313 w 12192000"/>
              <a:gd name="connsiteY5" fmla="*/ 2025622 h 6857999"/>
              <a:gd name="connsiteX6" fmla="*/ 12192000 w 12192000"/>
              <a:gd name="connsiteY6" fmla="*/ 6857999 h 6857999"/>
              <a:gd name="connsiteX7" fmla="*/ 0 w 12192000"/>
              <a:gd name="connsiteY7" fmla="*/ 6857999 h 6857999"/>
              <a:gd name="connsiteX8" fmla="*/ 0 w 12192000"/>
              <a:gd name="connsiteY8" fmla="*/ 0 h 6857999"/>
              <a:gd name="connsiteX0" fmla="*/ 0 w 12382010"/>
              <a:gd name="connsiteY0" fmla="*/ 0 h 6857999"/>
              <a:gd name="connsiteX1" fmla="*/ 4786422 w 12382010"/>
              <a:gd name="connsiteY1" fmla="*/ 0 h 6857999"/>
              <a:gd name="connsiteX2" fmla="*/ 7050305 w 12382010"/>
              <a:gd name="connsiteY2" fmla="*/ 2025630 h 6857999"/>
              <a:gd name="connsiteX3" fmla="*/ 1830747 w 12382010"/>
              <a:gd name="connsiteY3" fmla="*/ 6856286 h 6857999"/>
              <a:gd name="connsiteX4" fmla="*/ 7050400 w 12382010"/>
              <a:gd name="connsiteY4" fmla="*/ 2025542 h 6857999"/>
              <a:gd name="connsiteX5" fmla="*/ 12192000 w 12382010"/>
              <a:gd name="connsiteY5" fmla="*/ 6857999 h 6857999"/>
              <a:gd name="connsiteX6" fmla="*/ 0 w 12382010"/>
              <a:gd name="connsiteY6" fmla="*/ 6857999 h 6857999"/>
              <a:gd name="connsiteX7" fmla="*/ 0 w 12382010"/>
              <a:gd name="connsiteY7" fmla="*/ 0 h 6857999"/>
              <a:gd name="connsiteX0" fmla="*/ 0 w 12192000"/>
              <a:gd name="connsiteY0" fmla="*/ 0 h 6857999"/>
              <a:gd name="connsiteX1" fmla="*/ 4786422 w 12192000"/>
              <a:gd name="connsiteY1" fmla="*/ 0 h 6857999"/>
              <a:gd name="connsiteX2" fmla="*/ 7050305 w 12192000"/>
              <a:gd name="connsiteY2" fmla="*/ 2025630 h 6857999"/>
              <a:gd name="connsiteX3" fmla="*/ 1830747 w 12192000"/>
              <a:gd name="connsiteY3" fmla="*/ 6856286 h 6857999"/>
              <a:gd name="connsiteX4" fmla="*/ 12192000 w 12192000"/>
              <a:gd name="connsiteY4" fmla="*/ 6857999 h 6857999"/>
              <a:gd name="connsiteX5" fmla="*/ 0 w 12192000"/>
              <a:gd name="connsiteY5" fmla="*/ 6857999 h 6857999"/>
              <a:gd name="connsiteX6" fmla="*/ 0 w 12192000"/>
              <a:gd name="connsiteY6" fmla="*/ 0 h 6857999"/>
              <a:gd name="connsiteX0" fmla="*/ 0 w 7050305"/>
              <a:gd name="connsiteY0" fmla="*/ 0 h 6857999"/>
              <a:gd name="connsiteX1" fmla="*/ 4786422 w 7050305"/>
              <a:gd name="connsiteY1" fmla="*/ 0 h 6857999"/>
              <a:gd name="connsiteX2" fmla="*/ 7050305 w 7050305"/>
              <a:gd name="connsiteY2" fmla="*/ 2025630 h 6857999"/>
              <a:gd name="connsiteX3" fmla="*/ 1830747 w 7050305"/>
              <a:gd name="connsiteY3" fmla="*/ 6856286 h 6857999"/>
              <a:gd name="connsiteX4" fmla="*/ 0 w 7050305"/>
              <a:gd name="connsiteY4" fmla="*/ 6857999 h 6857999"/>
              <a:gd name="connsiteX5" fmla="*/ 0 w 7050305"/>
              <a:gd name="connsiteY5"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050305" h="6857999">
                <a:moveTo>
                  <a:pt x="0" y="0"/>
                </a:moveTo>
                <a:lnTo>
                  <a:pt x="4786422" y="0"/>
                </a:lnTo>
                <a:lnTo>
                  <a:pt x="7050305" y="2025630"/>
                </a:lnTo>
                <a:lnTo>
                  <a:pt x="1830747" y="6856286"/>
                </a:lnTo>
                <a:lnTo>
                  <a:pt x="0" y="6857999"/>
                </a:lnTo>
                <a:lnTo>
                  <a:pt x="0" y="0"/>
                </a:lnTo>
                <a:close/>
              </a:path>
            </a:pathLst>
          </a:custGeom>
          <a:solidFill>
            <a:srgbClr val="ECECEB"/>
          </a:solidFill>
        </p:spPr>
        <p:txBody>
          <a:bodyPr wrap="square" lIns="457200" rIns="2743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white"/>
        <p:txBody>
          <a:bodyPr/>
          <a:lstStyle>
            <a:lvl1pPr>
              <a:defRPr>
                <a:solidFill>
                  <a:schemeClr val="bg1"/>
                </a:solidFill>
              </a:defRPr>
            </a:lvl1pPr>
          </a:lstStyle>
          <a:p>
            <a:fld id="{77643678-0F5B-564C-A597-241F698EF6B4}" type="datetime1">
              <a:rPr lang="en-US" smtClean="0"/>
              <a:pPr/>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white">
          <a:xfrm>
            <a:off x="1005840" y="6400800"/>
            <a:ext cx="1371600" cy="228600"/>
          </a:xfrm>
        </p:spPr>
        <p:txBody>
          <a:bodyPr/>
          <a:lstStyle>
            <a:lvl1pPr>
              <a:defRPr>
                <a:solidFill>
                  <a:schemeClr val="bg1"/>
                </a:solidFill>
              </a:defRPr>
            </a:lvl1p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2" name="Title 1">
            <a:extLst>
              <a:ext uri="{FF2B5EF4-FFF2-40B4-BE49-F238E27FC236}">
                <a16:creationId xmlns:a16="http://schemas.microsoft.com/office/drawing/2014/main" id="{FB5A9C86-86C3-D910-D3B0-5EAA1DBF9143}"/>
              </a:ext>
            </a:extLst>
          </p:cNvPr>
          <p:cNvSpPr>
            <a:spLocks noGrp="1"/>
          </p:cNvSpPr>
          <p:nvPr>
            <p:ph type="title" hasCustomPrompt="1"/>
          </p:nvPr>
        </p:nvSpPr>
        <p:spPr bwMode="black">
          <a:xfrm>
            <a:off x="7448603" y="1536250"/>
            <a:ext cx="4297680" cy="1107996"/>
          </a:xfrm>
        </p:spPr>
        <p:txBody>
          <a:bodyPr wrap="square" anchor="ctr">
            <a:spAutoFit/>
          </a:bodyPr>
          <a:lstStyle>
            <a:lvl1pPr>
              <a:defRPr sz="4000">
                <a:solidFill>
                  <a:schemeClr val="tx1"/>
                </a:solidFill>
              </a:defRPr>
            </a:lvl1pPr>
          </a:lstStyle>
          <a:p>
            <a:r>
              <a:rPr lang="en-US" dirty="0"/>
              <a:t>Click to add divider title</a:t>
            </a:r>
          </a:p>
        </p:txBody>
      </p:sp>
    </p:spTree>
    <p:extLst>
      <p:ext uri="{BB962C8B-B14F-4D97-AF65-F5344CB8AC3E}">
        <p14:creationId xmlns:p14="http://schemas.microsoft.com/office/powerpoint/2010/main" val="2271147822"/>
      </p:ext>
    </p:extLst>
  </p:cSld>
  <p:clrMapOvr>
    <a:overrideClrMapping bg1="lt1" tx1="dk1" bg2="lt2" tx2="dk2" accent1="accent1" accent2="accent2" accent3="accent3" accent4="accent4" accent5="accent5" accent6="accent6" hlink="hlink" folHlink="folHlink"/>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Divider 5 - gradient 1">
    <p:bg>
      <p:bgRef idx="1001">
        <a:schemeClr val="bg1"/>
      </p:bgRef>
    </p:bg>
    <p:spTree>
      <p:nvGrpSpPr>
        <p:cNvPr id="1" name=""/>
        <p:cNvGrpSpPr/>
        <p:nvPr/>
      </p:nvGrpSpPr>
      <p:grpSpPr>
        <a:xfrm>
          <a:off x="0" y="0"/>
          <a:ext cx="0" cy="0"/>
          <a:chOff x="0" y="0"/>
          <a:chExt cx="0" cy="0"/>
        </a:xfrm>
      </p:grpSpPr>
      <p:pic>
        <p:nvPicPr>
          <p:cNvPr id="20" name="Picture 19">
            <a:extLst>
              <a:ext uri="{FF2B5EF4-FFF2-40B4-BE49-F238E27FC236}">
                <a16:creationId xmlns:a16="http://schemas.microsoft.com/office/drawing/2014/main" id="{A000023D-E955-5182-3282-0810B76F4603}"/>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3" name="Picture Placeholder 42">
            <a:extLst>
              <a:ext uri="{FF2B5EF4-FFF2-40B4-BE49-F238E27FC236}">
                <a16:creationId xmlns:a16="http://schemas.microsoft.com/office/drawing/2014/main" id="{EC842FEB-95BB-4FB4-3FA3-1E474B85B1F9}"/>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44" name="Title 43">
            <a:extLst>
              <a:ext uri="{FF2B5EF4-FFF2-40B4-BE49-F238E27FC236}">
                <a16:creationId xmlns:a16="http://schemas.microsoft.com/office/drawing/2014/main" id="{B01F0658-A406-0A81-8740-42D0296493A0}"/>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2026314163"/>
      </p:ext>
    </p:extLst>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ivider 5 - gradient 2">
    <p:bg>
      <p:bgRef idx="1001">
        <a:schemeClr val="bg1"/>
      </p:bgRef>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2409E97D-0361-7DD7-5A21-A33316BCCCD6}"/>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C783E89B-070C-A8F7-620B-402672D863BE}"/>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6F701354-590A-2F87-01D8-E966A92E9AC2}"/>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1429952451"/>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Divider 5 - gradient 3">
    <p:bg>
      <p:bgRef idx="1001">
        <a:schemeClr val="bg1"/>
      </p:bgRef>
    </p:bg>
    <p:spTree>
      <p:nvGrpSpPr>
        <p:cNvPr id="1" name=""/>
        <p:cNvGrpSpPr/>
        <p:nvPr/>
      </p:nvGrpSpPr>
      <p:grpSpPr>
        <a:xfrm>
          <a:off x="0" y="0"/>
          <a:ext cx="0" cy="0"/>
          <a:chOff x="0" y="0"/>
          <a:chExt cx="0" cy="0"/>
        </a:xfrm>
      </p:grpSpPr>
      <p:pic>
        <p:nvPicPr>
          <p:cNvPr id="22" name="Picture 21">
            <a:extLst>
              <a:ext uri="{FF2B5EF4-FFF2-40B4-BE49-F238E27FC236}">
                <a16:creationId xmlns:a16="http://schemas.microsoft.com/office/drawing/2014/main" id="{14C4F196-D7A9-ED2E-C141-813614D36A3A}"/>
              </a:ext>
            </a:extLst>
          </p:cNvPr>
          <p:cNvPicPr>
            <a:picLocks noChangeAspect="1"/>
          </p:cNvPicPr>
          <p:nvPr userDrawn="1"/>
        </p:nvPicPr>
        <p:blipFill>
          <a:blip r:embed="rId2"/>
          <a:stretch>
            <a:fillRect/>
          </a:stretch>
        </p:blipFill>
        <p:spPr>
          <a:xfrm>
            <a:off x="0" y="0"/>
            <a:ext cx="8749885" cy="6400800"/>
          </a:xfrm>
          <a:prstGeom prst="rect">
            <a:avLst/>
          </a:prstGeom>
        </p:spPr>
      </p:pic>
      <p:sp>
        <p:nvSpPr>
          <p:cNvPr id="4" name="Date Placeholder 3">
            <a:extLst>
              <a:ext uri="{FF2B5EF4-FFF2-40B4-BE49-F238E27FC236}">
                <a16:creationId xmlns:a16="http://schemas.microsoft.com/office/drawing/2014/main" id="{EA2C5AC1-91CD-51D8-0165-CFACC2E285DF}"/>
              </a:ext>
            </a:extLst>
          </p:cNvPr>
          <p:cNvSpPr>
            <a:spLocks noGrp="1"/>
          </p:cNvSpPr>
          <p:nvPr>
            <p:ph type="dt" sz="half" idx="10"/>
          </p:nvPr>
        </p:nvSpPr>
        <p:spPr bwMode="black"/>
        <p:txBody>
          <a:bodyPr/>
          <a:lstStyle/>
          <a:p>
            <a:fld id="{77643678-0F5B-564C-A597-241F698EF6B4}" type="datetime1">
              <a:rPr lang="en-US" smtClean="0"/>
              <a:t>11/3/2025</a:t>
            </a:fld>
            <a:endParaRPr lang="en-US" dirty="0"/>
          </a:p>
        </p:txBody>
      </p:sp>
      <p:sp>
        <p:nvSpPr>
          <p:cNvPr id="8" name="Footer Placeholder 7">
            <a:extLst>
              <a:ext uri="{FF2B5EF4-FFF2-40B4-BE49-F238E27FC236}">
                <a16:creationId xmlns:a16="http://schemas.microsoft.com/office/drawing/2014/main" id="{B5FC28B1-54EB-A2F5-F426-DACD81E67FA5}"/>
              </a:ext>
            </a:extLst>
          </p:cNvPr>
          <p:cNvSpPr>
            <a:spLocks noGrp="1"/>
          </p:cNvSpPr>
          <p:nvPr>
            <p:ph type="ftr" sz="quarter" idx="11"/>
          </p:nvPr>
        </p:nvSpPr>
        <p:spPr bwMode="black">
          <a:xfrm>
            <a:off x="1005840" y="6400800"/>
            <a:ext cx="1371600" cy="228600"/>
          </a:xfrm>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BCD66ACF-9B2A-AD09-9479-57ECBF350002}"/>
              </a:ext>
            </a:extLst>
          </p:cNvPr>
          <p:cNvSpPr>
            <a:spLocks noGrp="1"/>
          </p:cNvSpPr>
          <p:nvPr>
            <p:ph type="sldNum" sz="quarter" idx="12"/>
          </p:nvPr>
        </p:nvSpPr>
        <p:spPr bwMode="black"/>
        <p:txBody>
          <a:bodyPr/>
          <a:lstStyle/>
          <a:p>
            <a:fld id="{38826FC0-333C-E549-9FA3-0EE43DF298A3}" type="slidenum">
              <a:rPr lang="en-US" smtClean="0"/>
              <a:pPr/>
              <a:t>‹#›</a:t>
            </a:fld>
            <a:endParaRPr lang="en-US" dirty="0"/>
          </a:p>
        </p:txBody>
      </p:sp>
      <p:sp>
        <p:nvSpPr>
          <p:cNvPr id="2" name="Picture Placeholder 1">
            <a:extLst>
              <a:ext uri="{FF2B5EF4-FFF2-40B4-BE49-F238E27FC236}">
                <a16:creationId xmlns:a16="http://schemas.microsoft.com/office/drawing/2014/main" id="{4C31AD8D-BE37-52EE-F12C-2DD4458EFD1C}"/>
              </a:ext>
            </a:extLst>
          </p:cNvPr>
          <p:cNvSpPr>
            <a:spLocks noGrp="1"/>
          </p:cNvSpPr>
          <p:nvPr>
            <p:ph type="pic" sz="quarter" idx="22" hasCustomPrompt="1"/>
          </p:nvPr>
        </p:nvSpPr>
        <p:spPr>
          <a:xfrm>
            <a:off x="0" y="0"/>
            <a:ext cx="5706399" cy="6401387"/>
          </a:xfrm>
          <a:custGeom>
            <a:avLst/>
            <a:gdLst>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2377440 w 5706399"/>
              <a:gd name="connsiteY13" fmla="*/ 319372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226507 w 5706399"/>
              <a:gd name="connsiteY9" fmla="*/ 1936746 h 6392243"/>
              <a:gd name="connsiteX10" fmla="*/ 0 w 5706399"/>
              <a:gd name="connsiteY10" fmla="*/ 1936746 h 6392243"/>
              <a:gd name="connsiteX11" fmla="*/ 0 w 5706399"/>
              <a:gd name="connsiteY11" fmla="*/ 1 h 6392243"/>
              <a:gd name="connsiteX12" fmla="*/ 2377440 w 5706399"/>
              <a:gd name="connsiteY12" fmla="*/ 1 h 6392243"/>
              <a:gd name="connsiteX13" fmla="*/ 5706399 w 5706399"/>
              <a:gd name="connsiteY13"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936746 h 6392243"/>
              <a:gd name="connsiteX10" fmla="*/ 0 w 5706399"/>
              <a:gd name="connsiteY10" fmla="*/ 1 h 6392243"/>
              <a:gd name="connsiteX11" fmla="*/ 2377440 w 5706399"/>
              <a:gd name="connsiteY11" fmla="*/ 1 h 6392243"/>
              <a:gd name="connsiteX12" fmla="*/ 5706399 w 5706399"/>
              <a:gd name="connsiteY12"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2377440 w 5706399"/>
              <a:gd name="connsiteY10" fmla="*/ 1 h 6392243"/>
              <a:gd name="connsiteX11" fmla="*/ 5706399 w 5706399"/>
              <a:gd name="connsiteY11" fmla="*/ 0 h 6392243"/>
              <a:gd name="connsiteX0" fmla="*/ 2035486 w 5706399"/>
              <a:gd name="connsiteY0" fmla="*/ 6392186 h 6392243"/>
              <a:gd name="connsiteX1" fmla="*/ 2035518 w 5706399"/>
              <a:gd name="connsiteY1" fmla="*/ 6392243 h 6392243"/>
              <a:gd name="connsiteX2" fmla="*/ 2035471 w 5706399"/>
              <a:gd name="connsiteY2" fmla="*/ 6392201 h 6392243"/>
              <a:gd name="connsiteX3" fmla="*/ 2035426 w 5706399"/>
              <a:gd name="connsiteY3" fmla="*/ 6392243 h 6392243"/>
              <a:gd name="connsiteX4" fmla="*/ 2035456 w 5706399"/>
              <a:gd name="connsiteY4" fmla="*/ 6392193 h 6392243"/>
              <a:gd name="connsiteX5" fmla="*/ 2035486 w 5706399"/>
              <a:gd name="connsiteY5" fmla="*/ 6392186 h 6392243"/>
              <a:gd name="connsiteX6" fmla="*/ 5706399 w 5706399"/>
              <a:gd name="connsiteY6" fmla="*/ 0 h 6392243"/>
              <a:gd name="connsiteX7" fmla="*/ 2035473 w 5706399"/>
              <a:gd name="connsiteY7" fmla="*/ 6392162 h 6392243"/>
              <a:gd name="connsiteX8" fmla="*/ 0 w 5706399"/>
              <a:gd name="connsiteY8" fmla="*/ 2725968 h 6392243"/>
              <a:gd name="connsiteX9" fmla="*/ 0 w 5706399"/>
              <a:gd name="connsiteY9" fmla="*/ 1 h 6392243"/>
              <a:gd name="connsiteX10" fmla="*/ 5706399 w 5706399"/>
              <a:gd name="connsiteY10" fmla="*/ 0 h 6392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06399" h="6392243">
                <a:moveTo>
                  <a:pt x="2035486" y="6392186"/>
                </a:moveTo>
                <a:lnTo>
                  <a:pt x="2035518" y="6392243"/>
                </a:lnTo>
                <a:cubicBezTo>
                  <a:pt x="2035502" y="6392229"/>
                  <a:pt x="2035487" y="6392215"/>
                  <a:pt x="2035471" y="6392201"/>
                </a:cubicBezTo>
                <a:lnTo>
                  <a:pt x="2035426" y="6392243"/>
                </a:lnTo>
                <a:cubicBezTo>
                  <a:pt x="2035436" y="6392226"/>
                  <a:pt x="2035446" y="6392210"/>
                  <a:pt x="2035456" y="6392193"/>
                </a:cubicBezTo>
                <a:cubicBezTo>
                  <a:pt x="2035466" y="6392191"/>
                  <a:pt x="2035476" y="6392188"/>
                  <a:pt x="2035486" y="6392186"/>
                </a:cubicBezTo>
                <a:close/>
                <a:moveTo>
                  <a:pt x="5706399" y="0"/>
                </a:moveTo>
                <a:lnTo>
                  <a:pt x="2035473" y="6392162"/>
                </a:lnTo>
                <a:lnTo>
                  <a:pt x="0" y="2725968"/>
                </a:lnTo>
                <a:lnTo>
                  <a:pt x="0" y="1"/>
                </a:lnTo>
                <a:lnTo>
                  <a:pt x="5706399" y="0"/>
                </a:lnTo>
                <a:close/>
              </a:path>
            </a:pathLst>
          </a:custGeom>
          <a:solidFill>
            <a:srgbClr val="ECECEB"/>
          </a:solidFill>
        </p:spPr>
        <p:txBody>
          <a:bodyPr wrap="square" rIns="731520" bIns="914400" anchor="ctr">
            <a:noAutofit/>
          </a:bodyPr>
          <a:lstStyle>
            <a:lvl1pPr marL="0" indent="0" algn="ctr">
              <a:buNone/>
              <a:defRPr sz="1200">
                <a:solidFill>
                  <a:schemeClr val="tx1"/>
                </a:solidFill>
              </a:defRPr>
            </a:lvl1pPr>
          </a:lstStyle>
          <a:p>
            <a:r>
              <a:rPr lang="en-US" dirty="0"/>
              <a:t>Click icon, drag, or paste to add picture</a:t>
            </a:r>
          </a:p>
        </p:txBody>
      </p:sp>
      <p:sp>
        <p:nvSpPr>
          <p:cNvPr id="3" name="Title 43">
            <a:extLst>
              <a:ext uri="{FF2B5EF4-FFF2-40B4-BE49-F238E27FC236}">
                <a16:creationId xmlns:a16="http://schemas.microsoft.com/office/drawing/2014/main" id="{142A0D92-C0EF-2935-ECF6-3D38467DA7E3}"/>
              </a:ext>
            </a:extLst>
          </p:cNvPr>
          <p:cNvSpPr>
            <a:spLocks noGrp="1"/>
          </p:cNvSpPr>
          <p:nvPr>
            <p:ph type="title" hasCustomPrompt="1"/>
          </p:nvPr>
        </p:nvSpPr>
        <p:spPr>
          <a:xfrm>
            <a:off x="6107207" y="3429001"/>
            <a:ext cx="5627594" cy="1107996"/>
          </a:xfrm>
        </p:spPr>
        <p:txBody>
          <a:bodyPr>
            <a:spAutoFit/>
          </a:bodyPr>
          <a:lstStyle>
            <a:lvl1pPr>
              <a:defRPr sz="4000"/>
            </a:lvl1pPr>
          </a:lstStyle>
          <a:p>
            <a:r>
              <a:rPr lang="en-US" dirty="0"/>
              <a:t>Click to edit </a:t>
            </a:r>
            <a:br>
              <a:rPr lang="en-US" dirty="0"/>
            </a:br>
            <a:r>
              <a:rPr lang="en-US" dirty="0"/>
              <a:t>divider title</a:t>
            </a:r>
          </a:p>
        </p:txBody>
      </p:sp>
    </p:spTree>
    <p:extLst>
      <p:ext uri="{BB962C8B-B14F-4D97-AF65-F5344CB8AC3E}">
        <p14:creationId xmlns:p14="http://schemas.microsoft.com/office/powerpoint/2010/main" val="3167360719"/>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p:cSld name="CONTENT">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951966" y="2407183"/>
            <a:ext cx="10288073"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CONTENT</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984837384"/>
      </p:ext>
    </p:extLst>
  </p:cSld>
  <p:clrMapOvr>
    <a:overrideClrMapping bg1="dk1" tx1="lt1" bg2="dk2" tx2="lt2" accent1="accent1" accent2="accent2" accent3="accent3" accent4="accent4" accent5="accent5" accent6="accent6" hlink="hlink" folHlink="folHlink"/>
  </p:clrMapOvr>
  <p:hf hd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BB14CF30-9A72-6841-BB42-CFA3EC5EE1FA}" type="datetime1">
              <a:rPr lang="en-US" smtClean="0"/>
              <a:t>11/3/2025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541436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Super head, sub head, footnote - Super head, sub head, footnote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2"/>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2"/>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accent6">
                    <a:lumMod val="50000"/>
                  </a:schemeClr>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B567F918-D731-F949-BFA2-99DC86212F53}" type="datetime1">
              <a:rPr lang="en-US" smtClean="0"/>
              <a:t>11/3/2025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09232931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 light">
    <p:spTree>
      <p:nvGrpSpPr>
        <p:cNvPr id="1" name=""/>
        <p:cNvGrpSpPr/>
        <p:nvPr/>
      </p:nvGrpSpPr>
      <p:grpSpPr>
        <a:xfrm>
          <a:off x="0" y="0"/>
          <a:ext cx="0" cy="0"/>
          <a:chOff x="0" y="0"/>
          <a:chExt cx="0" cy="0"/>
        </a:xfrm>
      </p:grpSpPr>
      <p:sp>
        <p:nvSpPr>
          <p:cNvPr id="4" name="Do not remove" hidden="1">
            <a:extLst>
              <a:ext uri="{FF2B5EF4-FFF2-40B4-BE49-F238E27FC236}">
                <a16:creationId xmlns:a16="http://schemas.microsoft.com/office/drawing/2014/main" id="{AE93934B-F4CE-AD9A-35D6-CC331792B5C3}"/>
              </a:ext>
            </a:extLst>
          </p:cNvPr>
          <p:cNvSpPr/>
          <p:nvPr userDrawn="1">
            <p:custDataLst>
              <p:tags r:id="rId1"/>
            </p:custDataLst>
          </p:nvPr>
        </p:nvSpPr>
        <p:spPr>
          <a:xfrm>
            <a:off x="0" y="0"/>
            <a:ext cx="12700" cy="12700"/>
          </a:xfrm>
          <a:prstGeom prst="octagon">
            <a:avLst/>
          </a:prstGeom>
          <a:noFill/>
          <a:ln w="19050" cap="flat" cmpd="sng" algn="ctr">
            <a:noFill/>
            <a:prstDash val="solid"/>
            <a:miter lim="800000"/>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3" name="Date Placeholder 2">
            <a:extLst>
              <a:ext uri="{FF2B5EF4-FFF2-40B4-BE49-F238E27FC236}">
                <a16:creationId xmlns:a16="http://schemas.microsoft.com/office/drawing/2014/main" id="{84022F7E-4713-F54B-0D06-50B8F5080741}"/>
              </a:ext>
            </a:extLst>
          </p:cNvPr>
          <p:cNvSpPr>
            <a:spLocks noGrp="1"/>
          </p:cNvSpPr>
          <p:nvPr>
            <p:ph type="dt" sz="half" idx="10"/>
          </p:nvPr>
        </p:nvSpPr>
        <p:spPr/>
        <p:txBody>
          <a:bodyPr/>
          <a:lstStyle/>
          <a:p>
            <a:fld id="{CD6FB6BF-6617-D64D-B620-750DF5173AE2}" type="datetime1">
              <a:rPr lang="en-US" smtClean="0"/>
              <a:t>11/3/2025</a:t>
            </a:fld>
            <a:endParaRPr lang="en-US" dirty="0"/>
          </a:p>
        </p:txBody>
      </p:sp>
      <p:sp>
        <p:nvSpPr>
          <p:cNvPr id="7" name="Footer Placeholder 6">
            <a:extLst>
              <a:ext uri="{FF2B5EF4-FFF2-40B4-BE49-F238E27FC236}">
                <a16:creationId xmlns:a16="http://schemas.microsoft.com/office/drawing/2014/main" id="{E800DDDC-1A7E-DB83-3DF7-C1422F0007E3}"/>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ACBA0657-9DC2-4B9A-96F7-59E8C05D92C8}"/>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4711064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11/3/2025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414041002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199" y="1447800"/>
            <a:ext cx="5212080"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lvl1pPr marL="0" indent="0">
              <a:buNone/>
              <a:defRPr/>
            </a:lvl1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2C2AF87E-BB6C-C34C-94E2-85566BBDC140}" type="datetime1">
              <a:rPr lang="en-US" smtClean="0"/>
              <a:t>11/3/2025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9334579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4th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4th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BBF0144B-5F91-4D45-8592-3540D443DD15}" type="datetime1">
              <a:rPr lang="en-US" smtClean="0"/>
              <a:t>11/3/2025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82244145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00A4357C-AC8D-DC4C-9095-09E2CD5356C5}" type="datetime1">
              <a:rPr lang="en-US" smtClean="0"/>
              <a:t>11/3/2025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a:t>Click to add content</a:t>
            </a:r>
          </a:p>
          <a:p>
            <a:pPr lvl="1"/>
            <a:r>
              <a:rPr lang="en-US"/>
              <a:t>2nd level text</a:t>
            </a:r>
          </a:p>
          <a:p>
            <a:pPr lvl="2"/>
            <a:r>
              <a:rPr lang="en-US"/>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2"/>
                </a:solidFill>
              </a:defRPr>
            </a:lvl1pPr>
          </a:lstStyle>
          <a:p>
            <a:pPr lvl="0"/>
            <a:r>
              <a:rPr lang="en-US" dirty="0"/>
              <a:t>Subtitle here</a:t>
            </a:r>
          </a:p>
        </p:txBody>
      </p:sp>
      <p:cxnSp>
        <p:nvCxnSpPr>
          <p:cNvPr id="5" name="Straight Connector 4">
            <a:extLst>
              <a:ext uri="{FF2B5EF4-FFF2-40B4-BE49-F238E27FC236}">
                <a16:creationId xmlns:a16="http://schemas.microsoft.com/office/drawing/2014/main" id="{429A3035-2EDB-6331-792C-C204BF38F6AC}"/>
              </a:ext>
            </a:extLst>
          </p:cNvPr>
          <p:cNvCxnSpPr>
            <a:cxnSpLocks/>
          </p:cNvCxnSpPr>
          <p:nvPr/>
        </p:nvCxnSpPr>
        <p:spPr>
          <a:xfrm>
            <a:off x="452438" y="1342781"/>
            <a:ext cx="29718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6E72534-59BF-D450-E5D9-32D085C7E6D9}"/>
              </a:ext>
            </a:extLst>
          </p:cNvPr>
          <p:cNvCxnSpPr>
            <a:cxnSpLocks/>
          </p:cNvCxnSpPr>
          <p:nvPr/>
        </p:nvCxnSpPr>
        <p:spPr>
          <a:xfrm>
            <a:off x="3962400" y="1342781"/>
            <a:ext cx="7772400" cy="0"/>
          </a:xfrm>
          <a:prstGeom prst="line">
            <a:avLst/>
          </a:prstGeom>
          <a:ln w="15875">
            <a:solidFill>
              <a:schemeClr val="bg2">
                <a:lumMod val="8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4817745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0"/>
            <a:ext cx="5212080" cy="4571999"/>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11/3/2025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6" name="Straight Connector 5">
            <a:extLst>
              <a:ext uri="{FF2B5EF4-FFF2-40B4-BE49-F238E27FC236}">
                <a16:creationId xmlns:a16="http://schemas.microsoft.com/office/drawing/2014/main" id="{124E5F2F-71BE-F7DA-234E-403E9123E2E3}"/>
              </a:ext>
            </a:extLst>
          </p:cNvPr>
          <p:cNvCxnSpPr>
            <a:cxnSpLocks/>
          </p:cNvCxnSpPr>
          <p:nvPr/>
        </p:nvCxnSpPr>
        <p:spPr>
          <a:xfrm>
            <a:off x="6096000" y="1444750"/>
            <a:ext cx="0" cy="4571997"/>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624248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29184"/>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11/3/2025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0133061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11/3/2025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52505285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Statement - light">
    <p:bg>
      <p:bgRef idx="1001">
        <a:schemeClr val="bg2"/>
      </p:bgRef>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2"/>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dirty="0"/>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4" name="Date Placeholder 3">
            <a:extLst>
              <a:ext uri="{FF2B5EF4-FFF2-40B4-BE49-F238E27FC236}">
                <a16:creationId xmlns:a16="http://schemas.microsoft.com/office/drawing/2014/main" id="{A90C7F1F-725F-1A52-1D97-F08B00EAAD97}"/>
              </a:ext>
            </a:extLst>
          </p:cNvPr>
          <p:cNvSpPr>
            <a:spLocks noGrp="1"/>
          </p:cNvSpPr>
          <p:nvPr>
            <p:ph type="dt" sz="half" idx="14"/>
          </p:nvPr>
        </p:nvSpPr>
        <p:spPr/>
        <p:txBody>
          <a:bodyPr/>
          <a:lstStyle/>
          <a:p>
            <a:fld id="{C7A24A1D-F3BF-1A41-B122-C74AA003EAC6}" type="datetime1">
              <a:rPr lang="en-US" smtClean="0"/>
              <a:t>11/3/2025</a:t>
            </a:fld>
            <a:endParaRPr lang="en-US" dirty="0"/>
          </a:p>
        </p:txBody>
      </p:sp>
      <p:sp>
        <p:nvSpPr>
          <p:cNvPr id="7" name="Footer Placeholder 6">
            <a:extLst>
              <a:ext uri="{FF2B5EF4-FFF2-40B4-BE49-F238E27FC236}">
                <a16:creationId xmlns:a16="http://schemas.microsoft.com/office/drawing/2014/main" id="{D50B4EFF-B670-387B-EBF2-318801CE65AB}"/>
              </a:ext>
            </a:extLst>
          </p:cNvPr>
          <p:cNvSpPr>
            <a:spLocks noGrp="1"/>
          </p:cNvSpPr>
          <p:nvPr>
            <p:ph type="ftr" sz="quarter" idx="15"/>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B54DEEBD-7FD8-B1BF-8875-FF2A60284D39}"/>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72647368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ase study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42164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2442934130"/>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ase study light - no imag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E73A3D6-80E4-AC3E-7815-5FDC789342D0}"/>
              </a:ext>
            </a:extLst>
          </p:cNvPr>
          <p:cNvSpPr/>
          <p:nvPr userDrawn="1"/>
        </p:nvSpPr>
        <p:spPr>
          <a:xfrm>
            <a:off x="0" y="0"/>
            <a:ext cx="42164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1" y="1078468"/>
            <a:ext cx="3200400" cy="369332"/>
          </a:xfrm>
        </p:spPr>
        <p:txBody>
          <a:bodyPr wrap="square" lIns="0" tIns="0" rIns="0" bIns="0" anchor="t" anchorCtr="0">
            <a:spAutoFit/>
          </a:bodyPr>
          <a:lstStyle>
            <a:lvl1pPr>
              <a:lnSpc>
                <a:spcPct val="100000"/>
              </a:lnSpc>
              <a:defRPr sz="24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bg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57200" y="457200"/>
            <a:ext cx="3200401" cy="171778"/>
          </a:xfrm>
        </p:spPr>
        <p:txBody>
          <a:bodyPr wrap="square">
            <a:spAutoFit/>
          </a:bodyPr>
          <a:lstStyle>
            <a:lvl1pPr marL="0" indent="0">
              <a:buNone/>
              <a:defRPr sz="1100">
                <a:solidFill>
                  <a:schemeClr val="bg1"/>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Case study super head</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5151120" y="1447800"/>
            <a:ext cx="6583680"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Picture Placeholder 6">
            <a:extLst>
              <a:ext uri="{FF2B5EF4-FFF2-40B4-BE49-F238E27FC236}">
                <a16:creationId xmlns:a16="http://schemas.microsoft.com/office/drawing/2014/main" id="{2240FDEC-D5D2-8E2B-9CB8-49F6FABD320A}"/>
              </a:ext>
            </a:extLst>
          </p:cNvPr>
          <p:cNvSpPr>
            <a:spLocks noGrp="1"/>
          </p:cNvSpPr>
          <p:nvPr>
            <p:ph type="pic" sz="quarter" idx="28" hasCustomPrompt="1"/>
          </p:nvPr>
        </p:nvSpPr>
        <p:spPr>
          <a:xfrm>
            <a:off x="9855200" y="457200"/>
            <a:ext cx="1879600" cy="685800"/>
          </a:xfrm>
          <a:noFill/>
        </p:spPr>
        <p:txBody>
          <a:bodyPr bIns="0" anchor="ctr">
            <a:normAutofit/>
          </a:bodyPr>
          <a:lstStyle>
            <a:lvl1pPr marL="0" indent="0" algn="ctr">
              <a:lnSpc>
                <a:spcPct val="100000"/>
              </a:lnSpc>
              <a:buNone/>
              <a:defRPr sz="900">
                <a:solidFill>
                  <a:schemeClr val="tx1"/>
                </a:solidFill>
              </a:defRPr>
            </a:lvl1pPr>
          </a:lstStyle>
          <a:p>
            <a:r>
              <a:rPr lang="en-US" dirty="0"/>
              <a:t>Client logo</a:t>
            </a:r>
            <a:br>
              <a:rPr lang="en-US" dirty="0"/>
            </a:br>
            <a:r>
              <a:rPr lang="en-US" dirty="0"/>
              <a:t>(crop: fit to make sure </a:t>
            </a:r>
            <a:br>
              <a:rPr lang="en-US" dirty="0"/>
            </a:br>
            <a:r>
              <a:rPr lang="en-US" dirty="0"/>
              <a:t>entire logo is visible)</a:t>
            </a:r>
          </a:p>
        </p:txBody>
      </p:sp>
    </p:spTree>
    <p:extLst>
      <p:ext uri="{BB962C8B-B14F-4D97-AF65-F5344CB8AC3E}">
        <p14:creationId xmlns:p14="http://schemas.microsoft.com/office/powerpoint/2010/main" val="16258165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DARK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775811" y="1385364"/>
            <a:ext cx="10640378" cy="4087273"/>
          </a:xfrm>
          <a:prstGeom prst="rect">
            <a:avLst/>
          </a:prstGeom>
          <a:noFill/>
        </p:spPr>
        <p:txBody>
          <a:bodyPr wrap="squar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DARK 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2891603830"/>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obj" preserve="1">
  <p:cSld name="Title and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p:txBody>
          <a:bodyPr/>
          <a:lstStyle/>
          <a:p>
            <a:pPr lvl="0"/>
            <a:r>
              <a:rPr lang="en-US" dirty="0"/>
              <a:t>Click to add content</a:t>
            </a:r>
          </a:p>
          <a:p>
            <a:pPr lvl="1"/>
            <a:r>
              <a:rPr lang="en-US" dirty="0"/>
              <a:t>2nd level</a:t>
            </a:r>
          </a:p>
          <a:p>
            <a:pPr lvl="2"/>
            <a:r>
              <a:rPr lang="en-US" dirty="0"/>
              <a:t>3rd level text</a:t>
            </a:r>
          </a:p>
          <a:p>
            <a:pPr lvl="3"/>
            <a:r>
              <a:rPr lang="en-US" dirty="0"/>
              <a:t>4th level text</a:t>
            </a:r>
          </a:p>
          <a:p>
            <a:pPr lvl="4"/>
            <a:r>
              <a:rPr lang="en-US" dirty="0"/>
              <a:t>5th level text</a:t>
            </a:r>
          </a:p>
        </p:txBody>
      </p:sp>
      <p:sp>
        <p:nvSpPr>
          <p:cNvPr id="9" name="Date Placeholder 8">
            <a:extLst>
              <a:ext uri="{FF2B5EF4-FFF2-40B4-BE49-F238E27FC236}">
                <a16:creationId xmlns:a16="http://schemas.microsoft.com/office/drawing/2014/main" id="{F383D916-FBF7-8EA7-4311-2FD3E10E8254}"/>
              </a:ext>
            </a:extLst>
          </p:cNvPr>
          <p:cNvSpPr>
            <a:spLocks noGrp="1"/>
          </p:cNvSpPr>
          <p:nvPr>
            <p:ph type="dt" sz="half" idx="10"/>
          </p:nvPr>
        </p:nvSpPr>
        <p:spPr/>
        <p:txBody>
          <a:bodyPr/>
          <a:lstStyle/>
          <a:p>
            <a:fld id="{62B992DF-0A30-4346-A305-F697A2247CA4}" type="datetime1">
              <a:rPr lang="en-US" smtClean="0"/>
              <a:t>11/3/2025</a:t>
            </a:fld>
            <a:endParaRPr lang="en-US" dirty="0"/>
          </a:p>
        </p:txBody>
      </p:sp>
      <p:sp>
        <p:nvSpPr>
          <p:cNvPr id="10" name="Footer Placeholder 9">
            <a:extLst>
              <a:ext uri="{FF2B5EF4-FFF2-40B4-BE49-F238E27FC236}">
                <a16:creationId xmlns:a16="http://schemas.microsoft.com/office/drawing/2014/main" id="{69D40ACC-00F3-03AD-3DB1-6487497FA161}"/>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1DA0B9D4-7BD8-9FB8-A351-972423D1D77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591ACBB7-11CF-0324-65ED-7CE580E3A1A8}"/>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111587575"/>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p:cSld name="Super head, sub head, footnote - Super head, sub head, footnote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457200" y="1447800"/>
            <a:ext cx="7518400" cy="42976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7">
            <a:extLst>
              <a:ext uri="{FF2B5EF4-FFF2-40B4-BE49-F238E27FC236}">
                <a16:creationId xmlns:a16="http://schemas.microsoft.com/office/drawing/2014/main" id="{EDCB0FDA-E923-182E-F7E1-D663EE4D60C4}"/>
              </a:ext>
            </a:extLst>
          </p:cNvPr>
          <p:cNvSpPr>
            <a:spLocks noGrp="1"/>
          </p:cNvSpPr>
          <p:nvPr>
            <p:ph type="body" sz="quarter" idx="14" hasCustomPrompt="1"/>
          </p:nvPr>
        </p:nvSpPr>
        <p:spPr>
          <a:xfrm>
            <a:off x="457200" y="228600"/>
            <a:ext cx="11277600" cy="163956"/>
          </a:xfrm>
        </p:spPr>
        <p:txBody>
          <a:bodyPr anchor="b">
            <a:spAutoFit/>
          </a:bodyPr>
          <a:lstStyle>
            <a:lvl1pPr marL="0" indent="0">
              <a:buNone/>
              <a:defRPr sz="1050">
                <a:solidFill>
                  <a:schemeClr val="accent3"/>
                </a:solidFill>
              </a:defRPr>
            </a:lvl1pPr>
          </a:lstStyle>
          <a:p>
            <a:pPr lvl="0"/>
            <a:r>
              <a:rPr lang="en-US"/>
              <a:t>Super head</a:t>
            </a:r>
          </a:p>
        </p:txBody>
      </p:sp>
      <p:sp>
        <p:nvSpPr>
          <p:cNvPr id="8" name="Text Placeholder 7">
            <a:extLst>
              <a:ext uri="{FF2B5EF4-FFF2-40B4-BE49-F238E27FC236}">
                <a16:creationId xmlns:a16="http://schemas.microsoft.com/office/drawing/2014/main" id="{8D4F1D73-B5B0-2DD9-9E22-084F619A1164}"/>
              </a:ext>
            </a:extLst>
          </p:cNvPr>
          <p:cNvSpPr>
            <a:spLocks noGrp="1"/>
          </p:cNvSpPr>
          <p:nvPr>
            <p:ph type="body" sz="quarter" idx="15" hasCustomPrompt="1"/>
          </p:nvPr>
        </p:nvSpPr>
        <p:spPr>
          <a:xfrm>
            <a:off x="457200" y="822960"/>
            <a:ext cx="11277600" cy="281039"/>
          </a:xfrm>
        </p:spPr>
        <p:txBody>
          <a:bodyPr anchor="t">
            <a:spAutoFit/>
          </a:bodyPr>
          <a:lstStyle>
            <a:lvl1pPr marL="0" indent="0">
              <a:lnSpc>
                <a:spcPct val="100000"/>
              </a:lnSpc>
              <a:buNone/>
              <a:defRPr sz="1800">
                <a:solidFill>
                  <a:schemeClr val="accent3"/>
                </a:solidFill>
              </a:defRPr>
            </a:lvl1pPr>
          </a:lstStyle>
          <a:p>
            <a:pPr lvl="0"/>
            <a:r>
              <a:rPr lang="en-US" dirty="0"/>
              <a:t>Subhead</a:t>
            </a:r>
          </a:p>
        </p:txBody>
      </p:sp>
      <p:sp>
        <p:nvSpPr>
          <p:cNvPr id="9" name="Text Placeholder 7">
            <a:extLst>
              <a:ext uri="{FF2B5EF4-FFF2-40B4-BE49-F238E27FC236}">
                <a16:creationId xmlns:a16="http://schemas.microsoft.com/office/drawing/2014/main" id="{8B225166-D739-CEC1-F817-8B08A1CA46F7}"/>
              </a:ext>
            </a:extLst>
          </p:cNvPr>
          <p:cNvSpPr>
            <a:spLocks noGrp="1"/>
          </p:cNvSpPr>
          <p:nvPr>
            <p:ph type="body" sz="quarter" idx="16" hasCustomPrompt="1"/>
          </p:nvPr>
        </p:nvSpPr>
        <p:spPr>
          <a:xfrm>
            <a:off x="457200" y="5947090"/>
            <a:ext cx="7518400" cy="124906"/>
          </a:xfrm>
        </p:spPr>
        <p:txBody>
          <a:bodyPr wrap="square" anchor="t" anchorCtr="0">
            <a:spAutoFit/>
          </a:bodyPr>
          <a:lstStyle>
            <a:lvl1pPr marL="0" indent="0">
              <a:buNone/>
              <a:defRPr sz="800">
                <a:solidFill>
                  <a:schemeClr val="tx1"/>
                </a:solidFill>
              </a:defRPr>
            </a:lvl1pPr>
          </a:lstStyle>
          <a:p>
            <a:pPr lvl="0"/>
            <a:r>
              <a:rPr lang="en-US" dirty="0"/>
              <a:t>Insert source or footnote here</a:t>
            </a:r>
          </a:p>
        </p:txBody>
      </p:sp>
      <p:sp>
        <p:nvSpPr>
          <p:cNvPr id="10" name="Date Placeholder 9">
            <a:extLst>
              <a:ext uri="{FF2B5EF4-FFF2-40B4-BE49-F238E27FC236}">
                <a16:creationId xmlns:a16="http://schemas.microsoft.com/office/drawing/2014/main" id="{BB09AAF3-3252-489D-5FB0-6293AC9FF0F1}"/>
              </a:ext>
            </a:extLst>
          </p:cNvPr>
          <p:cNvSpPr>
            <a:spLocks noGrp="1"/>
          </p:cNvSpPr>
          <p:nvPr>
            <p:ph type="dt" sz="half" idx="17"/>
          </p:nvPr>
        </p:nvSpPr>
        <p:spPr/>
        <p:txBody>
          <a:bodyPr/>
          <a:lstStyle/>
          <a:p>
            <a:fld id="{F038E6F7-2112-7146-A379-7AD5AE1DBC42}" type="datetime1">
              <a:rPr lang="en-US" smtClean="0"/>
              <a:t>11/3/2025</a:t>
            </a:fld>
            <a:endParaRPr lang="en-US" dirty="0"/>
          </a:p>
        </p:txBody>
      </p:sp>
      <p:sp>
        <p:nvSpPr>
          <p:cNvPr id="11" name="Footer Placeholder 10">
            <a:extLst>
              <a:ext uri="{FF2B5EF4-FFF2-40B4-BE49-F238E27FC236}">
                <a16:creationId xmlns:a16="http://schemas.microsoft.com/office/drawing/2014/main" id="{0D47B63B-3488-B9A8-9702-4FB8F539BC94}"/>
              </a:ext>
            </a:extLst>
          </p:cNvPr>
          <p:cNvSpPr>
            <a:spLocks noGrp="1"/>
          </p:cNvSpPr>
          <p:nvPr>
            <p:ph type="ftr" sz="quarter" idx="18"/>
          </p:nvPr>
        </p:nvSpPr>
        <p:spPr/>
        <p:txBody>
          <a:bodyPr/>
          <a:lstStyle/>
          <a:p>
            <a:r>
              <a:rPr lang="en-US" dirty="0"/>
              <a:t>© 2025–2027 Cognizant | Private</a:t>
            </a:r>
          </a:p>
        </p:txBody>
      </p:sp>
      <p:sp>
        <p:nvSpPr>
          <p:cNvPr id="12" name="Slide Number Placeholder 11">
            <a:extLst>
              <a:ext uri="{FF2B5EF4-FFF2-40B4-BE49-F238E27FC236}">
                <a16:creationId xmlns:a16="http://schemas.microsoft.com/office/drawing/2014/main" id="{1BA67573-B992-F2E1-F4A6-9434D3134383}"/>
              </a:ext>
            </a:extLst>
          </p:cNvPr>
          <p:cNvSpPr>
            <a:spLocks noGrp="1"/>
          </p:cNvSpPr>
          <p:nvPr>
            <p:ph type="sldNum" sz="quarter" idx="19"/>
          </p:nvPr>
        </p:nvSpPr>
        <p:spPr/>
        <p:txBody>
          <a:bodyPr/>
          <a:lstStyle/>
          <a:p>
            <a:fld id="{38826FC0-333C-E549-9FA3-0EE43DF298A3}" type="slidenum">
              <a:rPr lang="en-US" smtClean="0"/>
              <a:pPr/>
              <a:t>‹#›</a:t>
            </a:fld>
            <a:endParaRPr lang="en-US" dirty="0"/>
          </a:p>
        </p:txBody>
      </p:sp>
      <p:pic>
        <p:nvPicPr>
          <p:cNvPr id="6" name="Cognizant Logo_rgb_rev_2023" descr="Cognizant logo reversed, SVG format">
            <a:extLst>
              <a:ext uri="{FF2B5EF4-FFF2-40B4-BE49-F238E27FC236}">
                <a16:creationId xmlns:a16="http://schemas.microsoft.com/office/drawing/2014/main" id="{C58C5DC1-02D1-ACC1-37E9-20232B407871}"/>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620446942"/>
      </p:ext>
    </p:extLst>
  </p:cSld>
  <p:clrMapOvr>
    <a:overrideClrMapping bg1="dk1" tx1="lt1" bg2="dk2" tx2="lt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type="titleOnly" preserve="1">
  <p:cSld name="Title only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A3A05-DC05-1CC5-ED65-5734138EE80C}"/>
              </a:ext>
            </a:extLst>
          </p:cNvPr>
          <p:cNvSpPr>
            <a:spLocks noGrp="1"/>
          </p:cNvSpPr>
          <p:nvPr>
            <p:ph type="title" hasCustomPrompt="1"/>
          </p:nvPr>
        </p:nvSpPr>
        <p:spPr/>
        <p:txBody>
          <a:bodyPr/>
          <a:lstStyle/>
          <a:p>
            <a:r>
              <a:rPr lang="en-US" dirty="0"/>
              <a:t>Click to add title</a:t>
            </a:r>
          </a:p>
        </p:txBody>
      </p:sp>
      <p:sp>
        <p:nvSpPr>
          <p:cNvPr id="8" name="Date Placeholder 7">
            <a:extLst>
              <a:ext uri="{FF2B5EF4-FFF2-40B4-BE49-F238E27FC236}">
                <a16:creationId xmlns:a16="http://schemas.microsoft.com/office/drawing/2014/main" id="{D1C004D1-9C96-9E3A-B3CF-E648F1817884}"/>
              </a:ext>
            </a:extLst>
          </p:cNvPr>
          <p:cNvSpPr>
            <a:spLocks noGrp="1"/>
          </p:cNvSpPr>
          <p:nvPr>
            <p:ph type="dt" sz="half" idx="10"/>
          </p:nvPr>
        </p:nvSpPr>
        <p:spPr/>
        <p:txBody>
          <a:bodyPr/>
          <a:lstStyle/>
          <a:p>
            <a:fld id="{95A8BB47-FFEE-CC40-B60B-C46D6D449673}" type="datetime1">
              <a:rPr lang="en-US" smtClean="0"/>
              <a:t>11/3/2025</a:t>
            </a:fld>
            <a:endParaRPr lang="en-US" dirty="0"/>
          </a:p>
        </p:txBody>
      </p:sp>
      <p:sp>
        <p:nvSpPr>
          <p:cNvPr id="9" name="Footer Placeholder 8">
            <a:extLst>
              <a:ext uri="{FF2B5EF4-FFF2-40B4-BE49-F238E27FC236}">
                <a16:creationId xmlns:a16="http://schemas.microsoft.com/office/drawing/2014/main" id="{C8F63855-627B-94BE-7770-B3F2F8F1DAD6}"/>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64918DA7-E1E1-1CFE-6E02-09FE2AA2F07F}"/>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3" name="Cognizant Logo_rgb_rev_2023" descr="Cognizant logo reversed, SVG format">
            <a:extLst>
              <a:ext uri="{FF2B5EF4-FFF2-40B4-BE49-F238E27FC236}">
                <a16:creationId xmlns:a16="http://schemas.microsoft.com/office/drawing/2014/main" id="{39ECF048-F463-0BC0-00A8-80B618B315FC}"/>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9099305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Blank - dark">
    <p:bg>
      <p:bgRef idx="1001">
        <a:schemeClr val="bg1"/>
      </p:bgRef>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A86AB16-C89B-C286-D054-A2D5DB5C460C}"/>
              </a:ext>
            </a:extLst>
          </p:cNvPr>
          <p:cNvSpPr>
            <a:spLocks noGrp="1"/>
          </p:cNvSpPr>
          <p:nvPr>
            <p:ph type="title" hasCustomPrompt="1"/>
          </p:nvPr>
        </p:nvSpPr>
        <p:spPr>
          <a:xfrm>
            <a:off x="457200" y="-357975"/>
            <a:ext cx="11277600" cy="193899"/>
          </a:xfrm>
        </p:spPr>
        <p:txBody>
          <a:bodyPr/>
          <a:lstStyle>
            <a:lvl1pPr>
              <a:defRPr sz="1400">
                <a:solidFill>
                  <a:schemeClr val="bg1"/>
                </a:solidFill>
              </a:defRPr>
            </a:lvl1pPr>
          </a:lstStyle>
          <a:p>
            <a:r>
              <a:rPr lang="en-US"/>
              <a:t>Click to add title (for accessibility purposes)</a:t>
            </a:r>
          </a:p>
        </p:txBody>
      </p:sp>
      <p:sp>
        <p:nvSpPr>
          <p:cNvPr id="2" name="Date Placeholder 1">
            <a:extLst>
              <a:ext uri="{FF2B5EF4-FFF2-40B4-BE49-F238E27FC236}">
                <a16:creationId xmlns:a16="http://schemas.microsoft.com/office/drawing/2014/main" id="{782BD780-BD7C-D16D-9867-3767997FAF91}"/>
              </a:ext>
            </a:extLst>
          </p:cNvPr>
          <p:cNvSpPr>
            <a:spLocks noGrp="1"/>
          </p:cNvSpPr>
          <p:nvPr>
            <p:ph type="dt" sz="half" idx="10"/>
          </p:nvPr>
        </p:nvSpPr>
        <p:spPr/>
        <p:txBody>
          <a:bodyPr/>
          <a:lstStyle/>
          <a:p>
            <a:fld id="{8D0CC1A4-EC1E-954F-93E3-20FAE017D170}" type="datetime1">
              <a:rPr lang="en-US" smtClean="0"/>
              <a:t>11/3/2025</a:t>
            </a:fld>
            <a:endParaRPr lang="en-US" dirty="0"/>
          </a:p>
        </p:txBody>
      </p:sp>
      <p:sp>
        <p:nvSpPr>
          <p:cNvPr id="7" name="Footer Placeholder 6">
            <a:extLst>
              <a:ext uri="{FF2B5EF4-FFF2-40B4-BE49-F238E27FC236}">
                <a16:creationId xmlns:a16="http://schemas.microsoft.com/office/drawing/2014/main" id="{A5ABA333-FF45-AB19-E8F1-74BC796D7D7D}"/>
              </a:ext>
            </a:extLst>
          </p:cNvPr>
          <p:cNvSpPr>
            <a:spLocks noGrp="1"/>
          </p:cNvSpPr>
          <p:nvPr>
            <p:ph type="ftr" sz="quarter" idx="11"/>
          </p:nvPr>
        </p:nvSpPr>
        <p:spPr/>
        <p:txBody>
          <a:bodyPr/>
          <a:lstStyle/>
          <a:p>
            <a:r>
              <a:rPr lang="en-US" dirty="0"/>
              <a:t>© 2025–2027 Cognizant | Private</a:t>
            </a:r>
          </a:p>
        </p:txBody>
      </p:sp>
      <p:sp>
        <p:nvSpPr>
          <p:cNvPr id="8" name="Slide Number Placeholder 7">
            <a:extLst>
              <a:ext uri="{FF2B5EF4-FFF2-40B4-BE49-F238E27FC236}">
                <a16:creationId xmlns:a16="http://schemas.microsoft.com/office/drawing/2014/main" id="{D83C6AAA-8E03-CCE1-302E-C26D372E0547}"/>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4" name="Cognizant Logo_rgb_rev_2023" descr="Cognizant logo reversed, SVG format">
            <a:extLst>
              <a:ext uri="{FF2B5EF4-FFF2-40B4-BE49-F238E27FC236}">
                <a16:creationId xmlns:a16="http://schemas.microsoft.com/office/drawing/2014/main" id="{F805300B-96D9-F036-71EF-3F86B3B72D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794437884"/>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Two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7800"/>
            <a:ext cx="5212076"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6522720" y="1447800"/>
            <a:ext cx="5183188" cy="281103"/>
          </a:xfrm>
        </p:spPr>
        <p:txBody>
          <a:bodyPr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6522720" y="1943099"/>
            <a:ext cx="521208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a:t>
            </a:r>
          </a:p>
          <a:p>
            <a:pPr lvl="4"/>
            <a:r>
              <a:rPr lang="en-US" dirty="0"/>
              <a:t>Fifth level</a:t>
            </a:r>
          </a:p>
        </p:txBody>
      </p:sp>
      <p:cxnSp>
        <p:nvCxnSpPr>
          <p:cNvPr id="11" name="Straight Connector 10">
            <a:extLst>
              <a:ext uri="{FF2B5EF4-FFF2-40B4-BE49-F238E27FC236}">
                <a16:creationId xmlns:a16="http://schemas.microsoft.com/office/drawing/2014/main" id="{CAC5B4FD-126E-C923-20FE-0F5752D73F74}"/>
              </a:ext>
            </a:extLst>
          </p:cNvPr>
          <p:cNvCxnSpPr>
            <a:cxnSpLocks/>
          </p:cNvCxnSpPr>
          <p:nvPr/>
        </p:nvCxnSpPr>
        <p:spPr>
          <a:xfrm>
            <a:off x="6096000" y="1444752"/>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2" name="Date Placeholder 11">
            <a:extLst>
              <a:ext uri="{FF2B5EF4-FFF2-40B4-BE49-F238E27FC236}">
                <a16:creationId xmlns:a16="http://schemas.microsoft.com/office/drawing/2014/main" id="{3935A7ED-6F86-9D0C-DCB0-7B1E2AC5270D}"/>
              </a:ext>
            </a:extLst>
          </p:cNvPr>
          <p:cNvSpPr>
            <a:spLocks noGrp="1"/>
          </p:cNvSpPr>
          <p:nvPr>
            <p:ph type="dt" sz="half" idx="10"/>
          </p:nvPr>
        </p:nvSpPr>
        <p:spPr/>
        <p:txBody>
          <a:bodyPr/>
          <a:lstStyle/>
          <a:p>
            <a:fld id="{9D58F847-15B5-FC42-B011-59EA55B0831B}" type="datetime1">
              <a:rPr lang="en-US" smtClean="0"/>
              <a:t>11/3/2025</a:t>
            </a:fld>
            <a:endParaRPr lang="en-US" dirty="0"/>
          </a:p>
        </p:txBody>
      </p:sp>
      <p:sp>
        <p:nvSpPr>
          <p:cNvPr id="13" name="Footer Placeholder 12">
            <a:extLst>
              <a:ext uri="{FF2B5EF4-FFF2-40B4-BE49-F238E27FC236}">
                <a16:creationId xmlns:a16="http://schemas.microsoft.com/office/drawing/2014/main" id="{3B6D255F-8835-8DBB-9F90-569D07917B7B}"/>
              </a:ext>
            </a:extLst>
          </p:cNvPr>
          <p:cNvSpPr>
            <a:spLocks noGrp="1"/>
          </p:cNvSpPr>
          <p:nvPr>
            <p:ph type="ftr" sz="quarter" idx="11"/>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22927497-DF06-5FD3-E29B-027FB589C8A5}"/>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1DE60F7F-2598-AFEF-3685-42666554AD0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92546887"/>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Three colum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C40CFA-C95C-83CB-71E9-4274D942BC47}"/>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Text Placeholder 2">
            <a:extLst>
              <a:ext uri="{FF2B5EF4-FFF2-40B4-BE49-F238E27FC236}">
                <a16:creationId xmlns:a16="http://schemas.microsoft.com/office/drawing/2014/main" id="{2FBB040B-AA5C-6A8F-D56C-52A1535E2C6D}"/>
              </a:ext>
            </a:extLst>
          </p:cNvPr>
          <p:cNvSpPr>
            <a:spLocks noGrp="1"/>
          </p:cNvSpPr>
          <p:nvPr>
            <p:ph type="body" idx="1" hasCustomPrompt="1"/>
          </p:nvPr>
        </p:nvSpPr>
        <p:spPr>
          <a:xfrm>
            <a:off x="45720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4" name="Content Placeholder 3">
            <a:extLst>
              <a:ext uri="{FF2B5EF4-FFF2-40B4-BE49-F238E27FC236}">
                <a16:creationId xmlns:a16="http://schemas.microsoft.com/office/drawing/2014/main" id="{D0973171-3D9B-E0BE-A9C6-BFF552EC6163}"/>
              </a:ext>
            </a:extLst>
          </p:cNvPr>
          <p:cNvSpPr>
            <a:spLocks noGrp="1"/>
          </p:cNvSpPr>
          <p:nvPr>
            <p:ph sz="half" idx="2" hasCustomPrompt="1"/>
          </p:nvPr>
        </p:nvSpPr>
        <p:spPr>
          <a:xfrm>
            <a:off x="457199"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Text Placeholder 4">
            <a:extLst>
              <a:ext uri="{FF2B5EF4-FFF2-40B4-BE49-F238E27FC236}">
                <a16:creationId xmlns:a16="http://schemas.microsoft.com/office/drawing/2014/main" id="{73D4243E-50F7-E6A4-A28E-F299D4BD0477}"/>
              </a:ext>
            </a:extLst>
          </p:cNvPr>
          <p:cNvSpPr>
            <a:spLocks noGrp="1"/>
          </p:cNvSpPr>
          <p:nvPr>
            <p:ph type="body" sz="quarter" idx="3" hasCustomPrompt="1"/>
          </p:nvPr>
        </p:nvSpPr>
        <p:spPr>
          <a:xfrm>
            <a:off x="435864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6" name="Content Placeholder 5">
            <a:extLst>
              <a:ext uri="{FF2B5EF4-FFF2-40B4-BE49-F238E27FC236}">
                <a16:creationId xmlns:a16="http://schemas.microsoft.com/office/drawing/2014/main" id="{E9290F11-9C52-DB05-1E6C-9491409F37B3}"/>
              </a:ext>
            </a:extLst>
          </p:cNvPr>
          <p:cNvSpPr>
            <a:spLocks noGrp="1"/>
          </p:cNvSpPr>
          <p:nvPr>
            <p:ph sz="quarter" idx="4" hasCustomPrompt="1"/>
          </p:nvPr>
        </p:nvSpPr>
        <p:spPr>
          <a:xfrm>
            <a:off x="435864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11" name="Text Placeholder 4">
            <a:extLst>
              <a:ext uri="{FF2B5EF4-FFF2-40B4-BE49-F238E27FC236}">
                <a16:creationId xmlns:a16="http://schemas.microsoft.com/office/drawing/2014/main" id="{86FD443D-34B0-9A83-29DB-8F197FDBF4CC}"/>
              </a:ext>
            </a:extLst>
          </p:cNvPr>
          <p:cNvSpPr>
            <a:spLocks noGrp="1"/>
          </p:cNvSpPr>
          <p:nvPr>
            <p:ph type="body" sz="quarter" idx="14" hasCustomPrompt="1"/>
          </p:nvPr>
        </p:nvSpPr>
        <p:spPr>
          <a:xfrm>
            <a:off x="8260080" y="1444752"/>
            <a:ext cx="3474720" cy="281103"/>
          </a:xfrm>
        </p:spPr>
        <p:txBody>
          <a:bodyPr wrap="square" anchor="b">
            <a:spAutoFit/>
          </a:bodyPr>
          <a:lstStyle>
            <a:lvl1pPr marL="0" indent="0">
              <a:lnSpc>
                <a:spcPct val="100000"/>
              </a:lnSpc>
              <a:spcAft>
                <a:spcPts val="0"/>
              </a:spcAft>
              <a:buNone/>
              <a:defRPr sz="1800" b="1">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Subtitle</a:t>
            </a:r>
          </a:p>
        </p:txBody>
      </p:sp>
      <p:sp>
        <p:nvSpPr>
          <p:cNvPr id="12" name="Content Placeholder 5">
            <a:extLst>
              <a:ext uri="{FF2B5EF4-FFF2-40B4-BE49-F238E27FC236}">
                <a16:creationId xmlns:a16="http://schemas.microsoft.com/office/drawing/2014/main" id="{149D936A-CA93-6EC3-649C-C64805636A41}"/>
              </a:ext>
            </a:extLst>
          </p:cNvPr>
          <p:cNvSpPr>
            <a:spLocks noGrp="1"/>
          </p:cNvSpPr>
          <p:nvPr>
            <p:ph sz="quarter" idx="15" hasCustomPrompt="1"/>
          </p:nvPr>
        </p:nvSpPr>
        <p:spPr>
          <a:xfrm>
            <a:off x="8260080" y="1943099"/>
            <a:ext cx="3474720" cy="384048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cxnSp>
        <p:nvCxnSpPr>
          <p:cNvPr id="13" name="Straight Connector 12">
            <a:extLst>
              <a:ext uri="{FF2B5EF4-FFF2-40B4-BE49-F238E27FC236}">
                <a16:creationId xmlns:a16="http://schemas.microsoft.com/office/drawing/2014/main" id="{68E36702-0CEF-D114-17AE-83A7C377C9A7}"/>
              </a:ext>
            </a:extLst>
          </p:cNvPr>
          <p:cNvCxnSpPr>
            <a:cxnSpLocks/>
          </p:cNvCxnSpPr>
          <p:nvPr/>
        </p:nvCxnSpPr>
        <p:spPr>
          <a:xfrm>
            <a:off x="414528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BB5AB7EC-316C-897C-CA19-9CEC9B880398}"/>
              </a:ext>
            </a:extLst>
          </p:cNvPr>
          <p:cNvCxnSpPr>
            <a:cxnSpLocks/>
          </p:cNvCxnSpPr>
          <p:nvPr/>
        </p:nvCxnSpPr>
        <p:spPr>
          <a:xfrm>
            <a:off x="8046720" y="1438275"/>
            <a:ext cx="0" cy="4256088"/>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sp>
        <p:nvSpPr>
          <p:cNvPr id="16" name="Date Placeholder 15">
            <a:extLst>
              <a:ext uri="{FF2B5EF4-FFF2-40B4-BE49-F238E27FC236}">
                <a16:creationId xmlns:a16="http://schemas.microsoft.com/office/drawing/2014/main" id="{F5B8B50B-AB16-A20B-185B-36DFF37B0A24}"/>
              </a:ext>
            </a:extLst>
          </p:cNvPr>
          <p:cNvSpPr>
            <a:spLocks noGrp="1"/>
          </p:cNvSpPr>
          <p:nvPr>
            <p:ph type="dt" sz="half" idx="16"/>
          </p:nvPr>
        </p:nvSpPr>
        <p:spPr/>
        <p:txBody>
          <a:bodyPr/>
          <a:lstStyle/>
          <a:p>
            <a:fld id="{13D1F7B9-93C8-664D-A904-37BC09BC8A3C}" type="datetime1">
              <a:rPr lang="en-US" smtClean="0"/>
              <a:t>11/3/2025</a:t>
            </a:fld>
            <a:endParaRPr lang="en-US" dirty="0"/>
          </a:p>
        </p:txBody>
      </p:sp>
      <p:sp>
        <p:nvSpPr>
          <p:cNvPr id="17" name="Footer Placeholder 16">
            <a:extLst>
              <a:ext uri="{FF2B5EF4-FFF2-40B4-BE49-F238E27FC236}">
                <a16:creationId xmlns:a16="http://schemas.microsoft.com/office/drawing/2014/main" id="{05375221-EE8E-370B-A5A8-1CA07AEA3C8F}"/>
              </a:ext>
            </a:extLst>
          </p:cNvPr>
          <p:cNvSpPr>
            <a:spLocks noGrp="1"/>
          </p:cNvSpPr>
          <p:nvPr>
            <p:ph type="ftr" sz="quarter" idx="17"/>
          </p:nvPr>
        </p:nvSpPr>
        <p:spPr/>
        <p:txBody>
          <a:bodyPr/>
          <a:lstStyle/>
          <a:p>
            <a:r>
              <a:rPr lang="en-US" dirty="0"/>
              <a:t>© 2025–2027 Cognizant | Private</a:t>
            </a:r>
          </a:p>
        </p:txBody>
      </p:sp>
      <p:sp>
        <p:nvSpPr>
          <p:cNvPr id="18" name="Slide Number Placeholder 17">
            <a:extLst>
              <a:ext uri="{FF2B5EF4-FFF2-40B4-BE49-F238E27FC236}">
                <a16:creationId xmlns:a16="http://schemas.microsoft.com/office/drawing/2014/main" id="{6267E76B-A742-758B-F8B4-A2ECF5BC1DDB}"/>
              </a:ext>
            </a:extLst>
          </p:cNvPr>
          <p:cNvSpPr>
            <a:spLocks noGrp="1"/>
          </p:cNvSpPr>
          <p:nvPr>
            <p:ph type="sldNum" sz="quarter" idx="18"/>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4D269101-9011-77BF-B029-F362C603BBB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205733390"/>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omparison horizontal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76F8A-83B2-A500-1463-2D0DF1140899}"/>
              </a:ext>
            </a:extLst>
          </p:cNvPr>
          <p:cNvSpPr>
            <a:spLocks noGrp="1"/>
          </p:cNvSpPr>
          <p:nvPr>
            <p:ph type="title" hasCustomPrompt="1"/>
          </p:nvPr>
        </p:nvSpPr>
        <p:spPr>
          <a:xfrm>
            <a:off x="457200" y="457200"/>
            <a:ext cx="11277600" cy="332399"/>
          </a:xfrm>
        </p:spPr>
        <p:txBody>
          <a:bodyPr/>
          <a:lstStyle/>
          <a:p>
            <a:r>
              <a:rPr lang="en-US" dirty="0"/>
              <a:t>Click to add title</a:t>
            </a:r>
          </a:p>
        </p:txBody>
      </p:sp>
      <p:sp>
        <p:nvSpPr>
          <p:cNvPr id="3" name="Content Placeholder 2">
            <a:extLst>
              <a:ext uri="{FF2B5EF4-FFF2-40B4-BE49-F238E27FC236}">
                <a16:creationId xmlns:a16="http://schemas.microsoft.com/office/drawing/2014/main" id="{3AA1FC49-269C-AAA4-005C-C327B0F1BCD0}"/>
              </a:ext>
            </a:extLst>
          </p:cNvPr>
          <p:cNvSpPr>
            <a:spLocks noGrp="1"/>
          </p:cNvSpPr>
          <p:nvPr>
            <p:ph idx="1" hasCustomPrompt="1"/>
          </p:nvPr>
        </p:nvSpPr>
        <p:spPr>
          <a:xfrm>
            <a:off x="3962400" y="144780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9" name="Date Placeholder 8">
            <a:extLst>
              <a:ext uri="{FF2B5EF4-FFF2-40B4-BE49-F238E27FC236}">
                <a16:creationId xmlns:a16="http://schemas.microsoft.com/office/drawing/2014/main" id="{3DA6F676-1432-9BD5-293D-3B121AF2F0B9}"/>
              </a:ext>
            </a:extLst>
          </p:cNvPr>
          <p:cNvSpPr>
            <a:spLocks noGrp="1"/>
          </p:cNvSpPr>
          <p:nvPr>
            <p:ph type="dt" sz="half" idx="10"/>
          </p:nvPr>
        </p:nvSpPr>
        <p:spPr/>
        <p:txBody>
          <a:bodyPr/>
          <a:lstStyle/>
          <a:p>
            <a:fld id="{858CC89B-9FBC-D34F-9643-4C80243D9DBA}" type="datetime1">
              <a:rPr lang="en-US" smtClean="0"/>
              <a:t>11/3/2025</a:t>
            </a:fld>
            <a:endParaRPr lang="en-US" dirty="0"/>
          </a:p>
        </p:txBody>
      </p:sp>
      <p:sp>
        <p:nvSpPr>
          <p:cNvPr id="10" name="Footer Placeholder 9">
            <a:extLst>
              <a:ext uri="{FF2B5EF4-FFF2-40B4-BE49-F238E27FC236}">
                <a16:creationId xmlns:a16="http://schemas.microsoft.com/office/drawing/2014/main" id="{B0C8C277-B1F1-8DA5-6AF5-ACB3ECF2B2EC}"/>
              </a:ext>
            </a:extLst>
          </p:cNvPr>
          <p:cNvSpPr>
            <a:spLocks noGrp="1"/>
          </p:cNvSpPr>
          <p:nvPr>
            <p:ph type="ftr" sz="quarter" idx="11"/>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0F779E1-4E24-F611-3CF0-B2C64B13509B}"/>
              </a:ext>
            </a:extLst>
          </p:cNvPr>
          <p:cNvSpPr>
            <a:spLocks noGrp="1"/>
          </p:cNvSpPr>
          <p:nvPr>
            <p:ph type="sldNum" sz="quarter" idx="12"/>
          </p:nvPr>
        </p:nvSpPr>
        <p:spPr/>
        <p:txBody>
          <a:bodyPr/>
          <a:lstStyle/>
          <a:p>
            <a:fld id="{38826FC0-333C-E549-9FA3-0EE43DF298A3}" type="slidenum">
              <a:rPr lang="en-US" smtClean="0"/>
              <a:pPr/>
              <a:t>‹#›</a:t>
            </a:fld>
            <a:endParaRPr lang="en-US" dirty="0"/>
          </a:p>
        </p:txBody>
      </p:sp>
      <p:sp>
        <p:nvSpPr>
          <p:cNvPr id="6" name="Text Placeholder 5">
            <a:extLst>
              <a:ext uri="{FF2B5EF4-FFF2-40B4-BE49-F238E27FC236}">
                <a16:creationId xmlns:a16="http://schemas.microsoft.com/office/drawing/2014/main" id="{E5983A4D-2A2C-B635-2F97-8FF9365D1E60}"/>
              </a:ext>
            </a:extLst>
          </p:cNvPr>
          <p:cNvSpPr>
            <a:spLocks noGrp="1"/>
          </p:cNvSpPr>
          <p:nvPr>
            <p:ph type="body" sz="quarter" idx="13" hasCustomPrompt="1"/>
          </p:nvPr>
        </p:nvSpPr>
        <p:spPr>
          <a:xfrm>
            <a:off x="457200" y="144780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7" name="Straight Connector 6">
            <a:extLst>
              <a:ext uri="{FF2B5EF4-FFF2-40B4-BE49-F238E27FC236}">
                <a16:creationId xmlns:a16="http://schemas.microsoft.com/office/drawing/2014/main" id="{D44ACB01-6B78-648D-EBF4-7043D32A4DCC}"/>
              </a:ext>
            </a:extLst>
          </p:cNvPr>
          <p:cNvCxnSpPr>
            <a:cxnSpLocks/>
          </p:cNvCxnSpPr>
          <p:nvPr/>
        </p:nvCxnSpPr>
        <p:spPr>
          <a:xfrm>
            <a:off x="452438" y="284749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B55E037-1D4C-9E0D-9DB6-DCBB7033AC21}"/>
              </a:ext>
            </a:extLst>
          </p:cNvPr>
          <p:cNvCxnSpPr>
            <a:cxnSpLocks/>
          </p:cNvCxnSpPr>
          <p:nvPr/>
        </p:nvCxnSpPr>
        <p:spPr>
          <a:xfrm>
            <a:off x="3962400" y="284749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4" name="Content Placeholder 2">
            <a:extLst>
              <a:ext uri="{FF2B5EF4-FFF2-40B4-BE49-F238E27FC236}">
                <a16:creationId xmlns:a16="http://schemas.microsoft.com/office/drawing/2014/main" id="{4B4CBE33-0E3B-B5D6-D276-A5FBB088DD56}"/>
              </a:ext>
            </a:extLst>
          </p:cNvPr>
          <p:cNvSpPr>
            <a:spLocks noGrp="1"/>
          </p:cNvSpPr>
          <p:nvPr>
            <p:ph idx="14" hasCustomPrompt="1"/>
          </p:nvPr>
        </p:nvSpPr>
        <p:spPr>
          <a:xfrm>
            <a:off x="3962400" y="2939080"/>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5" name="Text Placeholder 5">
            <a:extLst>
              <a:ext uri="{FF2B5EF4-FFF2-40B4-BE49-F238E27FC236}">
                <a16:creationId xmlns:a16="http://schemas.microsoft.com/office/drawing/2014/main" id="{300D1863-6D9F-D386-3272-7AE775F597AD}"/>
              </a:ext>
            </a:extLst>
          </p:cNvPr>
          <p:cNvSpPr>
            <a:spLocks noGrp="1"/>
          </p:cNvSpPr>
          <p:nvPr>
            <p:ph type="body" sz="quarter" idx="15" hasCustomPrompt="1"/>
          </p:nvPr>
        </p:nvSpPr>
        <p:spPr>
          <a:xfrm>
            <a:off x="457200" y="2939080"/>
            <a:ext cx="2971800" cy="1308100"/>
          </a:xfrm>
        </p:spPr>
        <p:txBody>
          <a:bodyPr>
            <a:noAutofit/>
          </a:bodyPr>
          <a:lstStyle>
            <a:lvl1pPr marL="0" indent="0">
              <a:buNone/>
              <a:defRPr sz="1800" b="1">
                <a:solidFill>
                  <a:schemeClr val="accent3"/>
                </a:solidFill>
              </a:defRPr>
            </a:lvl1pPr>
          </a:lstStyle>
          <a:p>
            <a:pPr lvl="0"/>
            <a:r>
              <a:rPr lang="en-US" dirty="0"/>
              <a:t>Subtitle here</a:t>
            </a:r>
          </a:p>
        </p:txBody>
      </p:sp>
      <p:cxnSp>
        <p:nvCxnSpPr>
          <p:cNvPr id="16" name="Straight Connector 15">
            <a:extLst>
              <a:ext uri="{FF2B5EF4-FFF2-40B4-BE49-F238E27FC236}">
                <a16:creationId xmlns:a16="http://schemas.microsoft.com/office/drawing/2014/main" id="{AA5D8537-3CEF-DF78-41F1-0F6312E9645F}"/>
              </a:ext>
            </a:extLst>
          </p:cNvPr>
          <p:cNvCxnSpPr>
            <a:cxnSpLocks/>
          </p:cNvCxnSpPr>
          <p:nvPr/>
        </p:nvCxnSpPr>
        <p:spPr>
          <a:xfrm>
            <a:off x="452438" y="4338770"/>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7BFE904F-D475-7593-E45F-BF79A922E831}"/>
              </a:ext>
            </a:extLst>
          </p:cNvPr>
          <p:cNvCxnSpPr>
            <a:cxnSpLocks/>
          </p:cNvCxnSpPr>
          <p:nvPr/>
        </p:nvCxnSpPr>
        <p:spPr>
          <a:xfrm>
            <a:off x="3962400" y="4338770"/>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sp>
        <p:nvSpPr>
          <p:cNvPr id="18" name="Content Placeholder 2">
            <a:extLst>
              <a:ext uri="{FF2B5EF4-FFF2-40B4-BE49-F238E27FC236}">
                <a16:creationId xmlns:a16="http://schemas.microsoft.com/office/drawing/2014/main" id="{C42A06B7-2FE2-2908-5164-0845DA34203C}"/>
              </a:ext>
            </a:extLst>
          </p:cNvPr>
          <p:cNvSpPr>
            <a:spLocks noGrp="1"/>
          </p:cNvSpPr>
          <p:nvPr>
            <p:ph idx="16" hasCustomPrompt="1"/>
          </p:nvPr>
        </p:nvSpPr>
        <p:spPr>
          <a:xfrm>
            <a:off x="3962400" y="4430359"/>
            <a:ext cx="7772400" cy="1308100"/>
          </a:xfrm>
        </p:spPr>
        <p:txBody>
          <a:bodyPr>
            <a:noAutofit/>
          </a:bodyPr>
          <a:lstStyle/>
          <a:p>
            <a:pPr lvl="0"/>
            <a:r>
              <a:rPr lang="en-US" dirty="0"/>
              <a:t>Click to add content</a:t>
            </a:r>
          </a:p>
          <a:p>
            <a:pPr lvl="1"/>
            <a:r>
              <a:rPr lang="en-US" dirty="0"/>
              <a:t>2nd level text</a:t>
            </a:r>
          </a:p>
          <a:p>
            <a:pPr lvl="2"/>
            <a:r>
              <a:rPr lang="en-US" dirty="0"/>
              <a:t>3rd level text</a:t>
            </a:r>
          </a:p>
        </p:txBody>
      </p:sp>
      <p:sp>
        <p:nvSpPr>
          <p:cNvPr id="19" name="Text Placeholder 5">
            <a:extLst>
              <a:ext uri="{FF2B5EF4-FFF2-40B4-BE49-F238E27FC236}">
                <a16:creationId xmlns:a16="http://schemas.microsoft.com/office/drawing/2014/main" id="{6F293747-E822-8B9A-B250-BD09178A5F10}"/>
              </a:ext>
            </a:extLst>
          </p:cNvPr>
          <p:cNvSpPr>
            <a:spLocks noGrp="1"/>
          </p:cNvSpPr>
          <p:nvPr>
            <p:ph type="body" sz="quarter" idx="17" hasCustomPrompt="1"/>
          </p:nvPr>
        </p:nvSpPr>
        <p:spPr>
          <a:xfrm>
            <a:off x="457200" y="4430359"/>
            <a:ext cx="2971800" cy="1308100"/>
          </a:xfrm>
        </p:spPr>
        <p:txBody>
          <a:bodyPr>
            <a:noAutofit/>
          </a:bodyPr>
          <a:lstStyle>
            <a:lvl1pPr marL="0" indent="0">
              <a:buNone/>
              <a:defRPr sz="1800" b="1">
                <a:solidFill>
                  <a:schemeClr val="accent3"/>
                </a:solidFill>
              </a:defRPr>
            </a:lvl1pPr>
          </a:lstStyle>
          <a:p>
            <a:pPr lvl="0"/>
            <a:r>
              <a:rPr lang="en-US" dirty="0"/>
              <a:t>Subtitle here</a:t>
            </a:r>
          </a:p>
        </p:txBody>
      </p:sp>
      <p:sp>
        <p:nvSpPr>
          <p:cNvPr id="4" name="Text Placeholder 7">
            <a:extLst>
              <a:ext uri="{FF2B5EF4-FFF2-40B4-BE49-F238E27FC236}">
                <a16:creationId xmlns:a16="http://schemas.microsoft.com/office/drawing/2014/main" id="{72C70445-48B0-9FD3-49CD-384BFCCB6776}"/>
              </a:ext>
            </a:extLst>
          </p:cNvPr>
          <p:cNvSpPr>
            <a:spLocks noGrp="1"/>
          </p:cNvSpPr>
          <p:nvPr>
            <p:ph type="body" sz="quarter" idx="18" hasCustomPrompt="1"/>
          </p:nvPr>
        </p:nvSpPr>
        <p:spPr>
          <a:xfrm>
            <a:off x="457200" y="5947090"/>
            <a:ext cx="11277600" cy="124906"/>
          </a:xfrm>
        </p:spPr>
        <p:txBody>
          <a:bodyPr anchor="b">
            <a:spAutoFit/>
          </a:bodyPr>
          <a:lstStyle>
            <a:lvl1pPr marL="0" indent="0">
              <a:buNone/>
              <a:defRPr sz="800">
                <a:solidFill>
                  <a:schemeClr val="tx1"/>
                </a:solidFill>
              </a:defRPr>
            </a:lvl1pPr>
          </a:lstStyle>
          <a:p>
            <a:pPr lvl="0"/>
            <a:r>
              <a:rPr lang="en-US"/>
              <a:t>Insert source or footnote here</a:t>
            </a:r>
          </a:p>
        </p:txBody>
      </p:sp>
      <p:cxnSp>
        <p:nvCxnSpPr>
          <p:cNvPr id="8" name="Straight Connector 7">
            <a:extLst>
              <a:ext uri="{FF2B5EF4-FFF2-40B4-BE49-F238E27FC236}">
                <a16:creationId xmlns:a16="http://schemas.microsoft.com/office/drawing/2014/main" id="{35EE48CC-AC3C-AD12-0F6B-6F8CB2E6EC5E}"/>
              </a:ext>
            </a:extLst>
          </p:cNvPr>
          <p:cNvCxnSpPr>
            <a:cxnSpLocks/>
          </p:cNvCxnSpPr>
          <p:nvPr/>
        </p:nvCxnSpPr>
        <p:spPr>
          <a:xfrm>
            <a:off x="452438" y="1342781"/>
            <a:ext cx="29718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C28B6686-C28E-A83C-319D-33930A551B41}"/>
              </a:ext>
            </a:extLst>
          </p:cNvPr>
          <p:cNvCxnSpPr>
            <a:cxnSpLocks/>
          </p:cNvCxnSpPr>
          <p:nvPr/>
        </p:nvCxnSpPr>
        <p:spPr>
          <a:xfrm>
            <a:off x="3962400" y="1342781"/>
            <a:ext cx="7772400" cy="0"/>
          </a:xfrm>
          <a:prstGeom prst="line">
            <a:avLst/>
          </a:prstGeom>
          <a:ln w="15875">
            <a:solidFill>
              <a:schemeClr val="accent3"/>
            </a:solidFill>
          </a:ln>
        </p:spPr>
        <p:style>
          <a:lnRef idx="1">
            <a:schemeClr val="accent1"/>
          </a:lnRef>
          <a:fillRef idx="0">
            <a:schemeClr val="accent1"/>
          </a:fillRef>
          <a:effectRef idx="0">
            <a:schemeClr val="accent1"/>
          </a:effectRef>
          <a:fontRef idx="minor">
            <a:schemeClr val="tx1"/>
          </a:fontRef>
        </p:style>
      </p:cxnSp>
      <p:pic>
        <p:nvPicPr>
          <p:cNvPr id="20" name="Cognizant Logo_rgb_rev_2023" descr="Cognizant logo reversed, SVG format">
            <a:extLst>
              <a:ext uri="{FF2B5EF4-FFF2-40B4-BE49-F238E27FC236}">
                <a16:creationId xmlns:a16="http://schemas.microsoft.com/office/drawing/2014/main" id="{8EF2B9B7-A970-B060-F759-FFA1C8972DF0}"/>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2974737"/>
      </p:ext>
    </p:extLst>
  </p:cSld>
  <p:clrMapOvr>
    <a:overrideClrMapping bg1="dk1" tx1="lt1" bg2="dk2" tx2="lt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woObj" preserve="1">
  <p:cSld name="Two Content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AEB62-7BE1-5D8C-1B24-A6872199ABCA}"/>
              </a:ext>
            </a:extLst>
          </p:cNvPr>
          <p:cNvSpPr>
            <a:spLocks noGrp="1"/>
          </p:cNvSpPr>
          <p:nvPr>
            <p:ph type="title" hasCustomPrompt="1"/>
          </p:nvPr>
        </p:nvSpPr>
        <p:spPr/>
        <p:txBody>
          <a:bodyPr/>
          <a:lstStyle/>
          <a:p>
            <a:r>
              <a:rPr lang="en-US" dirty="0"/>
              <a:t>Click to add title</a:t>
            </a:r>
          </a:p>
        </p:txBody>
      </p:sp>
      <p:sp>
        <p:nvSpPr>
          <p:cNvPr id="3" name="Content Placeholder 2">
            <a:extLst>
              <a:ext uri="{FF2B5EF4-FFF2-40B4-BE49-F238E27FC236}">
                <a16:creationId xmlns:a16="http://schemas.microsoft.com/office/drawing/2014/main" id="{F3764D86-105F-2A88-55B5-2DAECBD3E8E3}"/>
              </a:ext>
            </a:extLst>
          </p:cNvPr>
          <p:cNvSpPr>
            <a:spLocks noGrp="1"/>
          </p:cNvSpPr>
          <p:nvPr>
            <p:ph sz="half" idx="1" hasCustomPrompt="1"/>
          </p:nvPr>
        </p:nvSpPr>
        <p:spPr>
          <a:xfrm>
            <a:off x="45720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Content Placeholder 3">
            <a:extLst>
              <a:ext uri="{FF2B5EF4-FFF2-40B4-BE49-F238E27FC236}">
                <a16:creationId xmlns:a16="http://schemas.microsoft.com/office/drawing/2014/main" id="{14AB8798-DFE7-49BE-4E9F-920D1EB6D54B}"/>
              </a:ext>
            </a:extLst>
          </p:cNvPr>
          <p:cNvSpPr>
            <a:spLocks noGrp="1"/>
          </p:cNvSpPr>
          <p:nvPr>
            <p:ph sz="half" idx="2" hasCustomPrompt="1"/>
          </p:nvPr>
        </p:nvSpPr>
        <p:spPr>
          <a:xfrm>
            <a:off x="6522720" y="1444751"/>
            <a:ext cx="5212080" cy="4572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5" name="Date Placeholder 4">
            <a:extLst>
              <a:ext uri="{FF2B5EF4-FFF2-40B4-BE49-F238E27FC236}">
                <a16:creationId xmlns:a16="http://schemas.microsoft.com/office/drawing/2014/main" id="{F095D326-A1CD-53C0-6E4B-3792BB1FD4A9}"/>
              </a:ext>
            </a:extLst>
          </p:cNvPr>
          <p:cNvSpPr>
            <a:spLocks noGrp="1"/>
          </p:cNvSpPr>
          <p:nvPr>
            <p:ph type="dt" sz="half" idx="10"/>
          </p:nvPr>
        </p:nvSpPr>
        <p:spPr/>
        <p:txBody>
          <a:bodyPr/>
          <a:lstStyle/>
          <a:p>
            <a:fld id="{93B28A36-1925-7444-A23C-A0E414D27D50}" type="datetime1">
              <a:rPr lang="en-US" smtClean="0"/>
              <a:t>11/3/2025</a:t>
            </a:fld>
            <a:endParaRPr lang="en-US" dirty="0"/>
          </a:p>
        </p:txBody>
      </p:sp>
      <p:sp>
        <p:nvSpPr>
          <p:cNvPr id="9" name="Footer Placeholder 8">
            <a:extLst>
              <a:ext uri="{FF2B5EF4-FFF2-40B4-BE49-F238E27FC236}">
                <a16:creationId xmlns:a16="http://schemas.microsoft.com/office/drawing/2014/main" id="{52D2E00C-B7D1-9930-4311-FC69249A0E4C}"/>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2270ADC6-D307-E812-97FA-15F07F1166A3}"/>
              </a:ext>
            </a:extLst>
          </p:cNvPr>
          <p:cNvSpPr>
            <a:spLocks noGrp="1"/>
          </p:cNvSpPr>
          <p:nvPr>
            <p:ph type="sldNum" sz="quarter" idx="12"/>
          </p:nvPr>
        </p:nvSpPr>
        <p:spPr/>
        <p:txBody>
          <a:bodyPr/>
          <a:lstStyle/>
          <a:p>
            <a:fld id="{38826FC0-333C-E549-9FA3-0EE43DF298A3}" type="slidenum">
              <a:rPr lang="en-US" smtClean="0"/>
              <a:pPr/>
              <a:t>‹#›</a:t>
            </a:fld>
            <a:endParaRPr lang="en-US" dirty="0"/>
          </a:p>
        </p:txBody>
      </p:sp>
      <p:cxnSp>
        <p:nvCxnSpPr>
          <p:cNvPr id="7" name="Straight Connector 6">
            <a:extLst>
              <a:ext uri="{FF2B5EF4-FFF2-40B4-BE49-F238E27FC236}">
                <a16:creationId xmlns:a16="http://schemas.microsoft.com/office/drawing/2014/main" id="{E37B872B-0E81-EACD-CA82-14E1DB182F48}"/>
              </a:ext>
            </a:extLst>
          </p:cNvPr>
          <p:cNvCxnSpPr>
            <a:cxnSpLocks/>
          </p:cNvCxnSpPr>
          <p:nvPr/>
        </p:nvCxnSpPr>
        <p:spPr>
          <a:xfrm>
            <a:off x="6096000" y="1444752"/>
            <a:ext cx="0" cy="4572000"/>
          </a:xfrm>
          <a:prstGeom prst="line">
            <a:avLst/>
          </a:prstGeom>
          <a:ln w="12700">
            <a:solidFill>
              <a:schemeClr val="accent6"/>
            </a:solidFill>
          </a:ln>
        </p:spPr>
        <p:style>
          <a:lnRef idx="1">
            <a:schemeClr val="accent1"/>
          </a:lnRef>
          <a:fillRef idx="0">
            <a:schemeClr val="accent1"/>
          </a:fillRef>
          <a:effectRef idx="0">
            <a:schemeClr val="accent1"/>
          </a:effectRef>
          <a:fontRef idx="minor">
            <a:schemeClr val="tx1"/>
          </a:fontRef>
        </p:style>
      </p:cxnSp>
      <p:pic>
        <p:nvPicPr>
          <p:cNvPr id="8" name="Cognizant Logo_rgb_rev_2023" descr="Cognizant logo reversed, SVG format">
            <a:extLst>
              <a:ext uri="{FF2B5EF4-FFF2-40B4-BE49-F238E27FC236}">
                <a16:creationId xmlns:a16="http://schemas.microsoft.com/office/drawing/2014/main" id="{FC29E878-865C-DE37-D860-F62A7822B47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03668469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046507-4F3C-6F06-CC64-DCB416815963}"/>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Content Placeholder 2">
            <a:extLst>
              <a:ext uri="{FF2B5EF4-FFF2-40B4-BE49-F238E27FC236}">
                <a16:creationId xmlns:a16="http://schemas.microsoft.com/office/drawing/2014/main" id="{9521B89B-1396-CE54-BDAC-657C3A1FCF13}"/>
              </a:ext>
            </a:extLst>
          </p:cNvPr>
          <p:cNvSpPr>
            <a:spLocks noGrp="1"/>
          </p:cNvSpPr>
          <p:nvPr>
            <p:ph idx="1" hasCustomPrompt="1"/>
          </p:nvPr>
        </p:nvSpPr>
        <p:spPr>
          <a:xfrm>
            <a:off x="6096000" y="1447799"/>
            <a:ext cx="5638800" cy="4663440"/>
          </a:xfrm>
        </p:spPr>
        <p:txBody>
          <a:bodyPr>
            <a:noAutofit/>
          </a:bodyPr>
          <a:lstStyle>
            <a:lvl1pPr marL="0" indent="0">
              <a:buNone/>
              <a:defRPr sz="1600"/>
            </a:lvl1pPr>
            <a:lvl2pPr>
              <a:defRPr sz="1400"/>
            </a:lvl2pPr>
            <a:lvl3pPr>
              <a:defRPr sz="1200"/>
            </a:lvl3pPr>
            <a:lvl4pPr>
              <a:defRPr sz="1100"/>
            </a:lvl4pPr>
            <a:lvl5pPr>
              <a:defRPr sz="1100"/>
            </a:lvl5pPr>
            <a:lvl6pPr>
              <a:defRPr sz="2000"/>
            </a:lvl6pPr>
            <a:lvl7pPr>
              <a:defRPr sz="2000"/>
            </a:lvl7pPr>
            <a:lvl8pPr>
              <a:defRPr sz="2000"/>
            </a:lvl8pPr>
            <a:lvl9pPr>
              <a:defRPr sz="2000"/>
            </a:lvl9pPr>
          </a:lstStyle>
          <a:p>
            <a:pPr marL="182880" marR="0" lvl="0" indent="-182880" algn="l" defTabSz="914400" rtl="0" eaLnBrk="1" fontAlgn="auto" latinLnBrk="0" hangingPunct="1">
              <a:lnSpc>
                <a:spcPct val="110000"/>
              </a:lnSpc>
              <a:spcBef>
                <a:spcPts val="600"/>
              </a:spcBef>
              <a:spcAft>
                <a:spcPts val="0"/>
              </a:spcAft>
              <a:buClr>
                <a:schemeClr val="tx1"/>
              </a:buClr>
              <a:buSzTx/>
              <a:buFont typeface="Arial" panose="020B0604020202020204" pitchFamily="34" charset="0"/>
              <a:buChar char="•"/>
              <a:tabLst/>
              <a:defRPr/>
            </a:pPr>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ext Placeholder 3">
            <a:extLst>
              <a:ext uri="{FF2B5EF4-FFF2-40B4-BE49-F238E27FC236}">
                <a16:creationId xmlns:a16="http://schemas.microsoft.com/office/drawing/2014/main" id="{68C39DE7-C187-B4C9-7F93-CF29330E94C1}"/>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5724D44-8249-FD9B-C453-3AE49B5F4FF2}"/>
              </a:ext>
            </a:extLst>
          </p:cNvPr>
          <p:cNvSpPr>
            <a:spLocks noGrp="1"/>
          </p:cNvSpPr>
          <p:nvPr>
            <p:ph type="dt" sz="half" idx="10"/>
          </p:nvPr>
        </p:nvSpPr>
        <p:spPr/>
        <p:txBody>
          <a:bodyPr/>
          <a:lstStyle/>
          <a:p>
            <a:fld id="{F201B2EF-4305-1641-9FC3-B27A37707FB8}" type="datetime1">
              <a:rPr lang="en-US" smtClean="0"/>
              <a:t>11/3/2025</a:t>
            </a:fld>
            <a:endParaRPr lang="en-US" dirty="0"/>
          </a:p>
        </p:txBody>
      </p:sp>
      <p:sp>
        <p:nvSpPr>
          <p:cNvPr id="9" name="Footer Placeholder 8">
            <a:extLst>
              <a:ext uri="{FF2B5EF4-FFF2-40B4-BE49-F238E27FC236}">
                <a16:creationId xmlns:a16="http://schemas.microsoft.com/office/drawing/2014/main" id="{FC414F21-A578-2B13-3FC0-80CE780DACE8}"/>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0594F499-4E58-F60A-D1FE-CA8DBFA3324D}"/>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C4BD05FC-72E2-D49F-5723-85E3F31D26F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28391651"/>
      </p:ext>
    </p:extLst>
  </p:cSld>
  <p:clrMapOvr>
    <a:overrideClrMapping bg1="dk1" tx1="lt1" bg2="dk2" tx2="lt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 dark">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8CFF2-1ECE-33A6-68A7-0317E0C84DFC}"/>
              </a:ext>
            </a:extLst>
          </p:cNvPr>
          <p:cNvSpPr>
            <a:spLocks noGrp="1"/>
          </p:cNvSpPr>
          <p:nvPr>
            <p:ph type="title" hasCustomPrompt="1"/>
          </p:nvPr>
        </p:nvSpPr>
        <p:spPr>
          <a:xfrm>
            <a:off x="457200" y="457200"/>
            <a:ext cx="11277600" cy="332399"/>
          </a:xfrm>
        </p:spPr>
        <p:txBody>
          <a:bodyPr anchor="t"/>
          <a:lstStyle>
            <a:lvl1pPr>
              <a:defRPr sz="2400"/>
            </a:lvl1pPr>
          </a:lstStyle>
          <a:p>
            <a:r>
              <a:rPr lang="en-US" dirty="0"/>
              <a:t>Click to add title</a:t>
            </a:r>
          </a:p>
        </p:txBody>
      </p:sp>
      <p:sp>
        <p:nvSpPr>
          <p:cNvPr id="3" name="Picture Placeholder 2">
            <a:extLst>
              <a:ext uri="{FF2B5EF4-FFF2-40B4-BE49-F238E27FC236}">
                <a16:creationId xmlns:a16="http://schemas.microsoft.com/office/drawing/2014/main" id="{B2C56658-0960-E18E-D91E-AA04D27572E7}"/>
              </a:ext>
            </a:extLst>
          </p:cNvPr>
          <p:cNvSpPr>
            <a:spLocks noGrp="1"/>
          </p:cNvSpPr>
          <p:nvPr>
            <p:ph type="pic" idx="1" hasCustomPrompt="1"/>
          </p:nvPr>
        </p:nvSpPr>
        <p:spPr>
          <a:xfrm>
            <a:off x="6096000" y="1447799"/>
            <a:ext cx="5638800" cy="4663439"/>
          </a:xfrm>
          <a:solidFill>
            <a:srgbClr val="ECECEB"/>
          </a:solidFill>
        </p:spPr>
        <p:txBody>
          <a:bodyPr bIns="640080" anchor="ctr">
            <a:normAutofit/>
          </a:bodyPr>
          <a:lstStyle>
            <a:lvl1pPr marL="0" indent="0" algn="ctr">
              <a:buNone/>
              <a:defRPr sz="1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drag, or paste to add picture</a:t>
            </a:r>
          </a:p>
        </p:txBody>
      </p:sp>
      <p:sp>
        <p:nvSpPr>
          <p:cNvPr id="4" name="Text Placeholder 3">
            <a:extLst>
              <a:ext uri="{FF2B5EF4-FFF2-40B4-BE49-F238E27FC236}">
                <a16:creationId xmlns:a16="http://schemas.microsoft.com/office/drawing/2014/main" id="{8801F393-8308-0D1E-52A2-FC57E4512CCF}"/>
              </a:ext>
            </a:extLst>
          </p:cNvPr>
          <p:cNvSpPr>
            <a:spLocks noGrp="1"/>
          </p:cNvSpPr>
          <p:nvPr>
            <p:ph type="body" sz="half" idx="2" hasCustomPrompt="1"/>
          </p:nvPr>
        </p:nvSpPr>
        <p:spPr>
          <a:xfrm>
            <a:off x="457199" y="1447799"/>
            <a:ext cx="4754880" cy="4663440"/>
          </a:xfrm>
        </p:spPr>
        <p:txBody>
          <a:bodyPr/>
          <a:lstStyle>
            <a:lvl1pPr marL="0" indent="0">
              <a:buNone/>
              <a:defRPr sz="1600" b="1">
                <a:solidFill>
                  <a:schemeClr val="accent3"/>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caption</a:t>
            </a:r>
          </a:p>
        </p:txBody>
      </p:sp>
      <p:sp>
        <p:nvSpPr>
          <p:cNvPr id="5" name="Date Placeholder 4">
            <a:extLst>
              <a:ext uri="{FF2B5EF4-FFF2-40B4-BE49-F238E27FC236}">
                <a16:creationId xmlns:a16="http://schemas.microsoft.com/office/drawing/2014/main" id="{380241F3-9135-92CE-6A1A-5BE0AECC9970}"/>
              </a:ext>
            </a:extLst>
          </p:cNvPr>
          <p:cNvSpPr>
            <a:spLocks noGrp="1"/>
          </p:cNvSpPr>
          <p:nvPr>
            <p:ph type="dt" sz="half" idx="10"/>
          </p:nvPr>
        </p:nvSpPr>
        <p:spPr/>
        <p:txBody>
          <a:bodyPr/>
          <a:lstStyle/>
          <a:p>
            <a:fld id="{7F9FA7AC-0CA4-A94F-B9AD-913C6E27D52C}" type="datetime1">
              <a:rPr lang="en-US" smtClean="0"/>
              <a:t>11/3/2025</a:t>
            </a:fld>
            <a:endParaRPr lang="en-US" dirty="0"/>
          </a:p>
        </p:txBody>
      </p:sp>
      <p:sp>
        <p:nvSpPr>
          <p:cNvPr id="9" name="Footer Placeholder 8">
            <a:extLst>
              <a:ext uri="{FF2B5EF4-FFF2-40B4-BE49-F238E27FC236}">
                <a16:creationId xmlns:a16="http://schemas.microsoft.com/office/drawing/2014/main" id="{188FFC8B-A41D-691D-C8C9-0C363B1FD284}"/>
              </a:ext>
            </a:extLst>
          </p:cNvPr>
          <p:cNvSpPr>
            <a:spLocks noGrp="1"/>
          </p:cNvSpPr>
          <p:nvPr>
            <p:ph type="ftr" sz="quarter" idx="11"/>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B0EC0125-3406-DCE1-A443-16278DF39252}"/>
              </a:ext>
            </a:extLst>
          </p:cNvPr>
          <p:cNvSpPr>
            <a:spLocks noGrp="1"/>
          </p:cNvSpPr>
          <p:nvPr>
            <p:ph type="sldNum" sz="quarter" idx="12"/>
          </p:nvPr>
        </p:nvSpPr>
        <p:spPr/>
        <p:txBody>
          <a:bodyPr/>
          <a:lstStyle/>
          <a:p>
            <a:fld id="{38826FC0-333C-E549-9FA3-0EE43DF298A3}" type="slidenum">
              <a:rPr lang="en-US" smtClean="0"/>
              <a:pPr/>
              <a:t>‹#›</a:t>
            </a:fld>
            <a:endParaRPr lang="en-US" dirty="0"/>
          </a:p>
        </p:txBody>
      </p:sp>
      <p:pic>
        <p:nvPicPr>
          <p:cNvPr id="7" name="Cognizant Logo_rgb_rev_2023" descr="Cognizant logo reversed, SVG format">
            <a:extLst>
              <a:ext uri="{FF2B5EF4-FFF2-40B4-BE49-F238E27FC236}">
                <a16:creationId xmlns:a16="http://schemas.microsoft.com/office/drawing/2014/main" id="{0967F69A-1700-3CED-CEEE-EDC58785000F}"/>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88755820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p:cSld name="Statement - dark">
    <p:bg>
      <p:bgPr>
        <a:solidFill>
          <a:schemeClr val="bg1"/>
        </a:solidFill>
        <a:effectLst/>
      </p:bgPr>
    </p:bg>
    <p:spTree>
      <p:nvGrpSpPr>
        <p:cNvPr id="1" name=""/>
        <p:cNvGrpSpPr/>
        <p:nvPr/>
      </p:nvGrpSpPr>
      <p:grpSpPr>
        <a:xfrm>
          <a:off x="0" y="0"/>
          <a:ext cx="0" cy="0"/>
          <a:chOff x="0" y="0"/>
          <a:chExt cx="0" cy="0"/>
        </a:xfrm>
      </p:grpSpPr>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hasCustomPrompt="1"/>
          </p:nvPr>
        </p:nvSpPr>
        <p:spPr>
          <a:xfrm>
            <a:off x="1005840" y="3429000"/>
            <a:ext cx="8849360" cy="1500188"/>
          </a:xfrm>
          <a:prstGeom prst="rect">
            <a:avLst/>
          </a:prstGeom>
        </p:spPr>
        <p:txBody>
          <a:bodyPr>
            <a:noAutofit/>
          </a:bodyPr>
          <a:lstStyle>
            <a:lvl1pPr marL="0" indent="0">
              <a:buNone/>
              <a:defRPr>
                <a:solidFill>
                  <a:schemeClr val="accent3"/>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Attributor name is 16pt Arial</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05840" y="1943100"/>
            <a:ext cx="8849360" cy="997196"/>
          </a:xfrm>
        </p:spPr>
        <p:txBody>
          <a:bodyPr anchor="b" anchorCtr="0"/>
          <a:lstStyle>
            <a:lvl1pPr algn="l" rtl="0" eaLnBrk="1" latinLnBrk="0" hangingPunct="1">
              <a:defRPr lang="en-US" sz="3600" smtClean="0">
                <a:effectLst/>
              </a:defRPr>
            </a:lvl1pPr>
          </a:lstStyle>
          <a:p>
            <a:pPr rtl="0" eaLnBrk="1" latinLnBrk="0" hangingPunct="1"/>
            <a:r>
              <a:rPr lang="en-US" dirty="0"/>
              <a:t>Click to edit statement or quote </a:t>
            </a:r>
            <a:br>
              <a:rPr lang="en-US" dirty="0"/>
            </a:br>
            <a:r>
              <a:rPr lang="en-US" dirty="0"/>
              <a:t>in Arial 36pt bold</a:t>
            </a:r>
          </a:p>
        </p:txBody>
      </p:sp>
      <p:sp>
        <p:nvSpPr>
          <p:cNvPr id="11" name="Date Placeholder 10">
            <a:extLst>
              <a:ext uri="{FF2B5EF4-FFF2-40B4-BE49-F238E27FC236}">
                <a16:creationId xmlns:a16="http://schemas.microsoft.com/office/drawing/2014/main" id="{37922929-B64F-A5FD-E813-DE4E4B47609B}"/>
              </a:ext>
            </a:extLst>
          </p:cNvPr>
          <p:cNvSpPr>
            <a:spLocks noGrp="1"/>
          </p:cNvSpPr>
          <p:nvPr>
            <p:ph type="dt" sz="half" idx="14"/>
          </p:nvPr>
        </p:nvSpPr>
        <p:spPr/>
        <p:txBody>
          <a:bodyPr/>
          <a:lstStyle/>
          <a:p>
            <a:fld id="{D4262893-26CE-4342-A3C5-68D2643A2179}" type="datetime1">
              <a:rPr lang="en-US" smtClean="0"/>
              <a:t>11/3/2025</a:t>
            </a:fld>
            <a:endParaRPr lang="en-US" dirty="0"/>
          </a:p>
        </p:txBody>
      </p:sp>
      <p:sp>
        <p:nvSpPr>
          <p:cNvPr id="12" name="Footer Placeholder 11">
            <a:extLst>
              <a:ext uri="{FF2B5EF4-FFF2-40B4-BE49-F238E27FC236}">
                <a16:creationId xmlns:a16="http://schemas.microsoft.com/office/drawing/2014/main" id="{A6D064D0-10B1-84E9-43BC-A587DFCF2552}"/>
              </a:ext>
            </a:extLst>
          </p:cNvPr>
          <p:cNvSpPr>
            <a:spLocks noGrp="1"/>
          </p:cNvSpPr>
          <p:nvPr>
            <p:ph type="ftr" sz="quarter" idx="15"/>
          </p:nvPr>
        </p:nvSpPr>
        <p:spPr/>
        <p:txBody>
          <a:bodyPr/>
          <a:lstStyle/>
          <a:p>
            <a:r>
              <a:rPr lang="en-US" dirty="0"/>
              <a:t>© 2025–2027 Cognizant | Private</a:t>
            </a:r>
          </a:p>
        </p:txBody>
      </p:sp>
      <p:sp>
        <p:nvSpPr>
          <p:cNvPr id="14" name="Slide Number Placeholder 13">
            <a:extLst>
              <a:ext uri="{FF2B5EF4-FFF2-40B4-BE49-F238E27FC236}">
                <a16:creationId xmlns:a16="http://schemas.microsoft.com/office/drawing/2014/main" id="{157F07D9-AB26-FAA7-F6B2-13FC833B9175}"/>
              </a:ext>
            </a:extLst>
          </p:cNvPr>
          <p:cNvSpPr>
            <a:spLocks noGrp="1"/>
          </p:cNvSpPr>
          <p:nvPr>
            <p:ph type="sldNum" sz="quarter" idx="16"/>
          </p:nvPr>
        </p:nvSpPr>
        <p:spPr/>
        <p:txBody>
          <a:bodyPr/>
          <a:lstStyle/>
          <a:p>
            <a:fld id="{38826FC0-333C-E549-9FA3-0EE43DF298A3}" type="slidenum">
              <a:rPr lang="en-US" smtClean="0"/>
              <a:pPr/>
              <a:t>‹#›</a:t>
            </a:fld>
            <a:endParaRPr lang="en-US" dirty="0"/>
          </a:p>
        </p:txBody>
      </p:sp>
      <p:pic>
        <p:nvPicPr>
          <p:cNvPr id="2" name="Cognizant Logo_rgb_rev_2023" descr="Cognizant logo reversed, SVG format">
            <a:extLst>
              <a:ext uri="{FF2B5EF4-FFF2-40B4-BE49-F238E27FC236}">
                <a16:creationId xmlns:a16="http://schemas.microsoft.com/office/drawing/2014/main" id="{3F28610E-22AA-1C1B-C7F0-DD2EE706F71B}"/>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12893017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24" userDrawn="1">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p:cSld name="IMAGERY">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128298" y="2407183"/>
            <a:ext cx="9935412" cy="2043636"/>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IMAGERY</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833642144"/>
      </p:ext>
    </p:extLst>
  </p:cSld>
  <p:clrMapOvr>
    <a:overrideClrMapping bg1="dk1" tx1="lt1" bg2="dk2" tx2="lt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p:cSld name="Full bleed image">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88C8F82A-3BDD-4832-FBE3-E4EA9DC8D02A}"/>
              </a:ext>
            </a:extLst>
          </p:cNvPr>
          <p:cNvSpPr>
            <a:spLocks noGrp="1"/>
          </p:cNvSpPr>
          <p:nvPr>
            <p:ph type="pic" sz="quarter" idx="10" hasCustomPrompt="1"/>
          </p:nvPr>
        </p:nvSpPr>
        <p:spPr>
          <a:xfrm>
            <a:off x="0" y="0"/>
            <a:ext cx="1219200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53B7DBAB-080F-4B67-994D-0695A8EEE08C}"/>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
        <p:nvSpPr>
          <p:cNvPr id="4" name="Date Placeholder 3">
            <a:extLst>
              <a:ext uri="{FF2B5EF4-FFF2-40B4-BE49-F238E27FC236}">
                <a16:creationId xmlns:a16="http://schemas.microsoft.com/office/drawing/2014/main" id="{5BFB887B-6507-E9E7-6352-B825F1F0F5F9}"/>
              </a:ext>
            </a:extLst>
          </p:cNvPr>
          <p:cNvSpPr>
            <a:spLocks noGrp="1"/>
          </p:cNvSpPr>
          <p:nvPr>
            <p:ph type="dt" sz="half" idx="11"/>
          </p:nvPr>
        </p:nvSpPr>
        <p:spPr/>
        <p:txBody>
          <a:bodyPr/>
          <a:lstStyle>
            <a:lvl1pPr>
              <a:defRPr>
                <a:solidFill>
                  <a:schemeClr val="bg1"/>
                </a:solidFill>
              </a:defRPr>
            </a:lvl1pPr>
          </a:lstStyle>
          <a:p>
            <a:fld id="{8EB84BCC-F734-8048-8197-BE14B7B6EE4C}" type="datetime1">
              <a:rPr lang="en-US" smtClean="0"/>
              <a:pPr/>
              <a:t>11/3/2025</a:t>
            </a:fld>
            <a:endParaRPr lang="en-US" dirty="0"/>
          </a:p>
        </p:txBody>
      </p:sp>
      <p:sp>
        <p:nvSpPr>
          <p:cNvPr id="5" name="Footer Placeholder 4">
            <a:extLst>
              <a:ext uri="{FF2B5EF4-FFF2-40B4-BE49-F238E27FC236}">
                <a16:creationId xmlns:a16="http://schemas.microsoft.com/office/drawing/2014/main" id="{6B5E64F9-7C61-C44F-A370-C65AE1081941}"/>
              </a:ext>
            </a:extLst>
          </p:cNvPr>
          <p:cNvSpPr>
            <a:spLocks noGrp="1"/>
          </p:cNvSpPr>
          <p:nvPr>
            <p:ph type="ftr" sz="quarter" idx="12"/>
          </p:nvPr>
        </p:nvSpPr>
        <p:spPr/>
        <p:txBody>
          <a:bodyPr/>
          <a:lstStyle>
            <a:lvl1pPr>
              <a:defRPr>
                <a:solidFill>
                  <a:schemeClr val="bg1"/>
                </a:solidFill>
              </a:defRPr>
            </a:lvl1pPr>
          </a:lstStyle>
          <a:p>
            <a:r>
              <a:rPr lang="en-US" dirty="0"/>
              <a:t>© 2025–2027 Cognizant | Private</a:t>
            </a:r>
          </a:p>
        </p:txBody>
      </p:sp>
      <p:sp>
        <p:nvSpPr>
          <p:cNvPr id="6" name="Slide Number Placeholder 5">
            <a:extLst>
              <a:ext uri="{FF2B5EF4-FFF2-40B4-BE49-F238E27FC236}">
                <a16:creationId xmlns:a16="http://schemas.microsoft.com/office/drawing/2014/main" id="{ED7E8873-455E-923B-1219-1607269A283F}"/>
              </a:ext>
            </a:extLst>
          </p:cNvPr>
          <p:cNvSpPr>
            <a:spLocks noGrp="1"/>
          </p:cNvSpPr>
          <p:nvPr>
            <p:ph type="sldNum" sz="quarter" idx="13"/>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5525849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Two full bleed images">
    <p:spTree>
      <p:nvGrpSpPr>
        <p:cNvPr id="1" name=""/>
        <p:cNvGrpSpPr/>
        <p:nvPr/>
      </p:nvGrpSpPr>
      <p:grpSpPr>
        <a:xfrm>
          <a:off x="0" y="0"/>
          <a:ext cx="0" cy="0"/>
          <a:chOff x="0" y="0"/>
          <a:chExt cx="0" cy="0"/>
        </a:xfrm>
      </p:grpSpPr>
      <p:sp>
        <p:nvSpPr>
          <p:cNvPr id="2" name="Picture Placeholder 6">
            <a:extLst>
              <a:ext uri="{FF2B5EF4-FFF2-40B4-BE49-F238E27FC236}">
                <a16:creationId xmlns:a16="http://schemas.microsoft.com/office/drawing/2014/main" id="{ADE4608A-2C9D-8AC0-0EE2-0A3DE403F95E}"/>
              </a:ext>
            </a:extLst>
          </p:cNvPr>
          <p:cNvSpPr>
            <a:spLocks noGrp="1"/>
          </p:cNvSpPr>
          <p:nvPr>
            <p:ph type="pic" sz="quarter" idx="10" hasCustomPrompt="1"/>
          </p:nvPr>
        </p:nvSpPr>
        <p:spPr>
          <a:xfrm>
            <a:off x="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Picture Placeholder 6">
            <a:extLst>
              <a:ext uri="{FF2B5EF4-FFF2-40B4-BE49-F238E27FC236}">
                <a16:creationId xmlns:a16="http://schemas.microsoft.com/office/drawing/2014/main" id="{18BDCDEC-14FD-8C34-93CD-BF169FDDE985}"/>
              </a:ext>
            </a:extLst>
          </p:cNvPr>
          <p:cNvSpPr>
            <a:spLocks noGrp="1"/>
          </p:cNvSpPr>
          <p:nvPr>
            <p:ph type="pic" sz="quarter" idx="11"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3" name="Title 2">
            <a:extLst>
              <a:ext uri="{FF2B5EF4-FFF2-40B4-BE49-F238E27FC236}">
                <a16:creationId xmlns:a16="http://schemas.microsoft.com/office/drawing/2014/main" id="{9E428EDA-797C-145E-CD31-0E63FC891181}"/>
              </a:ext>
            </a:extLst>
          </p:cNvPr>
          <p:cNvSpPr>
            <a:spLocks noGrp="1"/>
          </p:cNvSpPr>
          <p:nvPr>
            <p:ph type="title" hasCustomPrompt="1"/>
          </p:nvPr>
        </p:nvSpPr>
        <p:spPr>
          <a:xfrm>
            <a:off x="457200" y="-357975"/>
            <a:ext cx="11277600" cy="193899"/>
          </a:xfrm>
        </p:spPr>
        <p:txBody>
          <a:bodyPr anchor="b" anchorCtr="0"/>
          <a:lstStyle>
            <a:lvl1pPr>
              <a:defRPr sz="1400"/>
            </a:lvl1pPr>
          </a:lstStyle>
          <a:p>
            <a:r>
              <a:rPr lang="en-US" dirty="0"/>
              <a:t>Click to add title (for accessibility purposes)</a:t>
            </a:r>
          </a:p>
        </p:txBody>
      </p:sp>
    </p:spTree>
    <p:extLst>
      <p:ext uri="{BB962C8B-B14F-4D97-AF65-F5344CB8AC3E}">
        <p14:creationId xmlns:p14="http://schemas.microsoft.com/office/powerpoint/2010/main" val="15064838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Half image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11/3/2025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174820804"/>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p:cSld name="Half image - dark">
    <p:bg>
      <p:bgRef idx="1001">
        <a:schemeClr val="bg1"/>
      </p:bgRef>
    </p:bg>
    <p:spTree>
      <p:nvGrpSpPr>
        <p:cNvPr id="1" name=""/>
        <p:cNvGrpSpPr/>
        <p:nvPr/>
      </p:nvGrpSpPr>
      <p:grpSpPr>
        <a:xfrm>
          <a:off x="0" y="0"/>
          <a:ext cx="0" cy="0"/>
          <a:chOff x="0" y="0"/>
          <a:chExt cx="0" cy="0"/>
        </a:xfrm>
      </p:grpSpPr>
      <p:sp>
        <p:nvSpPr>
          <p:cNvPr id="2" name="Content Placeholder 4">
            <a:extLst>
              <a:ext uri="{FF2B5EF4-FFF2-40B4-BE49-F238E27FC236}">
                <a16:creationId xmlns:a16="http://schemas.microsoft.com/office/drawing/2014/main" id="{1D050447-227B-4CC5-3DE0-91C29FFDFDDB}"/>
              </a:ext>
            </a:extLst>
          </p:cNvPr>
          <p:cNvSpPr>
            <a:spLocks noGrp="1"/>
          </p:cNvSpPr>
          <p:nvPr>
            <p:ph sz="quarter" idx="21" hasCustomPrompt="1"/>
          </p:nvPr>
        </p:nvSpPr>
        <p:spPr>
          <a:xfrm>
            <a:off x="457200" y="1524003"/>
            <a:ext cx="4652128" cy="4191000"/>
          </a:xfrm>
        </p:spPr>
        <p:txBody>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p:nvPr>
        </p:nvSpPr>
        <p:spPr>
          <a:xfrm>
            <a:off x="457199" y="457200"/>
            <a:ext cx="4652347"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Master title style</a:t>
            </a:r>
          </a:p>
        </p:txBody>
      </p:sp>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p>
            <a:fld id="{FAFDDD03-639A-8D4E-860C-2002B6D03365}" type="datetime1">
              <a:rPr lang="en-US" smtClean="0"/>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708625479"/>
      </p:ext>
    </p:extLst>
  </p:cSld>
  <p:clrMapOvr>
    <a:overrideClrMapping bg1="dk1" tx1="lt1" bg2="dk2" tx2="lt2" accent1="accent1" accent2="accent2" accent3="accent3" accent4="accent4" accent5="accent5" accent6="accent6" hlink="hlink" folHlink="folHlink"/>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Half image big statement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11/3/2025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004170106"/>
      </p:ext>
    </p:extLst>
  </p:cSld>
  <p:clrMapOvr>
    <a:overrideClrMapping bg1="lt1" tx1="dk1" bg2="lt2" tx2="dk2" accent1="accent1" accent2="accent2" accent3="accent3" accent4="accent4" accent5="accent5" accent6="accent6" hlink="hlink" folHlink="folHlink"/>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p:cSld name="Half image big statement - dark">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9D0BA1AC-2FDD-B8DE-0D23-59B3662CDD8C}"/>
              </a:ext>
            </a:extLst>
          </p:cNvPr>
          <p:cNvSpPr>
            <a:spLocks noGrp="1"/>
          </p:cNvSpPr>
          <p:nvPr>
            <p:ph type="pic" sz="quarter" idx="22" hasCustomPrompt="1"/>
          </p:nvPr>
        </p:nvSpPr>
        <p:spPr>
          <a:xfrm>
            <a:off x="6111240" y="0"/>
            <a:ext cx="608076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199" y="2853458"/>
            <a:ext cx="4652347" cy="1151084"/>
          </a:xfrm>
        </p:spPr>
        <p:txBody>
          <a:bodyPr wrap="square" lIns="0" tIns="0" rIns="0" bIns="0" anchor="ctr" anchorCtr="0">
            <a:spAutoFit/>
          </a:bodyPr>
          <a:lstStyle>
            <a:lvl1pPr>
              <a:lnSpc>
                <a:spcPct val="85000"/>
              </a:lnSpc>
              <a:defRPr sz="4400" b="1">
                <a:solidFill>
                  <a:schemeClr val="tx1"/>
                </a:solidFill>
              </a:defRPr>
            </a:lvl1pPr>
          </a:lstStyle>
          <a:p>
            <a:r>
              <a:rPr lang="en-US" dirty="0"/>
              <a:t>Click to add </a:t>
            </a:r>
            <a:br>
              <a:rPr lang="en-US" dirty="0"/>
            </a:br>
            <a:r>
              <a:rPr lang="en-US" dirty="0"/>
              <a:t>big statement</a:t>
            </a:r>
          </a:p>
        </p:txBody>
      </p:sp>
      <p:sp>
        <p:nvSpPr>
          <p:cNvPr id="8" name="Date Placeholder 7">
            <a:extLst>
              <a:ext uri="{FF2B5EF4-FFF2-40B4-BE49-F238E27FC236}">
                <a16:creationId xmlns:a16="http://schemas.microsoft.com/office/drawing/2014/main" id="{358392FA-D6DF-FCAF-E803-8555424D300A}"/>
              </a:ext>
            </a:extLst>
          </p:cNvPr>
          <p:cNvSpPr>
            <a:spLocks noGrp="1"/>
          </p:cNvSpPr>
          <p:nvPr>
            <p:ph type="dt" sz="half" idx="23"/>
          </p:nvPr>
        </p:nvSpPr>
        <p:spPr/>
        <p:txBody>
          <a:bodyPr/>
          <a:lstStyle/>
          <a:p>
            <a:fld id="{BAA31C55-5292-5C45-AD5F-2C80F4D4A844}" type="datetime1">
              <a:rPr lang="en-US" smtClean="0"/>
              <a:t>11/3/2025</a:t>
            </a:fld>
            <a:endParaRPr lang="en-US" dirty="0"/>
          </a:p>
        </p:txBody>
      </p:sp>
      <p:sp>
        <p:nvSpPr>
          <p:cNvPr id="9" name="Footer Placeholder 8">
            <a:extLst>
              <a:ext uri="{FF2B5EF4-FFF2-40B4-BE49-F238E27FC236}">
                <a16:creationId xmlns:a16="http://schemas.microsoft.com/office/drawing/2014/main" id="{D04C9833-094E-DA04-2919-A461A1E31A6C}"/>
              </a:ext>
            </a:extLst>
          </p:cNvPr>
          <p:cNvSpPr>
            <a:spLocks noGrp="1"/>
          </p:cNvSpPr>
          <p:nvPr>
            <p:ph type="ftr" sz="quarter" idx="24"/>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D7BCA492-737B-E26F-1FCC-903C7DCADCEA}"/>
              </a:ext>
            </a:extLst>
          </p:cNvPr>
          <p:cNvSpPr>
            <a:spLocks noGrp="1"/>
          </p:cNvSpPr>
          <p:nvPr>
            <p:ph type="sldNum" sz="quarter" idx="25"/>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1880592317"/>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Bio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6096112" y="1000124"/>
            <a:ext cx="5212079" cy="249812"/>
          </a:xfrm>
        </p:spPr>
        <p:txBody>
          <a:bodyPr wrap="square">
            <a:spAutoFit/>
          </a:bodyPr>
          <a:lstStyle>
            <a:lvl1pPr marL="0" indent="0">
              <a:lnSpc>
                <a:spcPct val="100000"/>
              </a:lnSpc>
              <a:buNone/>
              <a:defRPr>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bwMode="white">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2" name="Cognizant Logo_rgb_rev_2023" descr="Cognizant logo reversed, SVG format">
            <a:extLst>
              <a:ext uri="{FF2B5EF4-FFF2-40B4-BE49-F238E27FC236}">
                <a16:creationId xmlns:a16="http://schemas.microsoft.com/office/drawing/2014/main" id="{2B4BD740-217D-D8B8-0418-4E6D1550639A}"/>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7795905"/>
      </p:ext>
    </p:extLst>
  </p:cSld>
  <p:clrMapOvr>
    <a:overrideClrMapping bg1="dk1" tx1="lt1" bg2="dk2" tx2="lt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Bio - light">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521208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6095999" y="457200"/>
            <a:ext cx="5213169" cy="369332"/>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6096112" y="1000124"/>
            <a:ext cx="5212079" cy="249812"/>
          </a:xfrm>
        </p:spPr>
        <p:txBody>
          <a:bodyPr wrap="square">
            <a:spAutoFit/>
          </a:bodyPr>
          <a:lstStyle>
            <a:lvl1pPr marL="0" indent="0">
              <a:lnSpc>
                <a:spcPct val="100000"/>
              </a:lnSpc>
              <a:buNone/>
              <a:defRPr>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Click to edit title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p:nvPr>
        </p:nvSpPr>
        <p:spPr>
          <a:xfrm>
            <a:off x="6096112" y="1645920"/>
            <a:ext cx="5212079" cy="4754880"/>
          </a:xfrm>
        </p:spPr>
        <p:txBody>
          <a:bodyPr/>
          <a:lstStyle>
            <a:lvl1pPr marL="0" indent="0">
              <a:spcBef>
                <a:spcPts val="1200"/>
              </a:spcBef>
              <a:buNone/>
              <a:defRPr sz="1400"/>
            </a:lvl1pPr>
            <a:lvl2pPr>
              <a:spcBef>
                <a:spcPts val="1200"/>
              </a:spcBef>
              <a:defRPr sz="1200"/>
            </a:lvl2pPr>
            <a:lvl3pPr>
              <a:spcBef>
                <a:spcPts val="1200"/>
              </a:spcBef>
              <a:defRPr sz="1100"/>
            </a:lvl3pPr>
            <a:lvl4pPr>
              <a:spcBef>
                <a:spcPts val="1200"/>
              </a:spcBef>
              <a:defRPr sz="1100"/>
            </a:lvl4pPr>
            <a:lvl5pPr>
              <a:spcBef>
                <a:spcPts val="1200"/>
              </a:spcBef>
              <a:defRPr sz="11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97481656"/>
      </p:ext>
    </p:extLst>
  </p:cSld>
  <p:clrMapOvr>
    <a:overrideClrMapping bg1="lt1" tx1="dk1" bg2="lt2" tx2="dk2" accent1="accent1" accent2="accent2" accent3="accent3" accent4="accent4" accent5="accent5" accent6="accent6" hlink="hlink" folHlink="folHlink"/>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Team introduction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1437641"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bwMode="white">
          <a:xfrm>
            <a:off x="3926605"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bwMode="white">
          <a:xfrm>
            <a:off x="3926605"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bwMode="white">
          <a:xfrm>
            <a:off x="643659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bwMode="white">
          <a:xfrm>
            <a:off x="643659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bwMode="white">
          <a:xfrm>
            <a:off x="8946586" y="2438400"/>
            <a:ext cx="1828800" cy="1828800"/>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bwMode="white">
          <a:xfrm>
            <a:off x="8946586" y="4437090"/>
            <a:ext cx="1828800" cy="187359"/>
          </a:xfrm>
        </p:spPr>
        <p:txBody>
          <a:bodyPr wrap="square">
            <a:spAutoFit/>
          </a:bodyPr>
          <a:lstStyle>
            <a:lvl1pPr marL="0" indent="0">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bwMode="white">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bwMode="white">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bwMode="white">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pic>
        <p:nvPicPr>
          <p:cNvPr id="3" name="Cognizant Logo_rgb_rev_2023" descr="Cognizant logo reversed, SVG format">
            <a:extLst>
              <a:ext uri="{FF2B5EF4-FFF2-40B4-BE49-F238E27FC236}">
                <a16:creationId xmlns:a16="http://schemas.microsoft.com/office/drawing/2014/main" id="{289D256D-EB50-B40B-6594-8D04791EFFC6}"/>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4042138913"/>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Bio alt - dark">
    <p:bg bwMode="ltGray">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bwMode="white">
          <a:xfrm>
            <a:off x="1416614" y="1619814"/>
            <a:ext cx="2799786" cy="2799786"/>
          </a:xfrm>
          <a:solidFill>
            <a:srgbClr val="ECECEB"/>
          </a:solidFill>
        </p:spPr>
        <p:txBody>
          <a:bodyPr bIns="914400" anchor="ctr">
            <a:normAutofit/>
          </a:bodyPr>
          <a:lstStyle>
            <a:lvl1pPr marL="0" indent="0" algn="ctr">
              <a:buNone/>
              <a:defRPr sz="1100">
                <a:solidFill>
                  <a:schemeClr val="bg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bwMode="white">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bwMode="white"/>
        <p:txBody>
          <a:bodyPr/>
          <a:lstStyle>
            <a:lvl1pPr>
              <a:defRPr>
                <a:solidFill>
                  <a:schemeClr val="tx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bwMode="white"/>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bwMode="white"/>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bwMode="white">
          <a:xfrm>
            <a:off x="4840598" y="3450611"/>
            <a:ext cx="5014602" cy="249812"/>
          </a:xfrm>
        </p:spPr>
        <p:txBody>
          <a:bodyPr wrap="square">
            <a:spAutoFit/>
          </a:bodyPr>
          <a:lstStyle>
            <a:lvl1pPr marL="0" indent="0">
              <a:buNone/>
              <a:defRPr sz="16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bwMode="white">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bwMode="white">
          <a:xfrm>
            <a:off x="4840597" y="3868550"/>
            <a:ext cx="5014599" cy="187359"/>
          </a:xfrm>
        </p:spPr>
        <p:txBody>
          <a:bodyPr wrap="square">
            <a:spAutoFit/>
          </a:bodyPr>
          <a:lstStyle>
            <a:lvl1pPr marL="0" indent="0">
              <a:lnSpc>
                <a:spcPct val="100000"/>
              </a:lnSpc>
              <a:buNone/>
              <a:defRPr sz="1200">
                <a:solidFill>
                  <a:schemeClr val="accent3"/>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pic>
        <p:nvPicPr>
          <p:cNvPr id="2" name="Cognizant Logo_rgb_rev_2023" descr="Cognizant logo reversed, SVG format">
            <a:extLst>
              <a:ext uri="{FF2B5EF4-FFF2-40B4-BE49-F238E27FC236}">
                <a16:creationId xmlns:a16="http://schemas.microsoft.com/office/drawing/2014/main" id="{BECD7034-456B-359A-4008-D8F48DBDB2E2}"/>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918756601"/>
      </p:ext>
    </p:extLst>
  </p:cSld>
  <p:clrMapOvr>
    <a:overrideClrMapping bg1="dk1" tx1="lt1" bg2="dk2" tx2="lt2" accent1="accent1" accent2="accent2" accent3="accent3" accent4="accent4" accent5="accent5" accent6="accent6" hlink="hlink" folHlink="folHlink"/>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am introduction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dirty="0"/>
              <a:t>Click to edit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1437641"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1437639"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2" name="Picture Placeholder 6">
            <a:extLst>
              <a:ext uri="{FF2B5EF4-FFF2-40B4-BE49-F238E27FC236}">
                <a16:creationId xmlns:a16="http://schemas.microsoft.com/office/drawing/2014/main" id="{AD48ABD9-411C-A5A5-77B2-A15373D08533}"/>
              </a:ext>
            </a:extLst>
          </p:cNvPr>
          <p:cNvSpPr>
            <a:spLocks noGrp="1" noChangeAspect="1"/>
          </p:cNvSpPr>
          <p:nvPr>
            <p:ph type="pic" sz="quarter" idx="28" hasCustomPrompt="1"/>
          </p:nvPr>
        </p:nvSpPr>
        <p:spPr>
          <a:xfrm>
            <a:off x="3926605"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5" name="Text Placeholder 6">
            <a:extLst>
              <a:ext uri="{FF2B5EF4-FFF2-40B4-BE49-F238E27FC236}">
                <a16:creationId xmlns:a16="http://schemas.microsoft.com/office/drawing/2014/main" id="{1747DB1F-929C-459A-4FE5-FADEF2D3FDEB}"/>
              </a:ext>
            </a:extLst>
          </p:cNvPr>
          <p:cNvSpPr>
            <a:spLocks noGrp="1"/>
          </p:cNvSpPr>
          <p:nvPr>
            <p:ph type="body" sz="quarter" idx="29" hasCustomPrompt="1"/>
          </p:nvPr>
        </p:nvSpPr>
        <p:spPr>
          <a:xfrm>
            <a:off x="3926605"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1" name="Picture Placeholder 6">
            <a:extLst>
              <a:ext uri="{FF2B5EF4-FFF2-40B4-BE49-F238E27FC236}">
                <a16:creationId xmlns:a16="http://schemas.microsoft.com/office/drawing/2014/main" id="{FB34C272-EB9E-4D99-17B2-D4754377E7E7}"/>
              </a:ext>
            </a:extLst>
          </p:cNvPr>
          <p:cNvSpPr>
            <a:spLocks noGrp="1" noChangeAspect="1"/>
          </p:cNvSpPr>
          <p:nvPr>
            <p:ph type="pic" sz="quarter" idx="30" hasCustomPrompt="1"/>
          </p:nvPr>
        </p:nvSpPr>
        <p:spPr>
          <a:xfrm>
            <a:off x="643659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3" name="Text Placeholder 6">
            <a:extLst>
              <a:ext uri="{FF2B5EF4-FFF2-40B4-BE49-F238E27FC236}">
                <a16:creationId xmlns:a16="http://schemas.microsoft.com/office/drawing/2014/main" id="{B26B660B-B390-9A95-B8D1-DC4964F354BF}"/>
              </a:ext>
            </a:extLst>
          </p:cNvPr>
          <p:cNvSpPr>
            <a:spLocks noGrp="1"/>
          </p:cNvSpPr>
          <p:nvPr>
            <p:ph type="body" sz="quarter" idx="31" hasCustomPrompt="1"/>
          </p:nvPr>
        </p:nvSpPr>
        <p:spPr>
          <a:xfrm>
            <a:off x="643659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First name, last name</a:t>
            </a:r>
          </a:p>
        </p:txBody>
      </p:sp>
      <p:sp>
        <p:nvSpPr>
          <p:cNvPr id="14" name="Picture Placeholder 6">
            <a:extLst>
              <a:ext uri="{FF2B5EF4-FFF2-40B4-BE49-F238E27FC236}">
                <a16:creationId xmlns:a16="http://schemas.microsoft.com/office/drawing/2014/main" id="{3A5A0582-3273-F488-E828-D319740EFE5A}"/>
              </a:ext>
            </a:extLst>
          </p:cNvPr>
          <p:cNvSpPr>
            <a:spLocks noGrp="1" noChangeAspect="1"/>
          </p:cNvSpPr>
          <p:nvPr>
            <p:ph type="pic" sz="quarter" idx="32" hasCustomPrompt="1"/>
          </p:nvPr>
        </p:nvSpPr>
        <p:spPr>
          <a:xfrm>
            <a:off x="8946586" y="2438400"/>
            <a:ext cx="1828800" cy="1828800"/>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15" name="Text Placeholder 6">
            <a:extLst>
              <a:ext uri="{FF2B5EF4-FFF2-40B4-BE49-F238E27FC236}">
                <a16:creationId xmlns:a16="http://schemas.microsoft.com/office/drawing/2014/main" id="{FB4CF7E9-01C0-12B5-2B09-771996358801}"/>
              </a:ext>
            </a:extLst>
          </p:cNvPr>
          <p:cNvSpPr>
            <a:spLocks noGrp="1"/>
          </p:cNvSpPr>
          <p:nvPr>
            <p:ph type="body" sz="quarter" idx="33" hasCustomPrompt="1"/>
          </p:nvPr>
        </p:nvSpPr>
        <p:spPr>
          <a:xfrm>
            <a:off x="8946586" y="4437090"/>
            <a:ext cx="1828800" cy="187359"/>
          </a:xfrm>
        </p:spPr>
        <p:txBody>
          <a:bodyPr wrap="square">
            <a:spAutoFit/>
          </a:bodyPr>
          <a:lstStyle>
            <a:lvl1pPr marL="0" indent="0">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First name, last name</a:t>
            </a:r>
          </a:p>
        </p:txBody>
      </p:sp>
      <p:sp>
        <p:nvSpPr>
          <p:cNvPr id="16" name="Text Placeholder 11">
            <a:extLst>
              <a:ext uri="{FF2B5EF4-FFF2-40B4-BE49-F238E27FC236}">
                <a16:creationId xmlns:a16="http://schemas.microsoft.com/office/drawing/2014/main" id="{5C0DE360-379A-181A-9F66-A4E5E1F82FFB}"/>
              </a:ext>
            </a:extLst>
          </p:cNvPr>
          <p:cNvSpPr>
            <a:spLocks noGrp="1"/>
          </p:cNvSpPr>
          <p:nvPr>
            <p:ph type="body" sz="quarter" idx="34" hasCustomPrompt="1"/>
          </p:nvPr>
        </p:nvSpPr>
        <p:spPr>
          <a:xfrm>
            <a:off x="3926605"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7" name="Text Placeholder 11">
            <a:extLst>
              <a:ext uri="{FF2B5EF4-FFF2-40B4-BE49-F238E27FC236}">
                <a16:creationId xmlns:a16="http://schemas.microsoft.com/office/drawing/2014/main" id="{7B8A09A5-93C8-4A70-0E67-E9F18DFBA7CD}"/>
              </a:ext>
            </a:extLst>
          </p:cNvPr>
          <p:cNvSpPr>
            <a:spLocks noGrp="1"/>
          </p:cNvSpPr>
          <p:nvPr>
            <p:ph type="body" sz="quarter" idx="35" hasCustomPrompt="1"/>
          </p:nvPr>
        </p:nvSpPr>
        <p:spPr>
          <a:xfrm>
            <a:off x="643659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
        <p:nvSpPr>
          <p:cNvPr id="18" name="Text Placeholder 11">
            <a:extLst>
              <a:ext uri="{FF2B5EF4-FFF2-40B4-BE49-F238E27FC236}">
                <a16:creationId xmlns:a16="http://schemas.microsoft.com/office/drawing/2014/main" id="{3CBEF3CF-8EAA-624F-DCD1-4164D144A13A}"/>
              </a:ext>
            </a:extLst>
          </p:cNvPr>
          <p:cNvSpPr>
            <a:spLocks noGrp="1"/>
          </p:cNvSpPr>
          <p:nvPr>
            <p:ph type="body" sz="quarter" idx="36" hasCustomPrompt="1"/>
          </p:nvPr>
        </p:nvSpPr>
        <p:spPr>
          <a:xfrm>
            <a:off x="8946586" y="4760215"/>
            <a:ext cx="1828800" cy="325410"/>
          </a:xfrm>
        </p:spPr>
        <p:txBody>
          <a:bodyPr wrap="square">
            <a:spAutoFit/>
          </a:bodyPr>
          <a:lstStyle>
            <a:lvl1pPr marL="0" indent="0">
              <a:spcBef>
                <a:spcPts val="600"/>
              </a:spcBef>
              <a:buNone/>
              <a:defRPr sz="10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Role</a:t>
            </a:r>
            <a:br>
              <a:rPr lang="en-US" dirty="0"/>
            </a:br>
            <a:r>
              <a:rPr lang="en-US" dirty="0"/>
              <a:t>Company</a:t>
            </a:r>
          </a:p>
        </p:txBody>
      </p:sp>
    </p:spTree>
    <p:extLst>
      <p:ext uri="{BB962C8B-B14F-4D97-AF65-F5344CB8AC3E}">
        <p14:creationId xmlns:p14="http://schemas.microsoft.com/office/powerpoint/2010/main" val="2487450006"/>
      </p:ext>
    </p:extLst>
  </p:cSld>
  <p:clrMapOvr>
    <a:overrideClrMapping bg1="lt1" tx1="dk1" bg2="lt2" tx2="dk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Bio alt - light">
    <p:bg>
      <p:bgRef idx="1001">
        <a:schemeClr val="bg1"/>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noChangeAspect="1"/>
          </p:cNvSpPr>
          <p:nvPr>
            <p:ph type="pic" sz="quarter" idx="22" hasCustomPrompt="1"/>
          </p:nvPr>
        </p:nvSpPr>
        <p:spPr>
          <a:xfrm>
            <a:off x="1416614" y="1619814"/>
            <a:ext cx="2799786" cy="2799786"/>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457200"/>
            <a:ext cx="11277600" cy="332399"/>
          </a:xfrm>
        </p:spPr>
        <p:txBody>
          <a:bodyPr wrap="square" lIns="0" tIns="0" rIns="0" bIns="0" anchor="t" anchorCtr="0">
            <a:spAutoFit/>
          </a:bodyPr>
          <a:lstStyle>
            <a:lvl1pPr>
              <a:lnSpc>
                <a:spcPct val="100000"/>
              </a:lnSpc>
              <a:defRPr sz="2400" b="1">
                <a:solidFill>
                  <a:schemeClr val="tx1"/>
                </a:solidFill>
              </a:defRPr>
            </a:lvl1pPr>
          </a:lstStyle>
          <a:p>
            <a:r>
              <a:rPr lang="en-US"/>
              <a:t>Click to edit name</a:t>
            </a:r>
            <a:endParaRPr lang="en-US" dirty="0"/>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tx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tx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tx1"/>
                </a:solidFill>
              </a:defRPr>
            </a:lvl1pPr>
          </a:lstStyle>
          <a:p>
            <a:fld id="{38826FC0-333C-E549-9FA3-0EE43DF298A3}" type="slidenum">
              <a:rPr lang="en-US" smtClean="0"/>
              <a:pPr/>
              <a:t>‹#›</a:t>
            </a:fld>
            <a:endParaRPr lang="en-US" dirty="0"/>
          </a:p>
        </p:txBody>
      </p:sp>
      <p:sp>
        <p:nvSpPr>
          <p:cNvPr id="7" name="Text Placeholder 6">
            <a:extLst>
              <a:ext uri="{FF2B5EF4-FFF2-40B4-BE49-F238E27FC236}">
                <a16:creationId xmlns:a16="http://schemas.microsoft.com/office/drawing/2014/main" id="{5B0658E3-47F0-47B8-654E-15FF9DA1845D}"/>
              </a:ext>
            </a:extLst>
          </p:cNvPr>
          <p:cNvSpPr>
            <a:spLocks noGrp="1"/>
          </p:cNvSpPr>
          <p:nvPr>
            <p:ph type="body" sz="quarter" idx="26" hasCustomPrompt="1"/>
          </p:nvPr>
        </p:nvSpPr>
        <p:spPr>
          <a:xfrm>
            <a:off x="4840598" y="3450611"/>
            <a:ext cx="5014602" cy="249812"/>
          </a:xfrm>
        </p:spPr>
        <p:txBody>
          <a:bodyPr wrap="square">
            <a:spAutoFit/>
          </a:bodyPr>
          <a:lstStyle>
            <a:lvl1pPr marL="0" indent="0">
              <a:buNone/>
              <a:defRPr sz="16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a:t>Name here</a:t>
            </a:r>
          </a:p>
        </p:txBody>
      </p:sp>
      <p:sp>
        <p:nvSpPr>
          <p:cNvPr id="12" name="Text Placeholder 11">
            <a:extLst>
              <a:ext uri="{FF2B5EF4-FFF2-40B4-BE49-F238E27FC236}">
                <a16:creationId xmlns:a16="http://schemas.microsoft.com/office/drawing/2014/main" id="{D5C0BCFD-9ECE-324E-1F65-2552ABC71A31}"/>
              </a:ext>
            </a:extLst>
          </p:cNvPr>
          <p:cNvSpPr>
            <a:spLocks noGrp="1"/>
          </p:cNvSpPr>
          <p:nvPr>
            <p:ph type="body" sz="quarter" idx="27" hasCustomPrompt="1"/>
          </p:nvPr>
        </p:nvSpPr>
        <p:spPr>
          <a:xfrm>
            <a:off x="4840596" y="3033418"/>
            <a:ext cx="6894204" cy="218586"/>
          </a:xfrm>
        </p:spPr>
        <p:txBody>
          <a:bodyPr wrap="square" anchor="b">
            <a:spAutoFit/>
          </a:bodyPr>
          <a:lstStyle>
            <a:lvl1pPr marL="0" indent="0">
              <a:spcBef>
                <a:spcPts val="600"/>
              </a:spcBef>
              <a:buNone/>
              <a:defRPr sz="1400"/>
            </a:lvl1pPr>
            <a:lvl2pPr marL="205867" indent="0">
              <a:spcBef>
                <a:spcPts val="1200"/>
              </a:spcBef>
              <a:buNone/>
              <a:defRPr sz="1200"/>
            </a:lvl2pPr>
            <a:lvl3pPr>
              <a:spcBef>
                <a:spcPts val="1200"/>
              </a:spcBef>
              <a:defRPr sz="1100"/>
            </a:lvl3pPr>
            <a:lvl4pPr>
              <a:spcBef>
                <a:spcPts val="1200"/>
              </a:spcBef>
              <a:defRPr sz="1100"/>
            </a:lvl4pPr>
            <a:lvl5pPr>
              <a:spcBef>
                <a:spcPts val="1200"/>
              </a:spcBef>
              <a:defRPr sz="1100"/>
            </a:lvl5pPr>
          </a:lstStyle>
          <a:p>
            <a:pPr lvl="0"/>
            <a:r>
              <a:rPr lang="en-US" dirty="0"/>
              <a:t>Bio here</a:t>
            </a:r>
          </a:p>
        </p:txBody>
      </p:sp>
      <p:sp>
        <p:nvSpPr>
          <p:cNvPr id="19" name="Text Placeholder 6">
            <a:extLst>
              <a:ext uri="{FF2B5EF4-FFF2-40B4-BE49-F238E27FC236}">
                <a16:creationId xmlns:a16="http://schemas.microsoft.com/office/drawing/2014/main" id="{42B6C9C1-3E19-05D1-F320-DE21BED97E9F}"/>
              </a:ext>
            </a:extLst>
          </p:cNvPr>
          <p:cNvSpPr>
            <a:spLocks noGrp="1"/>
          </p:cNvSpPr>
          <p:nvPr>
            <p:ph type="body" sz="quarter" idx="28" hasCustomPrompt="1"/>
          </p:nvPr>
        </p:nvSpPr>
        <p:spPr>
          <a:xfrm>
            <a:off x="4840597" y="3868550"/>
            <a:ext cx="5014599" cy="187359"/>
          </a:xfrm>
        </p:spPr>
        <p:txBody>
          <a:bodyPr wrap="square">
            <a:spAutoFit/>
          </a:bodyPr>
          <a:lstStyle>
            <a:lvl1pPr marL="0" indent="0">
              <a:lnSpc>
                <a:spcPct val="100000"/>
              </a:lnSpc>
              <a:buNone/>
              <a:defRPr sz="1200">
                <a:solidFill>
                  <a:schemeClr val="accent2"/>
                </a:solidFill>
              </a:defRPr>
            </a:lvl1pPr>
            <a:lvl2pPr>
              <a:defRPr>
                <a:solidFill>
                  <a:schemeClr val="accent3"/>
                </a:solidFill>
              </a:defRPr>
            </a:lvl2pPr>
            <a:lvl3pPr>
              <a:defRPr>
                <a:solidFill>
                  <a:schemeClr val="accent3"/>
                </a:solidFill>
              </a:defRPr>
            </a:lvl3pPr>
            <a:lvl4pPr>
              <a:defRPr>
                <a:solidFill>
                  <a:schemeClr val="accent3"/>
                </a:solidFill>
              </a:defRPr>
            </a:lvl4pPr>
            <a:lvl5pPr>
              <a:defRPr>
                <a:solidFill>
                  <a:schemeClr val="accent3"/>
                </a:solidFill>
              </a:defRPr>
            </a:lvl5pPr>
          </a:lstStyle>
          <a:p>
            <a:pPr lvl="0"/>
            <a:r>
              <a:rPr lang="en-US" dirty="0"/>
              <a:t>Title here</a:t>
            </a:r>
          </a:p>
        </p:txBody>
      </p:sp>
    </p:spTree>
    <p:extLst>
      <p:ext uri="{BB962C8B-B14F-4D97-AF65-F5344CB8AC3E}">
        <p14:creationId xmlns:p14="http://schemas.microsoft.com/office/powerpoint/2010/main" val="4009223359"/>
      </p:ext>
    </p:extLst>
  </p:cSld>
  <p:clrMapOvr>
    <a:overrideClrMapping bg1="lt1" tx1="dk1" bg2="lt2" tx2="dk2" accent1="accent1" accent2="accent2" accent3="accent3" accent4="accent4" accent5="accent5" accent6="accent6" hlink="hlink" folHlink="folHlink"/>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Case study">
    <p:bg>
      <p:bgRef idx="1001">
        <a:schemeClr val="bg2"/>
      </p:bgRef>
    </p:bg>
    <p:spTree>
      <p:nvGrpSpPr>
        <p:cNvPr id="1" name=""/>
        <p:cNvGrpSpPr/>
        <p:nvPr/>
      </p:nvGrpSpPr>
      <p:grpSpPr>
        <a:xfrm>
          <a:off x="0" y="0"/>
          <a:ext cx="0" cy="0"/>
          <a:chOff x="0" y="0"/>
          <a:chExt cx="0" cy="0"/>
        </a:xfrm>
      </p:grpSpPr>
      <p:sp>
        <p:nvSpPr>
          <p:cNvPr id="6" name="Picture Placeholder 6">
            <a:extLst>
              <a:ext uri="{FF2B5EF4-FFF2-40B4-BE49-F238E27FC236}">
                <a16:creationId xmlns:a16="http://schemas.microsoft.com/office/drawing/2014/main" id="{6F64CC6B-58AB-2FB2-95D1-E562FCA847FE}"/>
              </a:ext>
            </a:extLst>
          </p:cNvPr>
          <p:cNvSpPr>
            <a:spLocks noGrp="1"/>
          </p:cNvSpPr>
          <p:nvPr>
            <p:ph type="pic" sz="quarter" idx="22" hasCustomPrompt="1"/>
          </p:nvPr>
        </p:nvSpPr>
        <p:spPr>
          <a:xfrm>
            <a:off x="0" y="0"/>
            <a:ext cx="12192000" cy="6858000"/>
          </a:xfrm>
          <a:solidFill>
            <a:srgbClr val="ECECEB"/>
          </a:solidFill>
        </p:spPr>
        <p:txBody>
          <a:bodyPr bIns="914400" anchor="ctr">
            <a:normAutofit/>
          </a:bodyPr>
          <a:lstStyle>
            <a:lvl1pPr marL="0" indent="0" algn="ctr">
              <a:buNone/>
              <a:defRPr sz="1200">
                <a:solidFill>
                  <a:schemeClr val="tx1"/>
                </a:solidFill>
              </a:defRPr>
            </a:lvl1pPr>
          </a:lstStyle>
          <a:p>
            <a:r>
              <a:rPr lang="en-US" dirty="0"/>
              <a:t>Click icon, drag, or paste to add picture</a:t>
            </a:r>
          </a:p>
        </p:txBody>
      </p:sp>
      <p:sp>
        <p:nvSpPr>
          <p:cNvPr id="4" name="Title 1">
            <a:extLst>
              <a:ext uri="{FF2B5EF4-FFF2-40B4-BE49-F238E27FC236}">
                <a16:creationId xmlns:a16="http://schemas.microsoft.com/office/drawing/2014/main" id="{C3526BAE-028F-6A4C-BA31-2B52EF0F88B7}"/>
              </a:ext>
            </a:extLst>
          </p:cNvPr>
          <p:cNvSpPr>
            <a:spLocks noGrp="1"/>
          </p:cNvSpPr>
          <p:nvPr>
            <p:ph type="title" hasCustomPrompt="1"/>
          </p:nvPr>
        </p:nvSpPr>
        <p:spPr>
          <a:xfrm>
            <a:off x="457200" y="2685238"/>
            <a:ext cx="7518399" cy="492443"/>
          </a:xfrm>
        </p:spPr>
        <p:txBody>
          <a:bodyPr wrap="square" lIns="0" tIns="0" rIns="0" bIns="0" anchor="ctr" anchorCtr="0">
            <a:spAutoFit/>
          </a:bodyPr>
          <a:lstStyle>
            <a:lvl1pPr>
              <a:lnSpc>
                <a:spcPct val="100000"/>
              </a:lnSpc>
              <a:spcBef>
                <a:spcPts val="1200"/>
              </a:spcBef>
              <a:defRPr sz="3200" b="1">
                <a:solidFill>
                  <a:schemeClr val="bg1"/>
                </a:solidFill>
              </a:defRPr>
            </a:lvl1pPr>
          </a:lstStyle>
          <a:p>
            <a:r>
              <a:rPr lang="en-US" dirty="0"/>
              <a:t>Case study name</a:t>
            </a:r>
          </a:p>
        </p:txBody>
      </p:sp>
      <p:sp>
        <p:nvSpPr>
          <p:cNvPr id="8" name="Date Placeholder 7">
            <a:extLst>
              <a:ext uri="{FF2B5EF4-FFF2-40B4-BE49-F238E27FC236}">
                <a16:creationId xmlns:a16="http://schemas.microsoft.com/office/drawing/2014/main" id="{01B3A7B5-3F56-5DA1-99FC-CF456671A444}"/>
              </a:ext>
            </a:extLst>
          </p:cNvPr>
          <p:cNvSpPr>
            <a:spLocks noGrp="1"/>
          </p:cNvSpPr>
          <p:nvPr>
            <p:ph type="dt" sz="half" idx="23"/>
          </p:nvPr>
        </p:nvSpPr>
        <p:spPr/>
        <p:txBody>
          <a:bodyPr/>
          <a:lstStyle>
            <a:lvl1pPr>
              <a:defRPr>
                <a:solidFill>
                  <a:schemeClr val="bg1"/>
                </a:solidFill>
              </a:defRPr>
            </a:lvl1pPr>
          </a:lstStyle>
          <a:p>
            <a:fld id="{FAFDDD03-639A-8D4E-860C-2002B6D03365}" type="datetime1">
              <a:rPr lang="en-US" smtClean="0"/>
              <a:pPr/>
              <a:t>11/3/2025</a:t>
            </a:fld>
            <a:endParaRPr lang="en-US" dirty="0"/>
          </a:p>
        </p:txBody>
      </p:sp>
      <p:sp>
        <p:nvSpPr>
          <p:cNvPr id="9" name="Footer Placeholder 8">
            <a:extLst>
              <a:ext uri="{FF2B5EF4-FFF2-40B4-BE49-F238E27FC236}">
                <a16:creationId xmlns:a16="http://schemas.microsoft.com/office/drawing/2014/main" id="{6CB49AD2-D87C-78C9-F794-7396FF97AA14}"/>
              </a:ext>
            </a:extLst>
          </p:cNvPr>
          <p:cNvSpPr>
            <a:spLocks noGrp="1"/>
          </p:cNvSpPr>
          <p:nvPr>
            <p:ph type="ftr" sz="quarter" idx="24"/>
          </p:nvPr>
        </p:nvSpPr>
        <p:spPr/>
        <p:txBody>
          <a:bodyPr/>
          <a:lstStyle>
            <a:lvl1pPr>
              <a:defRPr>
                <a:solidFill>
                  <a:schemeClr val="bg1"/>
                </a:solidFill>
              </a:defRPr>
            </a:lvl1pPr>
          </a:lstStyle>
          <a:p>
            <a:r>
              <a:rPr lang="en-US" dirty="0"/>
              <a:t>© 2025–2027 Cognizant | Private</a:t>
            </a:r>
          </a:p>
        </p:txBody>
      </p:sp>
      <p:sp>
        <p:nvSpPr>
          <p:cNvPr id="10" name="Slide Number Placeholder 9">
            <a:extLst>
              <a:ext uri="{FF2B5EF4-FFF2-40B4-BE49-F238E27FC236}">
                <a16:creationId xmlns:a16="http://schemas.microsoft.com/office/drawing/2014/main" id="{FF59DFAC-5EEF-99F4-32FE-9F2BB1174281}"/>
              </a:ext>
            </a:extLst>
          </p:cNvPr>
          <p:cNvSpPr>
            <a:spLocks noGrp="1"/>
          </p:cNvSpPr>
          <p:nvPr>
            <p:ph type="sldNum" sz="quarter" idx="25"/>
          </p:nvPr>
        </p:nvSpPr>
        <p:spPr/>
        <p:txBody>
          <a:bodyPr/>
          <a:lstStyle>
            <a:lvl1pPr>
              <a:defRPr>
                <a:solidFill>
                  <a:schemeClr val="bg1"/>
                </a:solidFill>
              </a:defRPr>
            </a:lvl1p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692020149"/>
      </p:ext>
    </p:extLst>
  </p:cSld>
  <p:clrMapOvr>
    <a:overrideClrMapping bg1="lt1" tx1="dk1" bg2="lt2" tx2="dk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p:cSld name="PRINT LAYOUTS">
    <p:bg>
      <p:bgPr>
        <a:solidFill>
          <a:schemeClr val="accent6">
            <a:lumMod val="10000"/>
          </a:schemeClr>
        </a:solid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E16FD177-B563-EFF3-1BBA-DFAD35B66ED2}"/>
              </a:ext>
            </a:extLst>
          </p:cNvPr>
          <p:cNvSpPr txBox="1"/>
          <p:nvPr/>
        </p:nvSpPr>
        <p:spPr>
          <a:xfrm>
            <a:off x="1010479" y="1385366"/>
            <a:ext cx="10171054" cy="4087273"/>
          </a:xfrm>
          <a:prstGeom prst="rect">
            <a:avLst/>
          </a:prstGeom>
          <a:noFill/>
        </p:spPr>
        <p:txBody>
          <a:bodyPr wrap="none" lIns="0" tIns="0" rIns="0" bIns="0" rtlCol="0" anchor="ctr">
            <a:spAutoFit/>
          </a:bodyPr>
          <a:lstStyle/>
          <a:p>
            <a:pPr marL="0" marR="0" lvl="0" indent="0" algn="ctr" defTabSz="914400" eaLnBrk="1" fontAlgn="auto" latinLnBrk="0" hangingPunct="1">
              <a:lnSpc>
                <a:spcPct val="80000"/>
              </a:lnSpc>
              <a:spcBef>
                <a:spcPts val="0"/>
              </a:spcBef>
              <a:spcAft>
                <a:spcPts val="0"/>
              </a:spcAft>
              <a:buClrTx/>
              <a:buSzTx/>
              <a:buFontTx/>
              <a:buNone/>
              <a:tabLst/>
              <a:defRPr/>
            </a:pPr>
            <a:r>
              <a:rPr kumimoji="0" lang="en-US" sz="16600" b="1" i="0" u="none" strike="noStrike" kern="0" cap="none" spc="0" normalizeH="0" baseline="0" noProof="0" dirty="0">
                <a:ln>
                  <a:noFill/>
                </a:ln>
                <a:solidFill>
                  <a:srgbClr val="FFFFFF"/>
                </a:solidFill>
                <a:effectLst/>
                <a:uLnTx/>
                <a:uFillTx/>
              </a:rPr>
              <a:t>PRINT</a:t>
            </a:r>
            <a:br>
              <a:rPr kumimoji="0" lang="en-US" sz="16600" b="1" i="0" u="none" strike="noStrike" kern="0" cap="none" spc="0" normalizeH="0" baseline="0" noProof="0" dirty="0">
                <a:ln>
                  <a:noFill/>
                </a:ln>
                <a:solidFill>
                  <a:srgbClr val="FFFFFF"/>
                </a:solidFill>
                <a:effectLst/>
                <a:uLnTx/>
                <a:uFillTx/>
              </a:rPr>
            </a:br>
            <a:r>
              <a:rPr kumimoji="0" lang="en-US" sz="16600" b="1" i="0" u="none" strike="noStrike" kern="0" cap="none" spc="0" normalizeH="0" baseline="0" noProof="0" dirty="0">
                <a:ln>
                  <a:noFill/>
                </a:ln>
                <a:solidFill>
                  <a:srgbClr val="FFFFFF"/>
                </a:solidFill>
                <a:effectLst/>
                <a:uLnTx/>
                <a:uFillTx/>
              </a:rPr>
              <a:t>LAYOUTS</a:t>
            </a:r>
            <a:endParaRPr kumimoji="0" lang="en-US" sz="7200" b="0" i="1" u="none" strike="noStrike" kern="0" cap="none" spc="0" normalizeH="0" baseline="0" noProof="0" dirty="0">
              <a:ln>
                <a:noFill/>
              </a:ln>
              <a:solidFill>
                <a:srgbClr val="FFFFFF"/>
              </a:solidFill>
              <a:effectLst/>
              <a:uLnTx/>
              <a:uFillTx/>
            </a:endParaRPr>
          </a:p>
        </p:txBody>
      </p:sp>
    </p:spTree>
    <p:extLst>
      <p:ext uri="{BB962C8B-B14F-4D97-AF65-F5344CB8AC3E}">
        <p14:creationId xmlns:p14="http://schemas.microsoft.com/office/powerpoint/2010/main" val="432408760"/>
      </p:ext>
    </p:extLst>
  </p:cSld>
  <p:clrMapOvr>
    <a:overrideClrMapping bg1="dk1" tx1="lt1" bg2="dk2" tx2="lt2" accent1="accent1" accent2="accent2" accent3="accent3" accent4="accent4" accent5="accent5" accent6="accent6" hlink="hlink" folHlink="folHlink"/>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Print layout 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8" name="Content Placeholder 4">
            <a:extLst>
              <a:ext uri="{FF2B5EF4-FFF2-40B4-BE49-F238E27FC236}">
                <a16:creationId xmlns:a16="http://schemas.microsoft.com/office/drawing/2014/main" id="{97C8D286-D420-EE2D-6164-1E5FF70C4225}"/>
              </a:ext>
            </a:extLst>
          </p:cNvPr>
          <p:cNvSpPr>
            <a:spLocks noGrp="1"/>
          </p:cNvSpPr>
          <p:nvPr>
            <p:ph sz="quarter" idx="13" hasCustomPrompt="1"/>
          </p:nvPr>
        </p:nvSpPr>
        <p:spPr>
          <a:xfrm>
            <a:off x="457200" y="1447800"/>
            <a:ext cx="112776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72328515-FC2B-A5A7-A51D-AD83EA148662}"/>
              </a:ext>
            </a:extLst>
          </p:cNvPr>
          <p:cNvSpPr>
            <a:spLocks noGrp="1"/>
          </p:cNvSpPr>
          <p:nvPr>
            <p:ph type="dt" sz="half" idx="14"/>
          </p:nvPr>
        </p:nvSpPr>
        <p:spPr/>
        <p:txBody>
          <a:bodyPr/>
          <a:lstStyle/>
          <a:p>
            <a:fld id="{8EB84BCC-F734-8048-8197-BE14B7B6EE4C}" type="datetime1">
              <a:rPr lang="en-US" smtClean="0"/>
              <a:t>11/3/2025</a:t>
            </a:fld>
            <a:endParaRPr lang="en-US" dirty="0"/>
          </a:p>
        </p:txBody>
      </p:sp>
      <p:sp>
        <p:nvSpPr>
          <p:cNvPr id="7" name="Footer Placeholder 6">
            <a:extLst>
              <a:ext uri="{FF2B5EF4-FFF2-40B4-BE49-F238E27FC236}">
                <a16:creationId xmlns:a16="http://schemas.microsoft.com/office/drawing/2014/main" id="{8A78C47A-CC18-2B7E-01BA-B71033C96E49}"/>
              </a:ext>
            </a:extLst>
          </p:cNvPr>
          <p:cNvSpPr>
            <a:spLocks noGrp="1"/>
          </p:cNvSpPr>
          <p:nvPr>
            <p:ph type="ftr" sz="quarter" idx="15"/>
          </p:nvPr>
        </p:nvSpPr>
        <p:spPr/>
        <p:txBody>
          <a:bodyPr/>
          <a:lstStyle/>
          <a:p>
            <a:r>
              <a:rPr lang="en-US" dirty="0"/>
              <a:t>© 2025–2027 Cognizant | Private</a:t>
            </a:r>
          </a:p>
        </p:txBody>
      </p:sp>
      <p:sp>
        <p:nvSpPr>
          <p:cNvPr id="9" name="Slide Number Placeholder 8">
            <a:extLst>
              <a:ext uri="{FF2B5EF4-FFF2-40B4-BE49-F238E27FC236}">
                <a16:creationId xmlns:a16="http://schemas.microsoft.com/office/drawing/2014/main" id="{19B43DAB-918E-9FD2-A5E8-F9530136AAE1}"/>
              </a:ext>
            </a:extLst>
          </p:cNvPr>
          <p:cNvSpPr>
            <a:spLocks noGrp="1"/>
          </p:cNvSpPr>
          <p:nvPr>
            <p:ph type="sldNum" sz="quarter" idx="16"/>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307321474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Print layou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6" name="Content Placeholder 4">
            <a:extLst>
              <a:ext uri="{FF2B5EF4-FFF2-40B4-BE49-F238E27FC236}">
                <a16:creationId xmlns:a16="http://schemas.microsoft.com/office/drawing/2014/main" id="{EFB2AB4E-99EA-866B-42DB-AA6B0640E978}"/>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8" name="Date Placeholder 7">
            <a:extLst>
              <a:ext uri="{FF2B5EF4-FFF2-40B4-BE49-F238E27FC236}">
                <a16:creationId xmlns:a16="http://schemas.microsoft.com/office/drawing/2014/main" id="{49FBA165-B4C4-9560-3B73-D4440E1274B4}"/>
              </a:ext>
            </a:extLst>
          </p:cNvPr>
          <p:cNvSpPr>
            <a:spLocks noGrp="1"/>
          </p:cNvSpPr>
          <p:nvPr>
            <p:ph type="dt" sz="half" idx="14"/>
          </p:nvPr>
        </p:nvSpPr>
        <p:spPr/>
        <p:txBody>
          <a:bodyPr/>
          <a:lstStyle/>
          <a:p>
            <a:fld id="{8EB84BCC-F734-8048-8197-BE14B7B6EE4C}" type="datetime1">
              <a:rPr lang="en-US" smtClean="0"/>
              <a:t>11/3/2025</a:t>
            </a:fld>
            <a:endParaRPr lang="en-US" dirty="0"/>
          </a:p>
        </p:txBody>
      </p:sp>
      <p:sp>
        <p:nvSpPr>
          <p:cNvPr id="9" name="Footer Placeholder 8">
            <a:extLst>
              <a:ext uri="{FF2B5EF4-FFF2-40B4-BE49-F238E27FC236}">
                <a16:creationId xmlns:a16="http://schemas.microsoft.com/office/drawing/2014/main" id="{355393B2-66D7-C532-B4ED-1C7095A892B2}"/>
              </a:ext>
            </a:extLst>
          </p:cNvPr>
          <p:cNvSpPr>
            <a:spLocks noGrp="1"/>
          </p:cNvSpPr>
          <p:nvPr>
            <p:ph type="ftr" sz="quarter" idx="15"/>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3E96471B-AF2B-8429-A5BE-4098F30AC55D}"/>
              </a:ext>
            </a:extLst>
          </p:cNvPr>
          <p:cNvSpPr>
            <a:spLocks noGrp="1"/>
          </p:cNvSpPr>
          <p:nvPr>
            <p:ph type="sldNum" sz="quarter" idx="16"/>
          </p:nvPr>
        </p:nvSpPr>
        <p:spPr/>
        <p:txBody>
          <a:bodyPr/>
          <a:lstStyle/>
          <a:p>
            <a:fld id="{38826FC0-333C-E549-9FA3-0EE43DF298A3}" type="slidenum">
              <a:rPr lang="en-US" smtClean="0"/>
              <a:pPr/>
              <a:t>‹#›</a:t>
            </a:fld>
            <a:endParaRPr lang="en-US" dirty="0"/>
          </a:p>
        </p:txBody>
      </p:sp>
      <p:sp>
        <p:nvSpPr>
          <p:cNvPr id="11" name="Picture Placeholder 6">
            <a:extLst>
              <a:ext uri="{FF2B5EF4-FFF2-40B4-BE49-F238E27FC236}">
                <a16:creationId xmlns:a16="http://schemas.microsoft.com/office/drawing/2014/main" id="{FF811353-C714-762F-1AAE-32044BE7B552}"/>
              </a:ext>
            </a:extLst>
          </p:cNvPr>
          <p:cNvSpPr>
            <a:spLocks noGrp="1" noChangeAspect="1"/>
          </p:cNvSpPr>
          <p:nvPr>
            <p:ph type="pic" sz="quarter" idx="22" hasCustomPrompt="1"/>
          </p:nvPr>
        </p:nvSpPr>
        <p:spPr>
          <a:xfrm>
            <a:off x="8305800" y="1447800"/>
            <a:ext cx="3429000" cy="4716463"/>
          </a:xfrm>
          <a:solidFill>
            <a:srgbClr val="ECECEB"/>
          </a:solidFill>
        </p:spPr>
        <p:txBody>
          <a:bodyPr bIns="914400" anchor="ctr">
            <a:normAutofit/>
          </a:bodyPr>
          <a:lstStyle>
            <a:lvl1pPr marL="0" indent="0" algn="ctr">
              <a:buNone/>
              <a:defRPr sz="1100">
                <a:solidFill>
                  <a:schemeClr val="tx1"/>
                </a:solidFill>
              </a:defRPr>
            </a:lvl1pPr>
          </a:lstStyle>
          <a:p>
            <a:r>
              <a:rPr lang="en-US" dirty="0"/>
              <a:t>Click icon, drag, or paste to add picture</a:t>
            </a:r>
          </a:p>
        </p:txBody>
      </p:sp>
    </p:spTree>
    <p:extLst>
      <p:ext uri="{BB962C8B-B14F-4D97-AF65-F5344CB8AC3E}">
        <p14:creationId xmlns:p14="http://schemas.microsoft.com/office/powerpoint/2010/main" val="33488216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Print layou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9" name="Content Placeholder 11">
            <a:extLst>
              <a:ext uri="{FF2B5EF4-FFF2-40B4-BE49-F238E27FC236}">
                <a16:creationId xmlns:a16="http://schemas.microsoft.com/office/drawing/2014/main" id="{259B0F51-32FC-A168-2D3A-C5941F904A9A}"/>
              </a:ext>
            </a:extLst>
          </p:cNvPr>
          <p:cNvSpPr>
            <a:spLocks noGrp="1"/>
          </p:cNvSpPr>
          <p:nvPr>
            <p:ph sz="quarter" idx="15" hasCustomPrompt="1"/>
          </p:nvPr>
        </p:nvSpPr>
        <p:spPr>
          <a:xfrm>
            <a:off x="8305800" y="1447800"/>
            <a:ext cx="3429000" cy="4716463"/>
          </a:xfrm>
          <a:noFill/>
        </p:spPr>
        <p:txBody>
          <a:bodyPr bIns="1280160" anchor="ctr" anchorCtr="0"/>
          <a:lstStyle>
            <a:lvl1pPr marL="0" indent="0" algn="ctr">
              <a:buNone/>
              <a:defRPr sz="1100">
                <a:solidFill>
                  <a:schemeClr val="tx1"/>
                </a:solidFill>
              </a:defRPr>
            </a:lvl1pPr>
          </a:lstStyle>
          <a:p>
            <a:pPr lvl="0"/>
            <a:r>
              <a:rPr lang="en-US" dirty="0"/>
              <a:t>Click to add content</a:t>
            </a:r>
          </a:p>
        </p:txBody>
      </p:sp>
      <p:sp>
        <p:nvSpPr>
          <p:cNvPr id="6" name="Content Placeholder 4">
            <a:extLst>
              <a:ext uri="{FF2B5EF4-FFF2-40B4-BE49-F238E27FC236}">
                <a16:creationId xmlns:a16="http://schemas.microsoft.com/office/drawing/2014/main" id="{E6871F2F-0300-3464-E2A2-7AF48ACCDA0E}"/>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n-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latin typeface="+mn-lt"/>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latin typeface="+mn-lt"/>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latin typeface="+mn-lt"/>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7" name="Date Placeholder 6">
            <a:extLst>
              <a:ext uri="{FF2B5EF4-FFF2-40B4-BE49-F238E27FC236}">
                <a16:creationId xmlns:a16="http://schemas.microsoft.com/office/drawing/2014/main" id="{E7F5A834-2BF7-D718-8760-B751F1362C5B}"/>
              </a:ext>
            </a:extLst>
          </p:cNvPr>
          <p:cNvSpPr>
            <a:spLocks noGrp="1"/>
          </p:cNvSpPr>
          <p:nvPr>
            <p:ph type="dt" sz="half" idx="16"/>
          </p:nvPr>
        </p:nvSpPr>
        <p:spPr/>
        <p:txBody>
          <a:bodyPr/>
          <a:lstStyle/>
          <a:p>
            <a:fld id="{8EB84BCC-F734-8048-8197-BE14B7B6EE4C}" type="datetime1">
              <a:rPr lang="en-US" smtClean="0"/>
              <a:t>11/3/2025</a:t>
            </a:fld>
            <a:endParaRPr lang="en-US" dirty="0"/>
          </a:p>
        </p:txBody>
      </p:sp>
      <p:sp>
        <p:nvSpPr>
          <p:cNvPr id="8" name="Footer Placeholder 7">
            <a:extLst>
              <a:ext uri="{FF2B5EF4-FFF2-40B4-BE49-F238E27FC236}">
                <a16:creationId xmlns:a16="http://schemas.microsoft.com/office/drawing/2014/main" id="{BAD15E00-493E-DA78-52D5-886D4490A1D0}"/>
              </a:ext>
            </a:extLst>
          </p:cNvPr>
          <p:cNvSpPr>
            <a:spLocks noGrp="1"/>
          </p:cNvSpPr>
          <p:nvPr>
            <p:ph type="ftr" sz="quarter" idx="17"/>
          </p:nvPr>
        </p:nvSpPr>
        <p:spPr/>
        <p:txBody>
          <a:bodyPr/>
          <a:lstStyle/>
          <a:p>
            <a:r>
              <a:rPr lang="en-US" dirty="0"/>
              <a:t>© 2025–2027 Cognizant | Private</a:t>
            </a:r>
          </a:p>
        </p:txBody>
      </p:sp>
      <p:sp>
        <p:nvSpPr>
          <p:cNvPr id="10" name="Slide Number Placeholder 9">
            <a:extLst>
              <a:ext uri="{FF2B5EF4-FFF2-40B4-BE49-F238E27FC236}">
                <a16:creationId xmlns:a16="http://schemas.microsoft.com/office/drawing/2014/main" id="{A2550889-1E0E-444C-2EB8-5E1C1E1649C8}"/>
              </a:ext>
            </a:extLst>
          </p:cNvPr>
          <p:cNvSpPr>
            <a:spLocks noGrp="1"/>
          </p:cNvSpPr>
          <p:nvPr>
            <p:ph type="sldNum" sz="quarter" idx="18"/>
          </p:nvPr>
        </p:nvSpPr>
        <p:spPr/>
        <p:txBody>
          <a:bodyPr/>
          <a:lstStyle/>
          <a:p>
            <a:fld id="{38826FC0-333C-E549-9FA3-0EE43DF298A3}" type="slidenum">
              <a:rPr lang="en-US" smtClean="0"/>
              <a:pPr/>
              <a:t>‹#›</a:t>
            </a:fld>
            <a:endParaRPr lang="en-US" dirty="0"/>
          </a:p>
        </p:txBody>
      </p:sp>
    </p:spTree>
    <p:extLst>
      <p:ext uri="{BB962C8B-B14F-4D97-AF65-F5344CB8AC3E}">
        <p14:creationId xmlns:p14="http://schemas.microsoft.com/office/powerpoint/2010/main" val="2311534029"/>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Print layou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D29CC-5BBF-E264-6E6C-26877D619090}"/>
              </a:ext>
            </a:extLst>
          </p:cNvPr>
          <p:cNvSpPr>
            <a:spLocks noGrp="1"/>
          </p:cNvSpPr>
          <p:nvPr>
            <p:ph type="title" hasCustomPrompt="1"/>
          </p:nvPr>
        </p:nvSpPr>
        <p:spPr>
          <a:xfrm>
            <a:off x="457200" y="457200"/>
            <a:ext cx="11277600" cy="332399"/>
          </a:xfrm>
        </p:spPr>
        <p:txBody>
          <a:bodyPr>
            <a:spAutoFit/>
          </a:bodyPr>
          <a:lstStyle>
            <a:lvl1pPr>
              <a:defRPr sz="2400">
                <a:solidFill>
                  <a:schemeClr val="accent1"/>
                </a:solidFill>
              </a:defRPr>
            </a:lvl1pPr>
          </a:lstStyle>
          <a:p>
            <a:r>
              <a:rPr lang="en-US" dirty="0"/>
              <a:t>Click to edit title</a:t>
            </a:r>
          </a:p>
        </p:txBody>
      </p:sp>
      <p:sp>
        <p:nvSpPr>
          <p:cNvPr id="7" name="Text Placeholder 9">
            <a:extLst>
              <a:ext uri="{FF2B5EF4-FFF2-40B4-BE49-F238E27FC236}">
                <a16:creationId xmlns:a16="http://schemas.microsoft.com/office/drawing/2014/main" id="{A497A1BE-986B-0BD6-76A5-85ABDFBA41E0}"/>
              </a:ext>
            </a:extLst>
          </p:cNvPr>
          <p:cNvSpPr>
            <a:spLocks noGrp="1"/>
          </p:cNvSpPr>
          <p:nvPr>
            <p:ph type="body" sz="quarter" idx="16" hasCustomPrompt="1"/>
          </p:nvPr>
        </p:nvSpPr>
        <p:spPr>
          <a:xfrm>
            <a:off x="8446381" y="2016681"/>
            <a:ext cx="3291841" cy="337080"/>
          </a:xfrm>
          <a:noFill/>
        </p:spPr>
        <p:txBody>
          <a:bodyPr wrap="square" lIns="0" tIns="0" rIns="0" bIns="0">
            <a:spAutoFit/>
          </a:bodyPr>
          <a:lstStyle>
            <a:lvl1pPr marL="0" indent="0">
              <a:lnSpc>
                <a:spcPct val="110000"/>
              </a:lnSpc>
              <a:spcBef>
                <a:spcPts val="1200"/>
              </a:spcBef>
              <a:buNone/>
              <a:defRPr sz="1100">
                <a:solidFill>
                  <a:schemeClr val="accent1"/>
                </a:solidFill>
              </a:defRPr>
            </a:lvl1pPr>
            <a:lvl2pPr marL="12700" marR="0" indent="0" algn="l" defTabSz="914171" rtl="0" eaLnBrk="1" fontAlgn="auto" latinLnBrk="0" hangingPunct="1">
              <a:lnSpc>
                <a:spcPct val="110000"/>
              </a:lnSpc>
              <a:spcBef>
                <a:spcPts val="1200"/>
              </a:spcBef>
              <a:spcAft>
                <a:spcPts val="1200"/>
              </a:spcAft>
              <a:buClr>
                <a:schemeClr val="accent1"/>
              </a:buClr>
              <a:buSzTx/>
              <a:buFont typeface="Arial" panose="020B0604020202020204" pitchFamily="34" charset="0"/>
              <a:buNone/>
              <a:tabLst/>
              <a:defRPr sz="900" i="1">
                <a:solidFill>
                  <a:schemeClr val="tx2"/>
                </a:solidFill>
              </a:defRPr>
            </a:lvl2pPr>
            <a:lvl3pPr marL="9525" indent="619125">
              <a:buFontTx/>
              <a:buNone/>
              <a:tabLst/>
              <a:defRPr sz="900"/>
            </a:lvl3pPr>
          </a:lstStyle>
          <a:p>
            <a:pPr lvl="0"/>
            <a:r>
              <a:rPr lang="en-US" dirty="0"/>
              <a:t>Click to edit text</a:t>
            </a:r>
          </a:p>
          <a:p>
            <a:pPr marL="12700" marR="0" lvl="1" indent="0" algn="l" defTabSz="914171" rtl="0" eaLnBrk="1" fontAlgn="auto" latinLnBrk="0" hangingPunct="1">
              <a:lnSpc>
                <a:spcPct val="120000"/>
              </a:lnSpc>
              <a:spcBef>
                <a:spcPts val="0"/>
              </a:spcBef>
              <a:spcAft>
                <a:spcPts val="1200"/>
              </a:spcAft>
              <a:buClr>
                <a:schemeClr val="accent1"/>
              </a:buClr>
              <a:buSzTx/>
              <a:buFont typeface="Arial" panose="020B0604020202020204" pitchFamily="34" charset="0"/>
              <a:buNone/>
              <a:tabLst/>
              <a:defRPr/>
            </a:pPr>
            <a:r>
              <a:rPr lang="en-US" dirty="0"/>
              <a:t>Click to edit text</a:t>
            </a:r>
          </a:p>
        </p:txBody>
      </p:sp>
      <p:cxnSp>
        <p:nvCxnSpPr>
          <p:cNvPr id="8" name="Straight Connector 7">
            <a:extLst>
              <a:ext uri="{FF2B5EF4-FFF2-40B4-BE49-F238E27FC236}">
                <a16:creationId xmlns:a16="http://schemas.microsoft.com/office/drawing/2014/main" id="{6CF16D66-A061-BB80-4196-FA88563E9FC5}"/>
              </a:ext>
            </a:extLst>
          </p:cNvPr>
          <p:cNvCxnSpPr>
            <a:cxnSpLocks noChangeAspect="1"/>
          </p:cNvCxnSpPr>
          <p:nvPr userDrawn="1"/>
        </p:nvCxnSpPr>
        <p:spPr>
          <a:xfrm>
            <a:off x="8446383" y="1455541"/>
            <a:ext cx="3154680" cy="0"/>
          </a:xfrm>
          <a:prstGeom prst="line">
            <a:avLst/>
          </a:prstGeom>
          <a:ln w="12700" cap="sq">
            <a:solidFill>
              <a:schemeClr val="accent1"/>
            </a:solidFill>
          </a:ln>
          <a:effectLst/>
        </p:spPr>
        <p:style>
          <a:lnRef idx="2">
            <a:schemeClr val="accent1"/>
          </a:lnRef>
          <a:fillRef idx="0">
            <a:schemeClr val="accent1"/>
          </a:fillRef>
          <a:effectRef idx="1">
            <a:schemeClr val="accent1"/>
          </a:effectRef>
          <a:fontRef idx="minor">
            <a:schemeClr val="tx1"/>
          </a:fontRef>
        </p:style>
      </p:cxnSp>
      <p:sp>
        <p:nvSpPr>
          <p:cNvPr id="12" name="Content Placeholder 4">
            <a:extLst>
              <a:ext uri="{FF2B5EF4-FFF2-40B4-BE49-F238E27FC236}">
                <a16:creationId xmlns:a16="http://schemas.microsoft.com/office/drawing/2014/main" id="{443B4273-80BC-4D4B-45D3-71EA235891DD}"/>
              </a:ext>
            </a:extLst>
          </p:cNvPr>
          <p:cNvSpPr>
            <a:spLocks noGrp="1"/>
          </p:cNvSpPr>
          <p:nvPr>
            <p:ph sz="quarter" idx="13" hasCustomPrompt="1"/>
          </p:nvPr>
        </p:nvSpPr>
        <p:spPr>
          <a:xfrm>
            <a:off x="457200" y="1447800"/>
            <a:ext cx="7518400" cy="4716463"/>
          </a:xfrm>
        </p:spPr>
        <p:txBody>
          <a:bodyPr rIns="0" numCol="3" spcCol="365760"/>
          <a:lstStyle>
            <a:lvl1pPr marL="0" indent="0">
              <a:lnSpc>
                <a:spcPct val="110000"/>
              </a:lnSpc>
              <a:spcBef>
                <a:spcPts val="600"/>
              </a:spcBef>
              <a:spcAft>
                <a:spcPts val="0"/>
              </a:spcAft>
              <a:buClrTx/>
              <a:buFont typeface="Arial" panose="020B0604020202020204" pitchFamily="34" charset="0"/>
              <a:buNone/>
              <a:defRPr sz="1000" b="0" cap="none" spc="0" baseline="0">
                <a:solidFill>
                  <a:schemeClr val="tx2"/>
                </a:solidFill>
                <a:latin typeface="+mj-lt"/>
              </a:defRPr>
            </a:lvl1pPr>
            <a:lvl2pPr marL="234950" indent="-112713">
              <a:lnSpc>
                <a:spcPct val="110000"/>
              </a:lnSpc>
              <a:spcBef>
                <a:spcPts val="600"/>
              </a:spcBef>
              <a:spcAft>
                <a:spcPts val="0"/>
              </a:spcAft>
              <a:buClrTx/>
              <a:buSzPct val="100000"/>
              <a:buFont typeface="Arial" panose="020B0604020202020204" pitchFamily="34" charset="0"/>
              <a:buChar char="•"/>
              <a:tabLst/>
              <a:defRPr sz="900">
                <a:solidFill>
                  <a:schemeClr val="tx2"/>
                </a:solidFill>
              </a:defRPr>
            </a:lvl2pPr>
            <a:lvl3pPr marL="0" indent="0">
              <a:lnSpc>
                <a:spcPct val="100000"/>
              </a:lnSpc>
              <a:spcBef>
                <a:spcPts val="1200"/>
              </a:spcBef>
              <a:spcAft>
                <a:spcPts val="0"/>
              </a:spcAft>
              <a:buClrTx/>
              <a:buSzPct val="90000"/>
              <a:buFont typeface="Arial" panose="020B0604020202020204" pitchFamily="34" charset="0"/>
              <a:buNone/>
              <a:tabLst/>
              <a:defRPr sz="1000" b="1" cap="none" spc="0" baseline="0">
                <a:solidFill>
                  <a:schemeClr val="accent2"/>
                </a:solidFill>
              </a:defRPr>
            </a:lvl3pPr>
            <a:lvl4pPr marL="458788" indent="-109538">
              <a:lnSpc>
                <a:spcPct val="110000"/>
              </a:lnSpc>
              <a:spcAft>
                <a:spcPts val="1200"/>
              </a:spcAft>
              <a:buClrTx/>
              <a:buSzPct val="90000"/>
              <a:buFont typeface="Arial" panose="020B0604020202020204" pitchFamily="34" charset="0"/>
              <a:buChar char="•"/>
              <a:tabLst/>
              <a:defRPr sz="800">
                <a:solidFill>
                  <a:schemeClr val="tx2"/>
                </a:solidFill>
              </a:defRPr>
            </a:lvl4pPr>
            <a:lvl5pPr marL="688975" indent="-109538">
              <a:lnSpc>
                <a:spcPct val="120000"/>
              </a:lnSpc>
              <a:spcAft>
                <a:spcPts val="1200"/>
              </a:spcAft>
              <a:buClrTx/>
              <a:buSzPct val="90000"/>
              <a:buFont typeface="Arial" panose="020B0604020202020204" pitchFamily="34" charset="0"/>
              <a:buChar char="-"/>
              <a:tabLst/>
              <a:defRPr sz="600">
                <a:solidFill>
                  <a:schemeClr val="tx2"/>
                </a:solidFill>
              </a:defRPr>
            </a:lvl5pPr>
          </a:lstStyle>
          <a:p>
            <a:pPr lvl="0"/>
            <a:r>
              <a:rPr lang="en-US" dirty="0"/>
              <a:t>Avoid bullets as a general rule</a:t>
            </a:r>
          </a:p>
          <a:p>
            <a:pPr lvl="1"/>
            <a:r>
              <a:rPr lang="en-US" dirty="0"/>
              <a:t>Second level (bullets)</a:t>
            </a:r>
          </a:p>
          <a:p>
            <a:pPr lvl="2"/>
            <a:r>
              <a:rPr lang="en-US" dirty="0"/>
              <a:t>Third level (subhead)</a:t>
            </a:r>
          </a:p>
          <a:p>
            <a:pPr lvl="3"/>
            <a:r>
              <a:rPr lang="en-US" dirty="0"/>
              <a:t>Fourth level</a:t>
            </a:r>
          </a:p>
        </p:txBody>
      </p:sp>
      <p:sp>
        <p:nvSpPr>
          <p:cNvPr id="6" name="Date Placeholder 5">
            <a:extLst>
              <a:ext uri="{FF2B5EF4-FFF2-40B4-BE49-F238E27FC236}">
                <a16:creationId xmlns:a16="http://schemas.microsoft.com/office/drawing/2014/main" id="{A8D18051-2FD4-FBBA-DF0A-5AA5724D4CED}"/>
              </a:ext>
            </a:extLst>
          </p:cNvPr>
          <p:cNvSpPr>
            <a:spLocks noGrp="1"/>
          </p:cNvSpPr>
          <p:nvPr>
            <p:ph type="dt" sz="half" idx="17"/>
          </p:nvPr>
        </p:nvSpPr>
        <p:spPr/>
        <p:txBody>
          <a:bodyPr/>
          <a:lstStyle/>
          <a:p>
            <a:fld id="{8EB84BCC-F734-8048-8197-BE14B7B6EE4C}" type="datetime1">
              <a:rPr lang="en-US" smtClean="0"/>
              <a:t>11/3/2025</a:t>
            </a:fld>
            <a:endParaRPr lang="en-US" dirty="0"/>
          </a:p>
        </p:txBody>
      </p:sp>
      <p:sp>
        <p:nvSpPr>
          <p:cNvPr id="9" name="Footer Placeholder 8">
            <a:extLst>
              <a:ext uri="{FF2B5EF4-FFF2-40B4-BE49-F238E27FC236}">
                <a16:creationId xmlns:a16="http://schemas.microsoft.com/office/drawing/2014/main" id="{2674FFEF-C1C1-A6A5-579D-03460B4B7B4E}"/>
              </a:ext>
            </a:extLst>
          </p:cNvPr>
          <p:cNvSpPr>
            <a:spLocks noGrp="1"/>
          </p:cNvSpPr>
          <p:nvPr>
            <p:ph type="ftr" sz="quarter" idx="18"/>
          </p:nvPr>
        </p:nvSpPr>
        <p:spPr/>
        <p:txBody>
          <a:bodyPr/>
          <a:lstStyle/>
          <a:p>
            <a:r>
              <a:rPr lang="en-US" dirty="0"/>
              <a:t>© 2025–2027 Cognizant | Private</a:t>
            </a:r>
          </a:p>
        </p:txBody>
      </p:sp>
      <p:sp>
        <p:nvSpPr>
          <p:cNvPr id="11" name="Slide Number Placeholder 10">
            <a:extLst>
              <a:ext uri="{FF2B5EF4-FFF2-40B4-BE49-F238E27FC236}">
                <a16:creationId xmlns:a16="http://schemas.microsoft.com/office/drawing/2014/main" id="{83CD4671-5EA7-FBFD-25EC-C2EB1310BC27}"/>
              </a:ext>
            </a:extLst>
          </p:cNvPr>
          <p:cNvSpPr>
            <a:spLocks noGrp="1"/>
          </p:cNvSpPr>
          <p:nvPr>
            <p:ph type="sldNum" sz="quarter" idx="19"/>
          </p:nvPr>
        </p:nvSpPr>
        <p:spPr/>
        <p:txBody>
          <a:bodyPr/>
          <a:lstStyle/>
          <a:p>
            <a:fld id="{38826FC0-333C-E549-9FA3-0EE43DF298A3}" type="slidenum">
              <a:rPr lang="en-US" smtClean="0"/>
              <a:pPr/>
              <a:t>‹#›</a:t>
            </a:fld>
            <a:endParaRPr lang="en-US" dirty="0"/>
          </a:p>
        </p:txBody>
      </p:sp>
      <p:sp>
        <p:nvSpPr>
          <p:cNvPr id="16" name="Freeform 15">
            <a:extLst>
              <a:ext uri="{FF2B5EF4-FFF2-40B4-BE49-F238E27FC236}">
                <a16:creationId xmlns:a16="http://schemas.microsoft.com/office/drawing/2014/main" id="{B4239B95-1BE5-65A8-8088-4245AFE6DC2A}"/>
              </a:ext>
            </a:extLst>
          </p:cNvPr>
          <p:cNvSpPr>
            <a:spLocks noChangeAspect="1"/>
          </p:cNvSpPr>
          <p:nvPr userDrawn="1"/>
        </p:nvSpPr>
        <p:spPr>
          <a:xfrm>
            <a:off x="8450629" y="1583574"/>
            <a:ext cx="292608" cy="297056"/>
          </a:xfrm>
          <a:custGeom>
            <a:avLst/>
            <a:gdLst>
              <a:gd name="connsiteX0" fmla="*/ 305136 w 336446"/>
              <a:gd name="connsiteY0" fmla="*/ 0 h 341560"/>
              <a:gd name="connsiteX1" fmla="*/ 336446 w 336446"/>
              <a:gd name="connsiteY1" fmla="*/ 49811 h 341560"/>
              <a:gd name="connsiteX2" fmla="*/ 278808 w 336446"/>
              <a:gd name="connsiteY2" fmla="*/ 98554 h 341560"/>
              <a:gd name="connsiteX3" fmla="*/ 258172 w 336446"/>
              <a:gd name="connsiteY3" fmla="*/ 192839 h 341560"/>
              <a:gd name="connsiteX4" fmla="*/ 325061 w 336446"/>
              <a:gd name="connsiteY4" fmla="*/ 192839 h 341560"/>
              <a:gd name="connsiteX5" fmla="*/ 325061 w 336446"/>
              <a:gd name="connsiteY5" fmla="*/ 341560 h 341560"/>
              <a:gd name="connsiteX6" fmla="*/ 187725 w 336446"/>
              <a:gd name="connsiteY6" fmla="*/ 341560 h 341560"/>
              <a:gd name="connsiteX7" fmla="*/ 187725 w 336446"/>
              <a:gd name="connsiteY7" fmla="*/ 224149 h 341560"/>
              <a:gd name="connsiteX8" fmla="*/ 210495 w 336446"/>
              <a:gd name="connsiteY8" fmla="*/ 86101 h 341560"/>
              <a:gd name="connsiteX9" fmla="*/ 305136 w 336446"/>
              <a:gd name="connsiteY9" fmla="*/ 0 h 341560"/>
              <a:gd name="connsiteX10" fmla="*/ 117411 w 336446"/>
              <a:gd name="connsiteY10" fmla="*/ 0 h 341560"/>
              <a:gd name="connsiteX11" fmla="*/ 148721 w 336446"/>
              <a:gd name="connsiteY11" fmla="*/ 49811 h 341560"/>
              <a:gd name="connsiteX12" fmla="*/ 91083 w 336446"/>
              <a:gd name="connsiteY12" fmla="*/ 98554 h 341560"/>
              <a:gd name="connsiteX13" fmla="*/ 70447 w 336446"/>
              <a:gd name="connsiteY13" fmla="*/ 192839 h 341560"/>
              <a:gd name="connsiteX14" fmla="*/ 137336 w 336446"/>
              <a:gd name="connsiteY14" fmla="*/ 192839 h 341560"/>
              <a:gd name="connsiteX15" fmla="*/ 137336 w 336446"/>
              <a:gd name="connsiteY15" fmla="*/ 341560 h 341560"/>
              <a:gd name="connsiteX16" fmla="*/ 0 w 336446"/>
              <a:gd name="connsiteY16" fmla="*/ 341560 h 341560"/>
              <a:gd name="connsiteX17" fmla="*/ 0 w 336446"/>
              <a:gd name="connsiteY17" fmla="*/ 224149 h 341560"/>
              <a:gd name="connsiteX18" fmla="*/ 22770 w 336446"/>
              <a:gd name="connsiteY18" fmla="*/ 86101 h 341560"/>
              <a:gd name="connsiteX19" fmla="*/ 117411 w 336446"/>
              <a:gd name="connsiteY19" fmla="*/ 0 h 3415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36446" h="341560">
                <a:moveTo>
                  <a:pt x="305136" y="0"/>
                </a:moveTo>
                <a:lnTo>
                  <a:pt x="336446" y="49811"/>
                </a:lnTo>
                <a:cubicBezTo>
                  <a:pt x="310354" y="60722"/>
                  <a:pt x="291142" y="76969"/>
                  <a:pt x="278808" y="98554"/>
                </a:cubicBezTo>
                <a:cubicBezTo>
                  <a:pt x="266473" y="120139"/>
                  <a:pt x="259595" y="151567"/>
                  <a:pt x="258172" y="192839"/>
                </a:cubicBezTo>
                <a:lnTo>
                  <a:pt x="325061" y="192839"/>
                </a:lnTo>
                <a:lnTo>
                  <a:pt x="325061" y="341560"/>
                </a:lnTo>
                <a:lnTo>
                  <a:pt x="187725" y="341560"/>
                </a:lnTo>
                <a:lnTo>
                  <a:pt x="187725" y="224149"/>
                </a:lnTo>
                <a:cubicBezTo>
                  <a:pt x="187725" y="160581"/>
                  <a:pt x="195315" y="114565"/>
                  <a:pt x="210495" y="86101"/>
                </a:cubicBezTo>
                <a:cubicBezTo>
                  <a:pt x="230420" y="48150"/>
                  <a:pt x="261967" y="19450"/>
                  <a:pt x="305136" y="0"/>
                </a:cubicBezTo>
                <a:close/>
                <a:moveTo>
                  <a:pt x="117411" y="0"/>
                </a:moveTo>
                <a:lnTo>
                  <a:pt x="148721" y="49811"/>
                </a:lnTo>
                <a:cubicBezTo>
                  <a:pt x="122629" y="60722"/>
                  <a:pt x="103417" y="76969"/>
                  <a:pt x="91083" y="98554"/>
                </a:cubicBezTo>
                <a:cubicBezTo>
                  <a:pt x="78748" y="120139"/>
                  <a:pt x="71870" y="151567"/>
                  <a:pt x="70447" y="192839"/>
                </a:cubicBezTo>
                <a:lnTo>
                  <a:pt x="137336" y="192839"/>
                </a:lnTo>
                <a:lnTo>
                  <a:pt x="137336" y="341560"/>
                </a:lnTo>
                <a:lnTo>
                  <a:pt x="0" y="341560"/>
                </a:lnTo>
                <a:lnTo>
                  <a:pt x="0" y="224149"/>
                </a:lnTo>
                <a:cubicBezTo>
                  <a:pt x="0" y="160581"/>
                  <a:pt x="7590" y="114565"/>
                  <a:pt x="22770" y="86101"/>
                </a:cubicBezTo>
                <a:cubicBezTo>
                  <a:pt x="42695" y="48150"/>
                  <a:pt x="74242" y="19450"/>
                  <a:pt x="117411"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4296466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p:cSld name="DO NOT USE">
    <p:bg>
      <p:bgPr>
        <a:solidFill>
          <a:srgbClr val="B81F2D"/>
        </a:solid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B13BE4D0-FD2D-17A7-0CB5-5D6CBED1C32D}"/>
              </a:ext>
            </a:extLst>
          </p:cNvPr>
          <p:cNvSpPr txBox="1"/>
          <p:nvPr/>
        </p:nvSpPr>
        <p:spPr>
          <a:xfrm>
            <a:off x="1581464" y="662092"/>
            <a:ext cx="9029075" cy="5533823"/>
          </a:xfrm>
          <a:prstGeom prst="rect">
            <a:avLst/>
          </a:prstGeom>
          <a:noFill/>
        </p:spPr>
        <p:txBody>
          <a:bodyPr wrap="none" lIns="0" tIns="0" rIns="0" bIns="0" rtlCol="0" anchor="ctr">
            <a:spAutoFit/>
          </a:bodyPr>
          <a:lstStyle/>
          <a:p>
            <a:pPr algn="ctr">
              <a:lnSpc>
                <a:spcPct val="80000"/>
              </a:lnSpc>
              <a:spcAft>
                <a:spcPts val="1200"/>
              </a:spcAft>
            </a:pPr>
            <a:r>
              <a:rPr lang="en-US" sz="9600" b="1" dirty="0">
                <a:solidFill>
                  <a:schemeClr val="bg1"/>
                </a:solidFill>
              </a:rPr>
              <a:t>DO NOT USE </a:t>
            </a:r>
            <a:br>
              <a:rPr lang="en-US" sz="9600" b="1" dirty="0">
                <a:solidFill>
                  <a:schemeClr val="bg1"/>
                </a:solidFill>
              </a:rPr>
            </a:br>
            <a:r>
              <a:rPr lang="en-US" sz="9600" b="1" dirty="0">
                <a:solidFill>
                  <a:schemeClr val="bg1"/>
                </a:solidFill>
              </a:rPr>
              <a:t>ANY LAYOUTS </a:t>
            </a:r>
            <a:br>
              <a:rPr lang="en-US" sz="9600" b="1" dirty="0">
                <a:solidFill>
                  <a:schemeClr val="bg1"/>
                </a:solidFill>
              </a:rPr>
            </a:br>
            <a:r>
              <a:rPr lang="en-US" sz="9600" b="1" dirty="0">
                <a:solidFill>
                  <a:schemeClr val="bg1"/>
                </a:solidFill>
              </a:rPr>
              <a:t>BEYOND </a:t>
            </a:r>
            <a:br>
              <a:rPr lang="en-US" sz="9600" b="1" dirty="0">
                <a:solidFill>
                  <a:schemeClr val="bg1"/>
                </a:solidFill>
              </a:rPr>
            </a:br>
            <a:r>
              <a:rPr lang="en-US" sz="9600" b="1" dirty="0">
                <a:solidFill>
                  <a:schemeClr val="bg1"/>
                </a:solidFill>
              </a:rPr>
              <a:t>THIS POINT</a:t>
            </a:r>
          </a:p>
          <a:p>
            <a:pPr algn="ctr">
              <a:lnSpc>
                <a:spcPct val="90000"/>
              </a:lnSpc>
              <a:spcAft>
                <a:spcPts val="2400"/>
              </a:spcAft>
            </a:pPr>
            <a:r>
              <a:rPr lang="en-US" sz="3600" b="0" i="1" dirty="0">
                <a:solidFill>
                  <a:schemeClr val="bg1"/>
                </a:solidFill>
              </a:rPr>
              <a:t>They are not a part of the official template</a:t>
            </a:r>
          </a:p>
        </p:txBody>
      </p:sp>
    </p:spTree>
    <p:extLst>
      <p:ext uri="{BB962C8B-B14F-4D97-AF65-F5344CB8AC3E}">
        <p14:creationId xmlns:p14="http://schemas.microsoft.com/office/powerpoint/2010/main" val="1199188471"/>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7" Type="http://schemas.openxmlformats.org/officeDocument/2006/relationships/slideLayout" Target="../slideLayouts/slideLayout7.xml"/><Relationship Id="rId71" Type="http://schemas.openxmlformats.org/officeDocument/2006/relationships/image" Target="../media/image2.svg"/><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heme" Target="../theme/theme1.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AF230B5-518B-24CC-5360-65ED114C9C97}"/>
              </a:ext>
            </a:extLst>
          </p:cNvPr>
          <p:cNvSpPr>
            <a:spLocks noGrp="1"/>
          </p:cNvSpPr>
          <p:nvPr>
            <p:ph type="title"/>
          </p:nvPr>
        </p:nvSpPr>
        <p:spPr>
          <a:xfrm>
            <a:off x="457200" y="457200"/>
            <a:ext cx="11277600" cy="332399"/>
          </a:xfrm>
          <a:prstGeom prst="rect">
            <a:avLst/>
          </a:prstGeom>
        </p:spPr>
        <p:txBody>
          <a:bodyPr vert="horz" wrap="square" lIns="0" tIns="0" rIns="0" bIns="0" rtlCol="0" anchor="t">
            <a:spAutoFit/>
          </a:bodyPr>
          <a:lstStyle/>
          <a:p>
            <a:r>
              <a:rPr lang="en-US" dirty="0"/>
              <a:t>Click to add title</a:t>
            </a:r>
          </a:p>
        </p:txBody>
      </p:sp>
      <p:sp>
        <p:nvSpPr>
          <p:cNvPr id="3" name="Text Placeholder 2">
            <a:extLst>
              <a:ext uri="{FF2B5EF4-FFF2-40B4-BE49-F238E27FC236}">
                <a16:creationId xmlns:a16="http://schemas.microsoft.com/office/drawing/2014/main" id="{3797B53D-6897-FB10-B4B4-55E663FD6108}"/>
              </a:ext>
            </a:extLst>
          </p:cNvPr>
          <p:cNvSpPr>
            <a:spLocks noGrp="1"/>
          </p:cNvSpPr>
          <p:nvPr>
            <p:ph type="body" idx="1"/>
          </p:nvPr>
        </p:nvSpPr>
        <p:spPr>
          <a:xfrm>
            <a:off x="457200" y="1447800"/>
            <a:ext cx="7518400" cy="4663440"/>
          </a:xfrm>
          <a:prstGeom prst="rect">
            <a:avLst/>
          </a:prstGeom>
        </p:spPr>
        <p:txBody>
          <a:bodyPr vert="horz" lIns="0" tIns="0" rIns="0" bIns="0" rtlCol="0">
            <a:noAutofit/>
          </a:bodyPr>
          <a:lstStyle/>
          <a:p>
            <a:pPr lvl="0"/>
            <a:r>
              <a:rPr lang="en-US" dirty="0"/>
              <a:t>Click to add content</a:t>
            </a:r>
          </a:p>
          <a:p>
            <a:pPr lvl="1"/>
            <a:r>
              <a:rPr lang="en-US" dirty="0"/>
              <a:t>2nd level text</a:t>
            </a:r>
          </a:p>
          <a:p>
            <a:pPr lvl="2"/>
            <a:r>
              <a:rPr lang="en-US" dirty="0"/>
              <a:t>3rd level text</a:t>
            </a:r>
          </a:p>
          <a:p>
            <a:pPr lvl="3"/>
            <a:r>
              <a:rPr lang="en-US" dirty="0"/>
              <a:t>4th level text</a:t>
            </a:r>
          </a:p>
          <a:p>
            <a:pPr lvl="4"/>
            <a:r>
              <a:rPr lang="en-US" dirty="0"/>
              <a:t>5th level text</a:t>
            </a:r>
          </a:p>
          <a:p>
            <a:pPr lvl="5"/>
            <a:r>
              <a:rPr lang="en-US" dirty="0"/>
              <a:t>6th level text</a:t>
            </a:r>
          </a:p>
          <a:p>
            <a:pPr lvl="6"/>
            <a:r>
              <a:rPr lang="en-US" dirty="0"/>
              <a:t>7th level text</a:t>
            </a:r>
          </a:p>
          <a:p>
            <a:pPr lvl="7"/>
            <a:r>
              <a:rPr lang="en-US" dirty="0"/>
              <a:t>8th level text</a:t>
            </a:r>
          </a:p>
          <a:p>
            <a:pPr lvl="8"/>
            <a:r>
              <a:rPr lang="en-US" dirty="0"/>
              <a:t>9th level text</a:t>
            </a:r>
          </a:p>
        </p:txBody>
      </p:sp>
      <p:sp>
        <p:nvSpPr>
          <p:cNvPr id="6" name="Slide Number Placeholder 5">
            <a:extLst>
              <a:ext uri="{FF2B5EF4-FFF2-40B4-BE49-F238E27FC236}">
                <a16:creationId xmlns:a16="http://schemas.microsoft.com/office/drawing/2014/main" id="{F5A3681C-7AE6-4CE0-F456-C8E648A62642}"/>
              </a:ext>
            </a:extLst>
          </p:cNvPr>
          <p:cNvSpPr>
            <a:spLocks noGrp="1"/>
          </p:cNvSpPr>
          <p:nvPr>
            <p:ph type="sldNum" sz="quarter" idx="4"/>
          </p:nvPr>
        </p:nvSpPr>
        <p:spPr>
          <a:xfrm>
            <a:off x="457200" y="6400799"/>
            <a:ext cx="365760" cy="228600"/>
          </a:xfrm>
          <a:prstGeom prst="rect">
            <a:avLst/>
          </a:prstGeom>
        </p:spPr>
        <p:txBody>
          <a:bodyPr vert="horz" lIns="0" tIns="0" rIns="0" bIns="0" rtlCol="0" anchor="ctr"/>
          <a:lstStyle>
            <a:lvl1pPr algn="l">
              <a:defRPr sz="700" b="0">
                <a:solidFill>
                  <a:schemeClr val="tx1"/>
                </a:solidFill>
              </a:defRPr>
            </a:lvl1pPr>
          </a:lstStyle>
          <a:p>
            <a:fld id="{38826FC0-333C-E549-9FA3-0EE43DF298A3}" type="slidenum">
              <a:rPr lang="en-US" smtClean="0"/>
              <a:pPr/>
              <a:t>‹#›</a:t>
            </a:fld>
            <a:endParaRPr lang="en-US" dirty="0"/>
          </a:p>
        </p:txBody>
      </p:sp>
      <p:sp>
        <p:nvSpPr>
          <p:cNvPr id="8" name="Footer Placeholder 7">
            <a:extLst>
              <a:ext uri="{FF2B5EF4-FFF2-40B4-BE49-F238E27FC236}">
                <a16:creationId xmlns:a16="http://schemas.microsoft.com/office/drawing/2014/main" id="{677CCFE7-C984-DC56-6899-8A815F0548C0}"/>
              </a:ext>
              <a:ext uri="{C183D7F6-B498-43B3-948B-1728B52AA6E4}">
                <adec:decorative xmlns:adec="http://schemas.microsoft.com/office/drawing/2017/decorative" val="1"/>
              </a:ext>
            </a:extLst>
          </p:cNvPr>
          <p:cNvSpPr>
            <a:spLocks noGrp="1"/>
          </p:cNvSpPr>
          <p:nvPr>
            <p:ph type="ftr" sz="quarter" idx="3"/>
          </p:nvPr>
        </p:nvSpPr>
        <p:spPr>
          <a:xfrm>
            <a:off x="1005840" y="6400800"/>
            <a:ext cx="1371600" cy="228600"/>
          </a:xfrm>
          <a:prstGeom prst="rect">
            <a:avLst/>
          </a:prstGeom>
        </p:spPr>
        <p:txBody>
          <a:bodyPr vert="horz" lIns="0" tIns="0" rIns="0" bIns="0" rtlCol="0" anchor="ctr"/>
          <a:lstStyle>
            <a:lvl1pPr algn="l">
              <a:defRPr sz="700" b="0">
                <a:solidFill>
                  <a:schemeClr val="tx1"/>
                </a:solidFill>
              </a:defRPr>
            </a:lvl1pPr>
          </a:lstStyle>
          <a:p>
            <a:r>
              <a:rPr lang="en-US" dirty="0"/>
              <a:t>© 2025–2027 Cognizant | Private</a:t>
            </a:r>
          </a:p>
        </p:txBody>
      </p:sp>
      <p:sp>
        <p:nvSpPr>
          <p:cNvPr id="10" name="Date Placeholder 9">
            <a:extLst>
              <a:ext uri="{FF2B5EF4-FFF2-40B4-BE49-F238E27FC236}">
                <a16:creationId xmlns:a16="http://schemas.microsoft.com/office/drawing/2014/main" id="{42283347-4EBC-C7DD-65E3-791D4DBA61D0}"/>
              </a:ext>
            </a:extLst>
          </p:cNvPr>
          <p:cNvSpPr>
            <a:spLocks noGrp="1"/>
          </p:cNvSpPr>
          <p:nvPr>
            <p:ph type="dt" sz="half" idx="2"/>
          </p:nvPr>
        </p:nvSpPr>
        <p:spPr>
          <a:xfrm>
            <a:off x="2651760" y="6400800"/>
            <a:ext cx="1371600" cy="228600"/>
          </a:xfrm>
          <a:prstGeom prst="rect">
            <a:avLst/>
          </a:prstGeom>
        </p:spPr>
        <p:txBody>
          <a:bodyPr vert="horz" lIns="0" tIns="0" rIns="0" bIns="0" rtlCol="0" anchor="ctr"/>
          <a:lstStyle>
            <a:lvl1pPr algn="l">
              <a:defRPr sz="700" b="0">
                <a:solidFill>
                  <a:schemeClr val="tx1"/>
                </a:solidFill>
              </a:defRPr>
            </a:lvl1pPr>
          </a:lstStyle>
          <a:p>
            <a:fld id="{8EB84BCC-F734-8048-8197-BE14B7B6EE4C}" type="datetime1">
              <a:rPr lang="en-US" smtClean="0"/>
              <a:t>11/3/2025</a:t>
            </a:fld>
            <a:endParaRPr lang="en-US" dirty="0"/>
          </a:p>
        </p:txBody>
      </p:sp>
      <p:pic>
        <p:nvPicPr>
          <p:cNvPr id="4" name="Cognizant Logo_rgb_pos_2023">
            <a:extLst>
              <a:ext uri="{FF2B5EF4-FFF2-40B4-BE49-F238E27FC236}">
                <a16:creationId xmlns:a16="http://schemas.microsoft.com/office/drawing/2014/main" id="{322DD144-17A4-A3EC-5E8D-205928D3BDB2}"/>
              </a:ext>
              <a:ext uri="{C183D7F6-B498-43B3-948B-1728B52AA6E4}">
                <adec:decorative xmlns:adec="http://schemas.microsoft.com/office/drawing/2017/decorative" val="1"/>
              </a:ext>
            </a:extLst>
          </p:cNvPr>
          <p:cNvPicPr>
            <a:picLocks noChangeAspect="1"/>
          </p:cNvPicPr>
          <p:nvPr/>
        </p:nvPicPr>
        <p:blipFill>
          <a:blip r:embed="rId70">
            <a:extLst>
              <a:ext uri="{96DAC541-7B7A-43D3-8B79-37D633B846F1}">
                <asvg:svgBlip xmlns:asvg="http://schemas.microsoft.com/office/drawing/2016/SVG/main" r:embed="rId71"/>
              </a:ext>
            </a:extLst>
          </a:blip>
          <a:stretch>
            <a:fillRect/>
          </a:stretch>
        </p:blipFill>
        <p:spPr>
          <a:xfrm>
            <a:off x="10591729" y="6454070"/>
            <a:ext cx="1170432" cy="205449"/>
          </a:xfrm>
          <a:prstGeom prst="rect">
            <a:avLst/>
          </a:prstGeom>
        </p:spPr>
      </p:pic>
    </p:spTree>
    <p:extLst>
      <p:ext uri="{BB962C8B-B14F-4D97-AF65-F5344CB8AC3E}">
        <p14:creationId xmlns:p14="http://schemas.microsoft.com/office/powerpoint/2010/main" val="3692451791"/>
      </p:ext>
    </p:extLst>
  </p:cSld>
  <p:clrMap bg1="lt1" tx1="dk1" bg2="lt2" tx2="dk2" accent1="accent1" accent2="accent2" accent3="accent3" accent4="accent4" accent5="accent5" accent6="accent6" hlink="hlink" folHlink="folHlink"/>
  <p:sldLayoutIdLst>
    <p:sldLayoutId id="2147483927" r:id="rId1"/>
    <p:sldLayoutId id="2147483928" r:id="rId2"/>
    <p:sldLayoutId id="2147483929" r:id="rId3"/>
    <p:sldLayoutId id="2147483930" r:id="rId4"/>
    <p:sldLayoutId id="2147483931" r:id="rId5"/>
    <p:sldLayoutId id="2147483932" r:id="rId6"/>
    <p:sldLayoutId id="2147483933" r:id="rId7"/>
    <p:sldLayoutId id="2147483934" r:id="rId8"/>
    <p:sldLayoutId id="2147483935" r:id="rId9"/>
    <p:sldLayoutId id="2147483936" r:id="rId10"/>
    <p:sldLayoutId id="2147483992" r:id="rId11"/>
    <p:sldLayoutId id="2147483993" r:id="rId12"/>
    <p:sldLayoutId id="2147483994" r:id="rId13"/>
    <p:sldLayoutId id="2147484006" r:id="rId14"/>
    <p:sldLayoutId id="2147484007" r:id="rId15"/>
    <p:sldLayoutId id="2147484008" r:id="rId16"/>
    <p:sldLayoutId id="2147483998" r:id="rId17"/>
    <p:sldLayoutId id="2147483999" r:id="rId18"/>
    <p:sldLayoutId id="2147484000" r:id="rId19"/>
    <p:sldLayoutId id="2147484001" r:id="rId20"/>
    <p:sldLayoutId id="2147484002" r:id="rId21"/>
    <p:sldLayoutId id="2147484003" r:id="rId22"/>
    <p:sldLayoutId id="2147483937" r:id="rId23"/>
    <p:sldLayoutId id="2147483938" r:id="rId24"/>
    <p:sldLayoutId id="2147483939" r:id="rId25"/>
    <p:sldLayoutId id="2147483940" r:id="rId26"/>
    <p:sldLayoutId id="2147483941" r:id="rId27"/>
    <p:sldLayoutId id="2147483942" r:id="rId28"/>
    <p:sldLayoutId id="2147483943" r:id="rId29"/>
    <p:sldLayoutId id="2147483944" r:id="rId30"/>
    <p:sldLayoutId id="2147483945" r:id="rId31"/>
    <p:sldLayoutId id="2147483946" r:id="rId32"/>
    <p:sldLayoutId id="2147483947" r:id="rId33"/>
    <p:sldLayoutId id="2147483948" r:id="rId34"/>
    <p:sldLayoutId id="2147483977" r:id="rId35"/>
    <p:sldLayoutId id="2147483978" r:id="rId36"/>
    <p:sldLayoutId id="2147483949" r:id="rId37"/>
    <p:sldLayoutId id="2147483950" r:id="rId38"/>
    <p:sldLayoutId id="2147483951" r:id="rId39"/>
    <p:sldLayoutId id="2147483952" r:id="rId40"/>
    <p:sldLayoutId id="2147483953" r:id="rId41"/>
    <p:sldLayoutId id="2147483954" r:id="rId42"/>
    <p:sldLayoutId id="2147483955" r:id="rId43"/>
    <p:sldLayoutId id="2147483956" r:id="rId44"/>
    <p:sldLayoutId id="2147483957" r:id="rId45"/>
    <p:sldLayoutId id="2147483958" r:id="rId46"/>
    <p:sldLayoutId id="2147483959" r:id="rId47"/>
    <p:sldLayoutId id="2147483960" r:id="rId48"/>
    <p:sldLayoutId id="2147483961" r:id="rId49"/>
    <p:sldLayoutId id="2147483962" r:id="rId50"/>
    <p:sldLayoutId id="2147483963" r:id="rId51"/>
    <p:sldLayoutId id="2147483964" r:id="rId52"/>
    <p:sldLayoutId id="2147483965" r:id="rId53"/>
    <p:sldLayoutId id="2147483966" r:id="rId54"/>
    <p:sldLayoutId id="2147483967" r:id="rId55"/>
    <p:sldLayoutId id="2147484004" r:id="rId56"/>
    <p:sldLayoutId id="2147484005" r:id="rId57"/>
    <p:sldLayoutId id="2147483973" r:id="rId58"/>
    <p:sldLayoutId id="2147483974" r:id="rId59"/>
    <p:sldLayoutId id="2147483975" r:id="rId60"/>
    <p:sldLayoutId id="2147483976" r:id="rId61"/>
    <p:sldLayoutId id="2147483979" r:id="rId62"/>
    <p:sldLayoutId id="2147483987" r:id="rId63"/>
    <p:sldLayoutId id="2147483988" r:id="rId64"/>
    <p:sldLayoutId id="2147483989" r:id="rId65"/>
    <p:sldLayoutId id="2147483990" r:id="rId66"/>
    <p:sldLayoutId id="2147483991" r:id="rId67"/>
    <p:sldLayoutId id="2147483968" r:id="rId68"/>
  </p:sldLayoutIdLst>
  <p:hf hdr="0" dt="0"/>
  <p:txStyles>
    <p:titleStyle>
      <a:lvl1pPr algn="l" defTabSz="914400" rtl="0" eaLnBrk="1" latinLnBrk="0" hangingPunct="1">
        <a:lnSpc>
          <a:spcPct val="90000"/>
        </a:lnSpc>
        <a:spcBef>
          <a:spcPct val="0"/>
        </a:spcBef>
        <a:buNone/>
        <a:defRPr sz="2400" b="1" kern="1200">
          <a:solidFill>
            <a:schemeClr val="tx1"/>
          </a:solidFill>
          <a:latin typeface="+mj-lt"/>
          <a:ea typeface="+mj-ea"/>
          <a:cs typeface="+mj-cs"/>
        </a:defRPr>
      </a:lvl1pPr>
    </p:titleStyle>
    <p:body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100" kern="1100">
          <a:solidFill>
            <a:schemeClr val="tx1"/>
          </a:solidFill>
          <a:latin typeface="+mn-lt"/>
          <a:ea typeface="+mn-ea"/>
          <a:cs typeface="+mn-cs"/>
        </a:defRPr>
      </a:lvl1pPr>
      <a:lvl2pPr marL="457200" algn="l" defTabSz="914400" rtl="0" eaLnBrk="1" latinLnBrk="0" hangingPunct="1">
        <a:defRPr sz="1100" kern="1100">
          <a:solidFill>
            <a:schemeClr val="tx1"/>
          </a:solidFill>
          <a:latin typeface="+mn-lt"/>
          <a:ea typeface="+mn-ea"/>
          <a:cs typeface="+mn-cs"/>
        </a:defRPr>
      </a:lvl2pPr>
      <a:lvl3pPr marL="914400" algn="l" defTabSz="914400" rtl="0" eaLnBrk="1" latinLnBrk="0" hangingPunct="1">
        <a:defRPr sz="1100" kern="1100">
          <a:solidFill>
            <a:schemeClr val="tx1"/>
          </a:solidFill>
          <a:latin typeface="+mn-lt"/>
          <a:ea typeface="+mn-ea"/>
          <a:cs typeface="+mn-cs"/>
        </a:defRPr>
      </a:lvl3pPr>
      <a:lvl4pPr marL="1371600" algn="l" defTabSz="914400" rtl="0" eaLnBrk="1" latinLnBrk="0" hangingPunct="1">
        <a:defRPr sz="1100" kern="1100">
          <a:solidFill>
            <a:schemeClr val="tx1"/>
          </a:solidFill>
          <a:latin typeface="+mn-lt"/>
          <a:ea typeface="+mn-ea"/>
          <a:cs typeface="+mn-cs"/>
        </a:defRPr>
      </a:lvl4pPr>
      <a:lvl5pPr marL="1828800" algn="l" defTabSz="914400" rtl="0" eaLnBrk="1" latinLnBrk="0" hangingPunct="1">
        <a:defRPr sz="1100" kern="1100">
          <a:solidFill>
            <a:schemeClr val="tx1"/>
          </a:solidFill>
          <a:latin typeface="+mn-lt"/>
          <a:ea typeface="+mn-ea"/>
          <a:cs typeface="+mn-cs"/>
        </a:defRPr>
      </a:lvl5pPr>
      <a:lvl6pPr marL="2286000" algn="l" defTabSz="914400" rtl="0" eaLnBrk="1" latinLnBrk="0" hangingPunct="1">
        <a:defRPr sz="1100" kern="1100">
          <a:solidFill>
            <a:schemeClr val="tx1"/>
          </a:solidFill>
          <a:latin typeface="+mn-lt"/>
          <a:ea typeface="+mn-ea"/>
          <a:cs typeface="+mn-cs"/>
        </a:defRPr>
      </a:lvl6pPr>
      <a:lvl7pPr marL="2743200" algn="l" defTabSz="914400" rtl="0" eaLnBrk="1" latinLnBrk="0" hangingPunct="1">
        <a:defRPr sz="1100" kern="1100">
          <a:solidFill>
            <a:schemeClr val="tx1"/>
          </a:solidFill>
          <a:latin typeface="+mn-lt"/>
          <a:ea typeface="+mn-ea"/>
          <a:cs typeface="+mn-cs"/>
        </a:defRPr>
      </a:lvl7pPr>
      <a:lvl8pPr marL="3200400" algn="l" defTabSz="914400" rtl="0" eaLnBrk="1" latinLnBrk="0" hangingPunct="1">
        <a:defRPr sz="1100" kern="1100">
          <a:solidFill>
            <a:schemeClr val="tx1"/>
          </a:solidFill>
          <a:latin typeface="+mn-lt"/>
          <a:ea typeface="+mn-ea"/>
          <a:cs typeface="+mn-cs"/>
        </a:defRPr>
      </a:lvl8pPr>
      <a:lvl9pPr marL="3657600" algn="l" defTabSz="914400" rtl="0" eaLnBrk="1" latinLnBrk="0" hangingPunct="1">
        <a:defRPr sz="1100" kern="1100">
          <a:solidFill>
            <a:schemeClr val="tx1"/>
          </a:solidFill>
          <a:latin typeface="+mn-lt"/>
          <a:ea typeface="+mn-ea"/>
          <a:cs typeface="+mn-cs"/>
        </a:defRPr>
      </a:lvl9pPr>
    </p:otherStyle>
  </p:txStyles>
  <p:extLst>
    <p:ext uri="{27BBF7A9-308A-43DC-89C8-2F10F3537804}">
      <p15:sldGuideLst xmlns:p15="http://schemas.microsoft.com/office/powerpoint/2012/main">
        <p15:guide id="19">
          <p15:clr>
            <a:srgbClr val="F26B43"/>
          </p15:clr>
        </p15:guide>
        <p15:guide id="20" pos="7680">
          <p15:clr>
            <a:srgbClr val="F26B43"/>
          </p15:clr>
        </p15:guide>
        <p15:guide id="21" pos="288">
          <p15:clr>
            <a:srgbClr val="F26B43"/>
          </p15:clr>
        </p15:guide>
        <p15:guide id="22" pos="1472">
          <p15:clr>
            <a:srgbClr val="F26B43"/>
          </p15:clr>
        </p15:guide>
        <p15:guide id="23" pos="2656">
          <p15:clr>
            <a:srgbClr val="F26B43"/>
          </p15:clr>
        </p15:guide>
        <p15:guide id="24" pos="3840">
          <p15:clr>
            <a:srgbClr val="F26B43"/>
          </p15:clr>
        </p15:guide>
        <p15:guide id="25" pos="5024">
          <p15:clr>
            <a:srgbClr val="F26B43"/>
          </p15:clr>
        </p15:guide>
        <p15:guide id="26" pos="6208">
          <p15:clr>
            <a:srgbClr val="F26B43"/>
          </p15:clr>
        </p15:guide>
        <p15:guide id="27" pos="7392">
          <p15:clr>
            <a:srgbClr val="F26B43"/>
          </p15:clr>
        </p15:guide>
        <p15:guide id="28" orient="horz">
          <p15:clr>
            <a:srgbClr val="F26B43"/>
          </p15:clr>
        </p15:guide>
        <p15:guide id="29" orient="horz" pos="4320">
          <p15:clr>
            <a:srgbClr val="F26B43"/>
          </p15:clr>
        </p15:guide>
        <p15:guide id="30" orient="horz" pos="288">
          <p15:clr>
            <a:srgbClr val="F26B43"/>
          </p15:clr>
        </p15:guide>
        <p15:guide id="31" orient="horz" pos="912">
          <p15:clr>
            <a:srgbClr val="F26B43"/>
          </p15:clr>
        </p15:guide>
        <p15:guide id="32" orient="horz" pos="1536">
          <p15:clr>
            <a:srgbClr val="F26B43"/>
          </p15:clr>
        </p15:guide>
        <p15:guide id="33" orient="horz" pos="2160">
          <p15:clr>
            <a:srgbClr val="F26B43"/>
          </p15:clr>
        </p15:guide>
        <p15:guide id="34" orient="horz" pos="2784">
          <p15:clr>
            <a:srgbClr val="F26B43"/>
          </p15:clr>
        </p15:guide>
        <p15:guide id="35" orient="horz" pos="3408">
          <p15:clr>
            <a:srgbClr val="F26B43"/>
          </p15:clr>
        </p15:guide>
        <p15:guide id="36" orient="horz" pos="403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cognizantonline.sharepoint.com/sites/CorporateFunctions/SitePages/Strategy-%26-Technology-Policy-Hub.aspx" TargetMode="External"/><Relationship Id="rId2" Type="http://schemas.openxmlformats.org/officeDocument/2006/relationships/notesSlide" Target="../notesSlides/notesSlide3.xml"/><Relationship Id="rId1" Type="http://schemas.openxmlformats.org/officeDocument/2006/relationships/slideLayout" Target="../slideLayouts/slideLayout42.xml"/><Relationship Id="rId4" Type="http://schemas.openxmlformats.org/officeDocument/2006/relationships/hyperlink" Target="https://cognizantonline.sharepoint.com/sites/CorporateFunctions/SitePages/Brand-Resources.aspx"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6.png"/><Relationship Id="rId7" Type="http://schemas.openxmlformats.org/officeDocument/2006/relationships/image" Target="../media/image20.jpg"/><Relationship Id="rId2" Type="http://schemas.openxmlformats.org/officeDocument/2006/relationships/notesSlide" Target="../notesSlides/notesSlide4.xml"/><Relationship Id="rId1" Type="http://schemas.openxmlformats.org/officeDocument/2006/relationships/slideLayout" Target="../slideLayouts/slideLayout24.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7.jpe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8" Type="http://schemas.openxmlformats.org/officeDocument/2006/relationships/image" Target="../media/image23.svg"/><Relationship Id="rId3" Type="http://schemas.openxmlformats.org/officeDocument/2006/relationships/image" Target="../media/image1.png"/><Relationship Id="rId7" Type="http://schemas.openxmlformats.org/officeDocument/2006/relationships/image" Target="../media/image22.png"/><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10" Type="http://schemas.openxmlformats.org/officeDocument/2006/relationships/image" Target="../media/image25.svg"/><Relationship Id="rId4" Type="http://schemas.openxmlformats.org/officeDocument/2006/relationships/image" Target="../media/image2.svg"/><Relationship Id="rId9" Type="http://schemas.openxmlformats.org/officeDocument/2006/relationships/image" Target="../media/image2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9.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2.xml"/></Relationships>
</file>

<file path=ppt/slides/_rels/slide26.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28.xml"/><Relationship Id="rId1" Type="http://schemas.openxmlformats.org/officeDocument/2006/relationships/slideLayout" Target="../slideLayouts/slideLayout5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9.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0.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4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6.xml"/></Relationships>
</file>

<file path=ppt/slides/_rels/slide3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38.xml"/><Relationship Id="rId1" Type="http://schemas.openxmlformats.org/officeDocument/2006/relationships/slideLayout" Target="../slideLayouts/slideLayout4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8.xml"/></Relationships>
</file>

<file path=ppt/slides/_rels/slide40.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0.xml"/><Relationship Id="rId1" Type="http://schemas.openxmlformats.org/officeDocument/2006/relationships/slideLayout" Target="../slideLayouts/slideLayout55.xml"/></Relationships>
</file>

<file path=ppt/slides/_rels/slide41.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1.xml"/><Relationship Id="rId1" Type="http://schemas.openxmlformats.org/officeDocument/2006/relationships/slideLayout" Target="../slideLayouts/slideLayout50.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2.xml"/><Relationship Id="rId1" Type="http://schemas.openxmlformats.org/officeDocument/2006/relationships/slideLayout" Target="../slideLayouts/slideLayout51.xml"/></Relationships>
</file>

<file path=ppt/slides/_rels/slide43.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3.xml"/><Relationship Id="rId1" Type="http://schemas.openxmlformats.org/officeDocument/2006/relationships/slideLayout" Target="../slideLayouts/slideLayout52.xml"/></Relationships>
</file>

<file path=ppt/slides/_rels/slide44.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44.xml"/><Relationship Id="rId1" Type="http://schemas.openxmlformats.org/officeDocument/2006/relationships/slideLayout" Target="../slideLayouts/slideLayout53.xml"/></Relationships>
</file>

<file path=ppt/slides/_rels/slide4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5.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2.xml"/></Relationships>
</file>

<file path=ppt/slides/_rels/slide46.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6.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4.xml"/></Relationships>
</file>

<file path=ppt/slides/_rels/slide47.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chart" Target="../charts/chart5.xml"/><Relationship Id="rId7" Type="http://schemas.openxmlformats.org/officeDocument/2006/relationships/image" Target="../media/image3.png"/><Relationship Id="rId2" Type="http://schemas.openxmlformats.org/officeDocument/2006/relationships/notesSlide" Target="../notesSlides/notesSlide47.xml"/><Relationship Id="rId1" Type="http://schemas.openxmlformats.org/officeDocument/2006/relationships/slideLayout" Target="../slideLayouts/slideLayout26.xml"/><Relationship Id="rId6" Type="http://schemas.openxmlformats.org/officeDocument/2006/relationships/chart" Target="../charts/chart8.xml"/><Relationship Id="rId5" Type="http://schemas.openxmlformats.org/officeDocument/2006/relationships/chart" Target="../charts/chart7.xml"/><Relationship Id="rId4" Type="http://schemas.openxmlformats.org/officeDocument/2006/relationships/chart" Target="../charts/chart6.xml"/></Relationships>
</file>

<file path=ppt/slides/_rels/slide4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chart" Target="../charts/chart9.xml"/><Relationship Id="rId7" Type="http://schemas.openxmlformats.org/officeDocument/2006/relationships/image" Target="../media/image3.png"/><Relationship Id="rId2" Type="http://schemas.openxmlformats.org/officeDocument/2006/relationships/notesSlide" Target="../notesSlides/notesSlide48.xml"/><Relationship Id="rId1" Type="http://schemas.openxmlformats.org/officeDocument/2006/relationships/slideLayout" Target="../slideLayouts/slideLayout26.xml"/><Relationship Id="rId6" Type="http://schemas.openxmlformats.org/officeDocument/2006/relationships/chart" Target="../charts/chart12.xml"/><Relationship Id="rId5" Type="http://schemas.openxmlformats.org/officeDocument/2006/relationships/chart" Target="../charts/chart11.xml"/><Relationship Id="rId4" Type="http://schemas.openxmlformats.org/officeDocument/2006/relationships/chart" Target="../charts/chart10.xml"/></Relationships>
</file>

<file path=ppt/slides/_rels/slide49.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49.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14.xml"/></Relationships>
</file>

<file path=ppt/slides/_rels/slide50.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chart" Target="../charts/chart15.xml"/><Relationship Id="rId7" Type="http://schemas.openxmlformats.org/officeDocument/2006/relationships/image" Target="../media/image3.png"/><Relationship Id="rId2" Type="http://schemas.openxmlformats.org/officeDocument/2006/relationships/notesSlide" Target="../notesSlides/notesSlide50.xml"/><Relationship Id="rId1" Type="http://schemas.openxmlformats.org/officeDocument/2006/relationships/slideLayout" Target="../slideLayouts/slideLayout26.xml"/><Relationship Id="rId6" Type="http://schemas.openxmlformats.org/officeDocument/2006/relationships/chart" Target="../charts/chart18.xml"/><Relationship Id="rId5" Type="http://schemas.openxmlformats.org/officeDocument/2006/relationships/chart" Target="../charts/chart17.xml"/><Relationship Id="rId4" Type="http://schemas.openxmlformats.org/officeDocument/2006/relationships/chart" Target="../charts/chart16.xml"/></Relationships>
</file>

<file path=ppt/slides/_rels/slide51.xml.rels><?xml version="1.0" encoding="UTF-8" standalone="yes"?>
<Relationships xmlns="http://schemas.openxmlformats.org/package/2006/relationships"><Relationship Id="rId3" Type="http://schemas.openxmlformats.org/officeDocument/2006/relationships/chart" Target="../charts/chart19.xml"/><Relationship Id="rId2" Type="http://schemas.openxmlformats.org/officeDocument/2006/relationships/notesSlide" Target="../notesSlides/notesSlide51.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20.xml"/></Relationships>
</file>

<file path=ppt/slides/_rels/slide52.xml.rels><?xml version="1.0" encoding="UTF-8" standalone="yes"?>
<Relationships xmlns="http://schemas.openxmlformats.org/package/2006/relationships"><Relationship Id="rId3" Type="http://schemas.openxmlformats.org/officeDocument/2006/relationships/chart" Target="../charts/chart21.xml"/><Relationship Id="rId2" Type="http://schemas.openxmlformats.org/officeDocument/2006/relationships/notesSlide" Target="../notesSlides/notesSlide52.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22.xml"/></Relationships>
</file>

<file path=ppt/slides/_rels/slide53.xml.rels><?xml version="1.0" encoding="UTF-8" standalone="yes"?>
<Relationships xmlns="http://schemas.openxmlformats.org/package/2006/relationships"><Relationship Id="rId3" Type="http://schemas.openxmlformats.org/officeDocument/2006/relationships/chart" Target="../charts/chart23.xml"/><Relationship Id="rId2" Type="http://schemas.openxmlformats.org/officeDocument/2006/relationships/notesSlide" Target="../notesSlides/notesSlide53.xml"/><Relationship Id="rId1" Type="http://schemas.openxmlformats.org/officeDocument/2006/relationships/slideLayout" Target="../slideLayouts/slideLayout26.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chart" Target="../charts/chart24.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4.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4.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4.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8.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4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68C75C-71ED-FF20-51BE-E2A5F6EC62F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09D9EB17-9965-3523-3F99-EF5E53642703}"/>
              </a:ext>
            </a:extLst>
          </p:cNvPr>
          <p:cNvSpPr>
            <a:spLocks noGrp="1"/>
          </p:cNvSpPr>
          <p:nvPr>
            <p:ph type="ctrTitle"/>
          </p:nvPr>
        </p:nvSpPr>
        <p:spPr/>
        <p:txBody>
          <a:bodyPr/>
          <a:lstStyle/>
          <a:p>
            <a:r>
              <a:rPr lang="en-US" dirty="0"/>
              <a:t>PowerPoint template</a:t>
            </a:r>
          </a:p>
        </p:txBody>
      </p:sp>
      <p:sp>
        <p:nvSpPr>
          <p:cNvPr id="6" name="Subtitle 5">
            <a:extLst>
              <a:ext uri="{FF2B5EF4-FFF2-40B4-BE49-F238E27FC236}">
                <a16:creationId xmlns:a16="http://schemas.microsoft.com/office/drawing/2014/main" id="{88FEBB95-7384-788A-FB4C-0A6B87FC5084}"/>
              </a:ext>
            </a:extLst>
          </p:cNvPr>
          <p:cNvSpPr>
            <a:spLocks noGrp="1"/>
          </p:cNvSpPr>
          <p:nvPr>
            <p:ph type="subTitle" idx="1"/>
          </p:nvPr>
        </p:nvSpPr>
        <p:spPr/>
        <p:txBody>
          <a:bodyPr/>
          <a:lstStyle/>
          <a:p>
            <a:r>
              <a:rPr lang="en-US" dirty="0"/>
              <a:t>Use and layout examples</a:t>
            </a:r>
          </a:p>
        </p:txBody>
      </p:sp>
      <p:sp>
        <p:nvSpPr>
          <p:cNvPr id="7" name="Text Placeholder 6">
            <a:extLst>
              <a:ext uri="{FF2B5EF4-FFF2-40B4-BE49-F238E27FC236}">
                <a16:creationId xmlns:a16="http://schemas.microsoft.com/office/drawing/2014/main" id="{E8B7C9CE-73D8-B618-3C6A-7BAC4AC03EFE}"/>
              </a:ext>
            </a:extLst>
          </p:cNvPr>
          <p:cNvSpPr>
            <a:spLocks noGrp="1"/>
          </p:cNvSpPr>
          <p:nvPr>
            <p:ph type="body" sz="quarter" idx="13"/>
          </p:nvPr>
        </p:nvSpPr>
        <p:spPr/>
        <p:txBody>
          <a:bodyPr/>
          <a:lstStyle/>
          <a:p>
            <a:r>
              <a:rPr lang="en-US"/>
              <a:t>2025</a:t>
            </a:r>
            <a:endParaRPr lang="en-US" dirty="0"/>
          </a:p>
        </p:txBody>
      </p:sp>
      <p:sp>
        <p:nvSpPr>
          <p:cNvPr id="2" name="Slide Number Placeholder 1">
            <a:extLst>
              <a:ext uri="{FF2B5EF4-FFF2-40B4-BE49-F238E27FC236}">
                <a16:creationId xmlns:a16="http://schemas.microsoft.com/office/drawing/2014/main" id="{B50EFE23-3685-4631-7E52-9B16716BE8D2}"/>
              </a:ext>
            </a:extLst>
          </p:cNvPr>
          <p:cNvSpPr>
            <a:spLocks noGrp="1"/>
          </p:cNvSpPr>
          <p:nvPr>
            <p:ph type="sldNum" sz="quarter" idx="16"/>
          </p:nvPr>
        </p:nvSpPr>
        <p:spPr/>
        <p:txBody>
          <a:bodyPr/>
          <a:lstStyle/>
          <a:p>
            <a:fld id="{38826FC0-333C-E549-9FA3-0EE43DF298A3}" type="slidenum">
              <a:rPr lang="en-US" smtClean="0"/>
              <a:pPr/>
              <a:t>1</a:t>
            </a:fld>
            <a:endParaRPr lang="en-US" dirty="0"/>
          </a:p>
        </p:txBody>
      </p:sp>
      <p:sp>
        <p:nvSpPr>
          <p:cNvPr id="3" name="Footer Placeholder 2">
            <a:extLst>
              <a:ext uri="{FF2B5EF4-FFF2-40B4-BE49-F238E27FC236}">
                <a16:creationId xmlns:a16="http://schemas.microsoft.com/office/drawing/2014/main" id="{3DB8F2B5-5F1B-4FC5-A9C3-7494EA97D64D}"/>
              </a:ext>
            </a:extLst>
          </p:cNvPr>
          <p:cNvSpPr>
            <a:spLocks noGrp="1"/>
          </p:cNvSpPr>
          <p:nvPr>
            <p:ph type="ftr" sz="quarter" idx="15"/>
          </p:nvPr>
        </p:nvSpPr>
        <p:spPr/>
        <p:txBody>
          <a:bodyPr/>
          <a:lstStyle/>
          <a:p>
            <a:r>
              <a:rPr lang="en-US" dirty="0"/>
              <a:t>© 2025–2027 Cognizant | Private</a:t>
            </a:r>
          </a:p>
        </p:txBody>
      </p:sp>
    </p:spTree>
    <p:extLst>
      <p:ext uri="{BB962C8B-B14F-4D97-AF65-F5344CB8AC3E}">
        <p14:creationId xmlns:p14="http://schemas.microsoft.com/office/powerpoint/2010/main" val="27135348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CAB44A-A008-2373-8E88-EFF45DC7618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753B37CF-547D-C679-71A7-C577526F3CBE}"/>
              </a:ext>
            </a:extLst>
          </p:cNvPr>
          <p:cNvSpPr>
            <a:spLocks noGrp="1"/>
          </p:cNvSpPr>
          <p:nvPr>
            <p:ph type="title"/>
          </p:nvPr>
        </p:nvSpPr>
        <p:spPr/>
        <p:txBody>
          <a:bodyPr/>
          <a:lstStyle/>
          <a:p>
            <a:r>
              <a:rPr lang="en-US" dirty="0"/>
              <a:t>Using the template</a:t>
            </a:r>
          </a:p>
        </p:txBody>
      </p:sp>
      <p:sp>
        <p:nvSpPr>
          <p:cNvPr id="5" name="Slide Number Placeholder 4">
            <a:extLst>
              <a:ext uri="{FF2B5EF4-FFF2-40B4-BE49-F238E27FC236}">
                <a16:creationId xmlns:a16="http://schemas.microsoft.com/office/drawing/2014/main" id="{39D82528-2549-8CF4-0550-29A47BF8F06D}"/>
              </a:ext>
            </a:extLst>
          </p:cNvPr>
          <p:cNvSpPr>
            <a:spLocks noGrp="1"/>
          </p:cNvSpPr>
          <p:nvPr>
            <p:ph type="sldNum" sz="quarter" idx="12"/>
          </p:nvPr>
        </p:nvSpPr>
        <p:spPr/>
        <p:txBody>
          <a:bodyPr/>
          <a:lstStyle/>
          <a:p>
            <a:fld id="{38826FC0-333C-E549-9FA3-0EE43DF298A3}" type="slidenum">
              <a:rPr lang="en-US" smtClean="0"/>
              <a:pPr/>
              <a:t>2</a:t>
            </a:fld>
            <a:endParaRPr lang="en-US" dirty="0"/>
          </a:p>
        </p:txBody>
      </p:sp>
      <p:sp>
        <p:nvSpPr>
          <p:cNvPr id="2" name="Footer Placeholder 1">
            <a:extLst>
              <a:ext uri="{FF2B5EF4-FFF2-40B4-BE49-F238E27FC236}">
                <a16:creationId xmlns:a16="http://schemas.microsoft.com/office/drawing/2014/main" id="{EEBF2023-4902-6DED-E403-1917B1F6504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33442545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C70269-9D9F-D676-0D86-700B23521C17}"/>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45B57645-B258-14D3-1E9F-BE6673DD3564}"/>
              </a:ext>
            </a:extLst>
          </p:cNvPr>
          <p:cNvSpPr>
            <a:spLocks noGrp="1"/>
          </p:cNvSpPr>
          <p:nvPr>
            <p:ph type="title"/>
          </p:nvPr>
        </p:nvSpPr>
        <p:spPr/>
        <p:txBody>
          <a:bodyPr/>
          <a:lstStyle/>
          <a:p>
            <a:r>
              <a:rPr lang="en-US" dirty="0"/>
              <a:t>Before you create a presentation...</a:t>
            </a:r>
          </a:p>
        </p:txBody>
      </p:sp>
      <p:sp>
        <p:nvSpPr>
          <p:cNvPr id="4" name="Text Placeholder 3">
            <a:extLst>
              <a:ext uri="{FF2B5EF4-FFF2-40B4-BE49-F238E27FC236}">
                <a16:creationId xmlns:a16="http://schemas.microsoft.com/office/drawing/2014/main" id="{9C00936F-F0FB-239E-0766-A060657BC0AE}"/>
              </a:ext>
            </a:extLst>
          </p:cNvPr>
          <p:cNvSpPr>
            <a:spLocks noGrp="1"/>
          </p:cNvSpPr>
          <p:nvPr>
            <p:ph type="body" idx="1"/>
          </p:nvPr>
        </p:nvSpPr>
        <p:spPr/>
        <p:txBody>
          <a:bodyPr/>
          <a:lstStyle/>
          <a:p>
            <a:r>
              <a:rPr lang="en-US" noProof="0" dirty="0"/>
              <a:t>Check the </a:t>
            </a:r>
            <a:r>
              <a:rPr lang="en-US" dirty="0"/>
              <a:t>confidentiality</a:t>
            </a:r>
            <a:r>
              <a:rPr lang="en-US" noProof="0" dirty="0"/>
              <a:t> footer </a:t>
            </a:r>
          </a:p>
        </p:txBody>
      </p:sp>
      <p:graphicFrame>
        <p:nvGraphicFramePr>
          <p:cNvPr id="12" name="Table 45">
            <a:extLst>
              <a:ext uri="{FF2B5EF4-FFF2-40B4-BE49-F238E27FC236}">
                <a16:creationId xmlns:a16="http://schemas.microsoft.com/office/drawing/2014/main" id="{966F045A-01A2-09D9-6C5E-3A55EDB20446}"/>
              </a:ext>
            </a:extLst>
          </p:cNvPr>
          <p:cNvGraphicFramePr>
            <a:graphicFrameLocks noGrp="1"/>
          </p:cNvGraphicFramePr>
          <p:nvPr>
            <p:ph sz="half" idx="2"/>
          </p:nvPr>
        </p:nvGraphicFramePr>
        <p:xfrm>
          <a:off x="457200" y="1943100"/>
          <a:ext cx="5211762" cy="2377440"/>
        </p:xfrm>
        <a:graphic>
          <a:graphicData uri="http://schemas.openxmlformats.org/drawingml/2006/table">
            <a:tbl>
              <a:tblPr firstRow="1" bandRow="1">
                <a:tableStyleId>{5C22544A-7EE6-4342-B048-85BDC9FD1C3A}</a:tableStyleId>
              </a:tblPr>
              <a:tblGrid>
                <a:gridCol w="1219429">
                  <a:extLst>
                    <a:ext uri="{9D8B030D-6E8A-4147-A177-3AD203B41FA5}">
                      <a16:colId xmlns:a16="http://schemas.microsoft.com/office/drawing/2014/main" val="1482416733"/>
                    </a:ext>
                  </a:extLst>
                </a:gridCol>
                <a:gridCol w="3992333">
                  <a:extLst>
                    <a:ext uri="{9D8B030D-6E8A-4147-A177-3AD203B41FA5}">
                      <a16:colId xmlns:a16="http://schemas.microsoft.com/office/drawing/2014/main" val="2833624331"/>
                    </a:ext>
                  </a:extLst>
                </a:gridCol>
              </a:tblGrid>
              <a:tr h="370840">
                <a:tc>
                  <a:txBody>
                    <a:bodyPr/>
                    <a:lstStyle/>
                    <a:p>
                      <a:r>
                        <a:rPr lang="en-US" altLang="en-US" sz="1200" b="1" i="1" dirty="0">
                          <a:solidFill>
                            <a:schemeClr val="tx1"/>
                          </a:solidFill>
                        </a:rPr>
                        <a:t>Private</a:t>
                      </a:r>
                      <a:endParaRPr lang="en-US" sz="1200" b="1" i="1" dirty="0">
                        <a:solidFill>
                          <a:schemeClr val="tx1"/>
                        </a:solidFill>
                      </a:endParaRPr>
                    </a:p>
                  </a:txBody>
                  <a:tcPr marL="0" marR="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en-US" sz="1200" b="0" dirty="0">
                          <a:solidFill>
                            <a:schemeClr val="tx1"/>
                          </a:solidFill>
                        </a:rPr>
                        <a:t>This template is marked “Private” in the footer by default which is appropriate for most internal documents.</a:t>
                      </a:r>
                      <a:endParaRPr lang="en-US" altLang="en-US" sz="1200" dirty="0">
                        <a:solidFill>
                          <a:schemeClr val="tx1"/>
                        </a:solidFill>
                      </a:endParaRPr>
                    </a:p>
                  </a:txBody>
                  <a:tcPr marL="0" marR="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49380339"/>
                  </a:ext>
                </a:extLst>
              </a:tr>
              <a:tr h="370840">
                <a:tc>
                  <a:txBody>
                    <a:bodyPr/>
                    <a:lstStyle/>
                    <a:p>
                      <a:r>
                        <a:rPr lang="en-US" sz="1200" b="1" i="1" dirty="0">
                          <a:solidFill>
                            <a:schemeClr val="tx1"/>
                          </a:solidFill>
                        </a:rPr>
                        <a:t>Public</a:t>
                      </a:r>
                    </a:p>
                  </a:txBody>
                  <a:tcPr marL="0" marR="0" marT="91440" marB="9144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dirty="0">
                          <a:solidFill>
                            <a:schemeClr val="tx1"/>
                          </a:solidFill>
                        </a:rPr>
                        <a:t>To remove the word “Private” from the footer select the </a:t>
                      </a:r>
                      <a:r>
                        <a:rPr lang="en-US" sz="1200" i="1" dirty="0">
                          <a:solidFill>
                            <a:schemeClr val="tx1"/>
                          </a:solidFill>
                        </a:rPr>
                        <a:t>Insert</a:t>
                      </a:r>
                      <a:r>
                        <a:rPr lang="en-US" sz="1200" dirty="0">
                          <a:solidFill>
                            <a:schemeClr val="tx1"/>
                          </a:solidFill>
                        </a:rPr>
                        <a:t> tab on the top navigation bar &gt; </a:t>
                      </a:r>
                      <a:r>
                        <a:rPr lang="en-US" sz="1200" i="1" dirty="0">
                          <a:solidFill>
                            <a:schemeClr val="tx1"/>
                          </a:solidFill>
                        </a:rPr>
                        <a:t>Header &amp; Footer </a:t>
                      </a:r>
                      <a:r>
                        <a:rPr lang="en-US" sz="1200" dirty="0">
                          <a:solidFill>
                            <a:schemeClr val="tx1"/>
                          </a:solidFill>
                        </a:rPr>
                        <a:t>&gt; delete the word “Private” &gt; </a:t>
                      </a:r>
                      <a:r>
                        <a:rPr lang="en-US" sz="1200" i="1" dirty="0">
                          <a:solidFill>
                            <a:schemeClr val="tx1"/>
                          </a:solidFill>
                        </a:rPr>
                        <a:t>Apply to All</a:t>
                      </a:r>
                      <a:r>
                        <a:rPr lang="en-US" sz="1200" dirty="0">
                          <a:solidFill>
                            <a:schemeClr val="tx1"/>
                          </a:solidFill>
                        </a:rPr>
                        <a:t>.</a:t>
                      </a:r>
                    </a:p>
                  </a:txBody>
                  <a:tcPr marL="0" marR="0" marT="91440" marB="9144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160986686"/>
                  </a:ext>
                </a:extLst>
              </a:tr>
              <a:tr h="0">
                <a:tc>
                  <a:txBody>
                    <a:bodyPr/>
                    <a:lstStyle/>
                    <a:p>
                      <a:r>
                        <a:rPr lang="en-US" sz="1200" b="1" i="1" dirty="0">
                          <a:solidFill>
                            <a:schemeClr val="tx1"/>
                          </a:solidFill>
                        </a:rPr>
                        <a:t>Restricted or Confidential</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dirty="0">
                          <a:solidFill>
                            <a:schemeClr val="tx1"/>
                          </a:solidFill>
                        </a:rPr>
                        <a:t>Change “Private” to the appropriate information classification level by following steps above.</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95494330"/>
                  </a:ext>
                </a:extLst>
              </a:tr>
              <a:tr h="370840">
                <a:tc>
                  <a:txBody>
                    <a:bodyPr/>
                    <a:lstStyle/>
                    <a:p>
                      <a:endParaRPr lang="en-US" sz="1200" dirty="0">
                        <a:solidFill>
                          <a:schemeClr val="tx1"/>
                        </a:solidFill>
                      </a:endParaRP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For more Information classification, visit the </a:t>
                      </a:r>
                      <a:br>
                        <a:rPr lang="en-US" sz="1200" dirty="0">
                          <a:solidFill>
                            <a:schemeClr val="tx1"/>
                          </a:solidFill>
                        </a:rPr>
                      </a:br>
                      <a:r>
                        <a:rPr lang="en-US" sz="1200" dirty="0">
                          <a:solidFill>
                            <a:schemeClr val="accent3"/>
                          </a:solidFill>
                          <a:hlinkClick r:id="rId3">
                            <a:extLst>
                              <a:ext uri="{A12FA001-AC4F-418D-AE19-62706E023703}">
                                <ahyp:hlinkClr xmlns:ahyp="http://schemas.microsoft.com/office/drawing/2018/hyperlinkcolor" val="tx"/>
                              </a:ext>
                            </a:extLst>
                          </a:hlinkClick>
                        </a:rPr>
                        <a:t>S&amp;T Policy hub</a:t>
                      </a:r>
                      <a:r>
                        <a:rPr lang="en-US" sz="1200" dirty="0">
                          <a:solidFill>
                            <a:schemeClr val="accent3"/>
                          </a:solidFill>
                        </a:rPr>
                        <a:t> </a:t>
                      </a:r>
                      <a:r>
                        <a:rPr lang="en-US" sz="1200" dirty="0">
                          <a:solidFill>
                            <a:schemeClr val="tx1"/>
                          </a:solidFill>
                        </a:rPr>
                        <a:t>at </a:t>
                      </a:r>
                      <a:r>
                        <a:rPr lang="en-US" sz="1200" dirty="0" err="1">
                          <a:solidFill>
                            <a:schemeClr val="tx1"/>
                          </a:solidFill>
                        </a:rPr>
                        <a:t>Be.Cognizant</a:t>
                      </a:r>
                      <a:r>
                        <a:rPr lang="en-US" sz="1200" dirty="0">
                          <a:solidFill>
                            <a:schemeClr val="tx1"/>
                          </a:solidFill>
                        </a:rPr>
                        <a:t>.</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820036272"/>
                  </a:ext>
                </a:extLst>
              </a:tr>
            </a:tbl>
          </a:graphicData>
        </a:graphic>
      </p:graphicFrame>
      <p:sp>
        <p:nvSpPr>
          <p:cNvPr id="9" name="Text Placeholder 8">
            <a:extLst>
              <a:ext uri="{FF2B5EF4-FFF2-40B4-BE49-F238E27FC236}">
                <a16:creationId xmlns:a16="http://schemas.microsoft.com/office/drawing/2014/main" id="{C52FAF93-2707-5A80-DC8B-4EFC457A826E}"/>
              </a:ext>
            </a:extLst>
          </p:cNvPr>
          <p:cNvSpPr>
            <a:spLocks noGrp="1"/>
          </p:cNvSpPr>
          <p:nvPr>
            <p:ph type="body" sz="quarter" idx="3"/>
          </p:nvPr>
        </p:nvSpPr>
        <p:spPr>
          <a:xfrm>
            <a:off x="6400800" y="1447800"/>
            <a:ext cx="5183188" cy="281103"/>
          </a:xfrm>
        </p:spPr>
        <p:txBody>
          <a:bodyPr/>
          <a:lstStyle/>
          <a:p>
            <a:r>
              <a:rPr lang="en-US" noProof="0"/>
              <a:t>Remember </a:t>
            </a:r>
            <a:r>
              <a:rPr lang="en-US"/>
              <a:t>Cognizant’s presentation standards</a:t>
            </a:r>
          </a:p>
        </p:txBody>
      </p:sp>
      <p:graphicFrame>
        <p:nvGraphicFramePr>
          <p:cNvPr id="13" name="Table 40">
            <a:extLst>
              <a:ext uri="{FF2B5EF4-FFF2-40B4-BE49-F238E27FC236}">
                <a16:creationId xmlns:a16="http://schemas.microsoft.com/office/drawing/2014/main" id="{0955FE0D-A062-2B22-DCF3-35CED1A9FCBB}"/>
              </a:ext>
            </a:extLst>
          </p:cNvPr>
          <p:cNvGraphicFramePr>
            <a:graphicFrameLocks noGrp="1"/>
          </p:cNvGraphicFramePr>
          <p:nvPr>
            <p:ph sz="quarter" idx="4"/>
          </p:nvPr>
        </p:nvGraphicFramePr>
        <p:xfrm>
          <a:off x="6400800" y="1943100"/>
          <a:ext cx="5333999" cy="3860800"/>
        </p:xfrm>
        <a:graphic>
          <a:graphicData uri="http://schemas.openxmlformats.org/drawingml/2006/table">
            <a:tbl>
              <a:tblPr firstRow="1" bandRow="1">
                <a:tableStyleId>{5C22544A-7EE6-4342-B048-85BDC9FD1C3A}</a:tableStyleId>
              </a:tblPr>
              <a:tblGrid>
                <a:gridCol w="1031358">
                  <a:extLst>
                    <a:ext uri="{9D8B030D-6E8A-4147-A177-3AD203B41FA5}">
                      <a16:colId xmlns:a16="http://schemas.microsoft.com/office/drawing/2014/main" val="2151269214"/>
                    </a:ext>
                  </a:extLst>
                </a:gridCol>
                <a:gridCol w="4302641">
                  <a:extLst>
                    <a:ext uri="{9D8B030D-6E8A-4147-A177-3AD203B41FA5}">
                      <a16:colId xmlns:a16="http://schemas.microsoft.com/office/drawing/2014/main" val="2178960433"/>
                    </a:ext>
                  </a:extLst>
                </a:gridCol>
              </a:tblGrid>
              <a:tr h="370840">
                <a:tc>
                  <a:txBody>
                    <a:bodyPr/>
                    <a:lstStyle/>
                    <a:p>
                      <a:r>
                        <a:rPr lang="en-US" sz="1200" b="1">
                          <a:solidFill>
                            <a:schemeClr val="tx1"/>
                          </a:solidFill>
                        </a:rPr>
                        <a:t>Text</a:t>
                      </a:r>
                      <a:endParaRPr lang="en-US" sz="1200">
                        <a:solidFill>
                          <a:schemeClr val="tx1"/>
                        </a:solidFill>
                      </a:endParaRPr>
                    </a:p>
                  </a:txBody>
                  <a:tcPr marL="0" marR="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a:solidFill>
                            <a:schemeClr val="tx1"/>
                          </a:solidFill>
                        </a:rPr>
                        <a:t>Read every page all out loud. Sound like too much? Reduce it. </a:t>
                      </a:r>
                    </a:p>
                  </a:txBody>
                  <a:tcPr marL="0" marR="0" marT="91440" marB="91440">
                    <a:lnL w="12700" cmpd="sng">
                      <a:noFill/>
                    </a:lnL>
                    <a:lnR w="12700" cmpd="sng">
                      <a:noFill/>
                    </a:lnR>
                    <a:lnT w="12700" cmpd="sng">
                      <a:noFill/>
                    </a:lnT>
                    <a:lnB w="381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749736367"/>
                  </a:ext>
                </a:extLst>
              </a:tr>
              <a:tr h="370840">
                <a:tc>
                  <a:txBody>
                    <a:bodyPr/>
                    <a:lstStyle/>
                    <a:p>
                      <a:r>
                        <a:rPr lang="en-US" sz="1200" b="1">
                          <a:solidFill>
                            <a:schemeClr val="tx1"/>
                          </a:solidFill>
                        </a:rPr>
                        <a:t>Font</a:t>
                      </a:r>
                      <a:endParaRPr lang="en-US" sz="1200">
                        <a:solidFill>
                          <a:schemeClr val="tx1"/>
                        </a:solidFill>
                      </a:endParaRPr>
                    </a:p>
                  </a:txBody>
                  <a:tcPr marL="0" marR="0" marT="91440" marB="91440">
                    <a:lnL w="12700" cmpd="sng">
                      <a:noFill/>
                    </a:lnL>
                    <a:lnR w="12700" cmpd="sng">
                      <a:noFill/>
                    </a:lnR>
                    <a:lnT w="38100" cmpd="sng">
                      <a:noFill/>
                    </a:lnT>
                    <a:lnB w="12700" cmpd="sng">
                      <a:noFill/>
                    </a:lnB>
                    <a:lnTlToBr w="12700" cmpd="sng">
                      <a:noFill/>
                      <a:prstDash val="solid"/>
                    </a:lnTlToBr>
                    <a:lnBlToTr w="12700" cmpd="sng">
                      <a:noFill/>
                      <a:prstDash val="solid"/>
                    </a:lnBlToTr>
                    <a:noFill/>
                  </a:tcPr>
                </a:tc>
                <a:tc>
                  <a:txBody>
                    <a:bodyPr/>
                    <a:lstStyle/>
                    <a:p>
                      <a:r>
                        <a:rPr lang="en-US" sz="1200">
                          <a:solidFill>
                            <a:schemeClr val="tx1"/>
                          </a:solidFill>
                        </a:rPr>
                        <a:t>Always Arial.</a:t>
                      </a:r>
                    </a:p>
                  </a:txBody>
                  <a:tcPr marL="0" marR="0" marT="91440" marB="91440">
                    <a:lnL w="12700" cmpd="sng">
                      <a:noFill/>
                    </a:lnL>
                    <a:lnR w="12700" cmpd="sng">
                      <a:noFill/>
                    </a:lnR>
                    <a:lnT w="381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33902850"/>
                  </a:ext>
                </a:extLst>
              </a:tr>
              <a:tr h="370840">
                <a:tc>
                  <a:txBody>
                    <a:bodyPr/>
                    <a:lstStyle/>
                    <a:p>
                      <a:r>
                        <a:rPr lang="en-US" sz="1200" b="1" dirty="0">
                          <a:solidFill>
                            <a:schemeClr val="tx1"/>
                          </a:solidFill>
                        </a:rPr>
                        <a:t>Titles</a:t>
                      </a:r>
                      <a:endParaRPr lang="en-US" sz="1200" dirty="0">
                        <a:solidFill>
                          <a:schemeClr val="tx1"/>
                        </a:solidFill>
                      </a:endParaRP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Use sentence case. </a:t>
                      </a:r>
                      <a:r>
                        <a:rPr lang="en-US" sz="1200" strike="sngStrike" dirty="0">
                          <a:solidFill>
                            <a:schemeClr val="tx1"/>
                          </a:solidFill>
                        </a:rPr>
                        <a:t>Not Title Case</a:t>
                      </a:r>
                      <a:r>
                        <a:rPr lang="en-US" sz="1200" dirty="0">
                          <a:solidFill>
                            <a:schemeClr val="tx1"/>
                          </a:solidFill>
                        </a:rPr>
                        <a:t>. </a:t>
                      </a:r>
                      <a:r>
                        <a:rPr lang="en-US" sz="1200" strike="sngStrike" dirty="0">
                          <a:solidFill>
                            <a:schemeClr val="tx1"/>
                          </a:solidFill>
                        </a:rPr>
                        <a:t>OR ALL CAPS</a:t>
                      </a:r>
                      <a:r>
                        <a:rPr lang="en-US" sz="1200" dirty="0">
                          <a:solidFill>
                            <a:schemeClr val="tx1"/>
                          </a:solidFill>
                        </a:rPr>
                        <a:t>.</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71320289"/>
                  </a:ext>
                </a:extLst>
              </a:tr>
              <a:tr h="370840">
                <a:tc>
                  <a:txBody>
                    <a:bodyPr/>
                    <a:lstStyle/>
                    <a:p>
                      <a:r>
                        <a:rPr lang="en-US" sz="1200" b="1">
                          <a:solidFill>
                            <a:schemeClr val="tx1"/>
                          </a:solidFill>
                        </a:rPr>
                        <a:t>Color</a:t>
                      </a:r>
                      <a:endParaRPr lang="en-US" sz="1200">
                        <a:solidFill>
                          <a:schemeClr val="tx1"/>
                        </a:solidFill>
                      </a:endParaRP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Don’t mix </a:t>
                      </a:r>
                      <a:r>
                        <a:rPr kumimoji="0" lang="en-US" sz="1200" b="1" i="0" u="none" strike="noStrike" kern="1200" cap="none" spc="0" normalizeH="0" baseline="0" noProof="0" dirty="0">
                          <a:ln>
                            <a:noFill/>
                          </a:ln>
                          <a:solidFill>
                            <a:srgbClr val="85A0F9"/>
                          </a:solidFill>
                          <a:effectLst/>
                          <a:uLnTx/>
                          <a:uFillTx/>
                          <a:latin typeface="+mn-lt"/>
                          <a:ea typeface="+mn-ea"/>
                          <a:cs typeface="+mn-cs"/>
                        </a:rPr>
                        <a:t>plum</a:t>
                      </a:r>
                      <a:r>
                        <a:rPr kumimoji="0" lang="en-US" sz="1200" b="0" i="0" u="none" strike="noStrike" kern="1200" cap="none" spc="0" normalizeH="0" baseline="0" noProof="0" dirty="0">
                          <a:ln>
                            <a:noFill/>
                          </a:ln>
                          <a:solidFill>
                            <a:srgbClr val="FFFFFF"/>
                          </a:solidFill>
                          <a:effectLst/>
                          <a:uLnTx/>
                          <a:uFillTx/>
                          <a:latin typeface="+mn-lt"/>
                          <a:ea typeface="+mn-ea"/>
                          <a:cs typeface="+mn-cs"/>
                        </a:rPr>
                        <a:t>, </a:t>
                      </a:r>
                      <a:r>
                        <a:rPr kumimoji="0" lang="en-US" sz="1200" b="1" i="0" u="none" strike="noStrike" kern="1200" cap="none" spc="0" normalizeH="0" baseline="0" noProof="0" dirty="0">
                          <a:ln>
                            <a:noFill/>
                          </a:ln>
                          <a:solidFill>
                            <a:srgbClr val="26EFE9"/>
                          </a:solidFill>
                          <a:effectLst/>
                          <a:uLnTx/>
                          <a:uFillTx/>
                          <a:latin typeface="+mn-lt"/>
                          <a:ea typeface="+mn-ea"/>
                          <a:cs typeface="+mn-cs"/>
                        </a:rPr>
                        <a:t>teal</a:t>
                      </a:r>
                      <a:r>
                        <a:rPr kumimoji="0" lang="en-US" sz="1200" b="0" i="0" u="none" strike="noStrike" kern="1200" cap="none" spc="0" normalizeH="0" baseline="0" noProof="0" dirty="0">
                          <a:ln>
                            <a:noFill/>
                          </a:ln>
                          <a:solidFill>
                            <a:srgbClr val="FFFFFF"/>
                          </a:solidFill>
                          <a:effectLst/>
                          <a:uLnTx/>
                          <a:uFillTx/>
                          <a:latin typeface="+mn-lt"/>
                          <a:ea typeface="+mn-ea"/>
                          <a:cs typeface="+mn-cs"/>
                        </a:rPr>
                        <a:t> and </a:t>
                      </a:r>
                      <a:r>
                        <a:rPr kumimoji="0" lang="en-US" sz="1200" b="1" i="0" u="none" strike="noStrike" kern="1200" cap="none" spc="0" normalizeH="0" baseline="0" noProof="0" dirty="0">
                          <a:ln>
                            <a:noFill/>
                          </a:ln>
                          <a:solidFill>
                            <a:schemeClr val="accent3"/>
                          </a:solidFill>
                          <a:effectLst/>
                          <a:uLnTx/>
                          <a:uFillTx/>
                          <a:latin typeface="+mn-lt"/>
                          <a:ea typeface="+mn-ea"/>
                          <a:cs typeface="+mn-cs"/>
                        </a:rPr>
                        <a:t>blue</a:t>
                      </a:r>
                      <a:r>
                        <a:rPr kumimoji="0" lang="en-US" sz="1200" b="0" i="0" u="none" strike="noStrike" kern="1200" cap="none" spc="0" normalizeH="0" baseline="0" noProof="0" dirty="0">
                          <a:ln>
                            <a:noFill/>
                          </a:ln>
                          <a:solidFill>
                            <a:srgbClr val="FFFFFF"/>
                          </a:solidFill>
                          <a:effectLst/>
                          <a:uLnTx/>
                          <a:uFillTx/>
                          <a:latin typeface="+mn-lt"/>
                          <a:ea typeface="+mn-ea"/>
                          <a:cs typeface="+mn-cs"/>
                        </a:rPr>
                        <a:t> </a:t>
                      </a:r>
                      <a:r>
                        <a:rPr lang="en-US" sz="1200" dirty="0">
                          <a:solidFill>
                            <a:schemeClr val="tx1"/>
                          </a:solidFill>
                        </a:rPr>
                        <a:t>in one slide.</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1647899"/>
                  </a:ext>
                </a:extLst>
              </a:tr>
              <a:tr h="370840">
                <a:tc>
                  <a:txBody>
                    <a:bodyPr/>
                    <a:lstStyle/>
                    <a:p>
                      <a:r>
                        <a:rPr lang="en-US" sz="1200" b="1">
                          <a:solidFill>
                            <a:schemeClr val="tx1"/>
                          </a:solidFill>
                        </a:rPr>
                        <a:t>Icons</a:t>
                      </a:r>
                      <a:endParaRPr lang="en-US" sz="1200">
                        <a:solidFill>
                          <a:schemeClr val="tx1"/>
                        </a:solidFill>
                      </a:endParaRP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chemeClr val="tx1"/>
                          </a:solidFill>
                        </a:rPr>
                        <a:t>Use few and use ours. Download </a:t>
                      </a:r>
                      <a:r>
                        <a:rPr lang="en-US" sz="1200" dirty="0">
                          <a:solidFill>
                            <a:schemeClr val="accent3"/>
                          </a:solidFill>
                          <a:hlinkClick r:id="rId4">
                            <a:extLst>
                              <a:ext uri="{A12FA001-AC4F-418D-AE19-62706E023703}">
                                <ahyp:hlinkClr xmlns:ahyp="http://schemas.microsoft.com/office/drawing/2018/hyperlinkcolor" val="tx"/>
                              </a:ext>
                            </a:extLst>
                          </a:hlinkClick>
                        </a:rPr>
                        <a:t>Brand Resources</a:t>
                      </a:r>
                      <a:r>
                        <a:rPr lang="en-US" sz="1200" dirty="0">
                          <a:solidFill>
                            <a:schemeClr val="accent3"/>
                          </a:solidFill>
                        </a:rPr>
                        <a:t> </a:t>
                      </a:r>
                      <a:r>
                        <a:rPr lang="en-US" sz="1200" dirty="0">
                          <a:solidFill>
                            <a:schemeClr val="tx1"/>
                          </a:solidFill>
                        </a:rPr>
                        <a:t>at </a:t>
                      </a:r>
                      <a:r>
                        <a:rPr lang="en-US" sz="1200" dirty="0" err="1">
                          <a:solidFill>
                            <a:schemeClr val="tx1"/>
                          </a:solidFill>
                        </a:rPr>
                        <a:t>Be.Cognizant</a:t>
                      </a:r>
                      <a:r>
                        <a:rPr lang="en-US" sz="1200" dirty="0">
                          <a:solidFill>
                            <a:schemeClr val="tx1"/>
                          </a:solidFill>
                        </a:rPr>
                        <a:t>.</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5319558"/>
                  </a:ext>
                </a:extLst>
              </a:tr>
              <a:tr h="370840">
                <a:tc>
                  <a:txBody>
                    <a:bodyPr/>
                    <a:lstStyle/>
                    <a:p>
                      <a:r>
                        <a:rPr lang="en-US" sz="1200" b="1">
                          <a:solidFill>
                            <a:schemeClr val="tx1"/>
                          </a:solidFill>
                        </a:rPr>
                        <a:t>File size</a:t>
                      </a:r>
                      <a:endParaRPr lang="en-US" sz="1200">
                        <a:solidFill>
                          <a:schemeClr val="tx1"/>
                        </a:solidFill>
                      </a:endParaRP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dirty="0">
                          <a:solidFill>
                            <a:schemeClr val="tx1"/>
                          </a:solidFill>
                        </a:rPr>
                        <a:t>Reduce file size by selecting an image, selecting </a:t>
                      </a:r>
                      <a:r>
                        <a:rPr lang="en-US" sz="1200" i="1" dirty="0">
                          <a:solidFill>
                            <a:schemeClr val="tx1"/>
                          </a:solidFill>
                        </a:rPr>
                        <a:t>Picture Format </a:t>
                      </a:r>
                      <a:r>
                        <a:rPr lang="en-US" sz="1200" dirty="0">
                          <a:solidFill>
                            <a:schemeClr val="tx1"/>
                          </a:solidFill>
                        </a:rPr>
                        <a:t>tab &gt; </a:t>
                      </a:r>
                      <a:r>
                        <a:rPr lang="en-US" sz="1200" i="1" dirty="0">
                          <a:solidFill>
                            <a:schemeClr val="tx1"/>
                          </a:solidFill>
                        </a:rPr>
                        <a:t>Compress Pictures</a:t>
                      </a:r>
                      <a:r>
                        <a:rPr lang="en-US" sz="1200" dirty="0">
                          <a:solidFill>
                            <a:schemeClr val="tx1"/>
                          </a:solidFill>
                        </a:rPr>
                        <a:t> &gt; </a:t>
                      </a:r>
                      <a:r>
                        <a:rPr lang="en-US" sz="1200" i="1" dirty="0">
                          <a:solidFill>
                            <a:schemeClr val="tx1"/>
                          </a:solidFill>
                        </a:rPr>
                        <a:t>Print (220ppi.) </a:t>
                      </a:r>
                      <a:r>
                        <a:rPr lang="en-US" sz="1200" dirty="0">
                          <a:solidFill>
                            <a:schemeClr val="tx1"/>
                          </a:solidFill>
                        </a:rPr>
                        <a:t>Choose </a:t>
                      </a:r>
                      <a:br>
                        <a:rPr lang="en-US" sz="1200" dirty="0">
                          <a:solidFill>
                            <a:schemeClr val="tx1"/>
                          </a:solidFill>
                        </a:rPr>
                      </a:br>
                      <a:r>
                        <a:rPr lang="en-US" sz="1200" dirty="0">
                          <a:solidFill>
                            <a:schemeClr val="tx1"/>
                          </a:solidFill>
                        </a:rPr>
                        <a:t>whether to apply to only this picture and whether to delete cropped areas of picture.</a:t>
                      </a:r>
                    </a:p>
                  </a:txBody>
                  <a:tcPr marL="0" marR="18288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45090108"/>
                  </a:ext>
                </a:extLst>
              </a:tr>
              <a:tr h="370840">
                <a:tc>
                  <a:txBody>
                    <a:bodyPr/>
                    <a:lstStyle/>
                    <a:p>
                      <a:r>
                        <a:rPr lang="en-US" sz="1200" b="1">
                          <a:solidFill>
                            <a:schemeClr val="tx1"/>
                          </a:solidFill>
                        </a:rPr>
                        <a:t>Accessibility</a:t>
                      </a:r>
                    </a:p>
                  </a:txBody>
                  <a:tcPr marL="0" marR="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tc>
                  <a:txBody>
                    <a:bodyPr/>
                    <a:lstStyle/>
                    <a:p>
                      <a:r>
                        <a:rPr lang="en-US" sz="1200" dirty="0">
                          <a:solidFill>
                            <a:schemeClr val="tx1"/>
                          </a:solidFill>
                        </a:rPr>
                        <a:t>When appropriate, run an accessibility check through </a:t>
                      </a:r>
                      <a:r>
                        <a:rPr lang="en-US" sz="1200" i="1" dirty="0">
                          <a:solidFill>
                            <a:schemeClr val="tx1"/>
                          </a:solidFill>
                        </a:rPr>
                        <a:t>Review</a:t>
                      </a:r>
                      <a:r>
                        <a:rPr lang="en-US" sz="1200" i="0" dirty="0">
                          <a:solidFill>
                            <a:schemeClr val="tx1"/>
                          </a:solidFill>
                        </a:rPr>
                        <a:t> tab &gt; </a:t>
                      </a:r>
                      <a:r>
                        <a:rPr lang="en-US" sz="1200" i="1" dirty="0">
                          <a:solidFill>
                            <a:schemeClr val="tx1"/>
                          </a:solidFill>
                        </a:rPr>
                        <a:t>Check Accessibility</a:t>
                      </a:r>
                      <a:r>
                        <a:rPr lang="en-US" sz="1200" i="0" dirty="0">
                          <a:solidFill>
                            <a:schemeClr val="tx1"/>
                          </a:solidFill>
                        </a:rPr>
                        <a:t> which will launch inspection results in a side panel. Perform fixes to address errors, warnings and tips as needed.</a:t>
                      </a:r>
                      <a:endParaRPr lang="en-US" sz="1200" dirty="0">
                        <a:solidFill>
                          <a:schemeClr val="tx1"/>
                        </a:solidFill>
                      </a:endParaRPr>
                    </a:p>
                  </a:txBody>
                  <a:tcPr marL="0" marR="182880" marT="91440" marB="91440">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0929784"/>
                  </a:ext>
                </a:extLst>
              </a:tr>
            </a:tbl>
          </a:graphicData>
        </a:graphic>
      </p:graphicFrame>
      <p:sp>
        <p:nvSpPr>
          <p:cNvPr id="5" name="Slide Number Placeholder 4">
            <a:extLst>
              <a:ext uri="{FF2B5EF4-FFF2-40B4-BE49-F238E27FC236}">
                <a16:creationId xmlns:a16="http://schemas.microsoft.com/office/drawing/2014/main" id="{9FE45B5F-1D97-8861-7B59-6FD227EFDCAC}"/>
              </a:ext>
            </a:extLst>
          </p:cNvPr>
          <p:cNvSpPr>
            <a:spLocks noGrp="1"/>
          </p:cNvSpPr>
          <p:nvPr>
            <p:ph type="sldNum" sz="quarter" idx="12"/>
          </p:nvPr>
        </p:nvSpPr>
        <p:spPr/>
        <p:txBody>
          <a:bodyPr/>
          <a:lstStyle/>
          <a:p>
            <a:fld id="{38826FC0-333C-E549-9FA3-0EE43DF298A3}" type="slidenum">
              <a:rPr lang="en-US" smtClean="0"/>
              <a:pPr/>
              <a:t>3</a:t>
            </a:fld>
            <a:endParaRPr lang="en-US"/>
          </a:p>
        </p:txBody>
      </p:sp>
      <p:sp>
        <p:nvSpPr>
          <p:cNvPr id="6" name="Footer Placeholder 5">
            <a:extLst>
              <a:ext uri="{FF2B5EF4-FFF2-40B4-BE49-F238E27FC236}">
                <a16:creationId xmlns:a16="http://schemas.microsoft.com/office/drawing/2014/main" id="{FE0D57BC-9551-5E7F-0E01-BABC16DE382A}"/>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653538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8C8411-9280-DECA-5397-244E2834F2C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7B9F18B-8428-E0A2-CF01-40C6F91381D0}"/>
              </a:ext>
            </a:extLst>
          </p:cNvPr>
          <p:cNvSpPr>
            <a:spLocks noGrp="1"/>
          </p:cNvSpPr>
          <p:nvPr>
            <p:ph type="title"/>
          </p:nvPr>
        </p:nvSpPr>
        <p:spPr/>
        <p:txBody>
          <a:bodyPr/>
          <a:lstStyle/>
          <a:p>
            <a:r>
              <a:rPr lang="en-US"/>
              <a:t>How to transfer old slides into this template</a:t>
            </a:r>
          </a:p>
        </p:txBody>
      </p:sp>
      <p:sp>
        <p:nvSpPr>
          <p:cNvPr id="3" name="Content Placeholder 2">
            <a:extLst>
              <a:ext uri="{FF2B5EF4-FFF2-40B4-BE49-F238E27FC236}">
                <a16:creationId xmlns:a16="http://schemas.microsoft.com/office/drawing/2014/main" id="{62EC2D6D-1D6C-D2CD-FFF8-D9BEF81F9B75}"/>
              </a:ext>
            </a:extLst>
          </p:cNvPr>
          <p:cNvSpPr>
            <a:spLocks noGrp="1"/>
          </p:cNvSpPr>
          <p:nvPr>
            <p:ph idx="1"/>
          </p:nvPr>
        </p:nvSpPr>
        <p:spPr>
          <a:xfrm>
            <a:off x="457200" y="1447800"/>
            <a:ext cx="4966739" cy="4663440"/>
          </a:xfrm>
        </p:spPr>
        <p:txBody>
          <a:bodyPr>
            <a:noAutofit/>
          </a:bodyPr>
          <a:lstStyle/>
          <a:p>
            <a:pPr marL="0" indent="0">
              <a:buNone/>
            </a:pPr>
            <a:r>
              <a:rPr lang="en-US" sz="1200" b="1" dirty="0"/>
              <a:t>When copying and pasting slides into this template, always use the default of “Use Destination Theme.” </a:t>
            </a:r>
          </a:p>
          <a:p>
            <a:pPr marL="342900" indent="-342900">
              <a:buFont typeface="+mj-lt"/>
              <a:buAutoNum type="arabicPeriod"/>
            </a:pPr>
            <a:r>
              <a:rPr lang="en-US" sz="1200" dirty="0"/>
              <a:t>Ideally, slides will “match up” with the correct new template layouts, </a:t>
            </a:r>
            <a:br>
              <a:rPr lang="en-US" sz="1200" dirty="0"/>
            </a:br>
            <a:r>
              <a:rPr lang="en-US" sz="1200" dirty="0"/>
              <a:t>but if they do not, you will want to reassign correct layouts on a slide-by-slide basis. Additionally, you may need to “Reset” layouts for slides to ensure proper formatting.</a:t>
            </a:r>
          </a:p>
          <a:p>
            <a:pPr marL="342900" indent="-342900">
              <a:buFont typeface="+mj-lt"/>
              <a:buAutoNum type="arabicPeriod"/>
            </a:pPr>
            <a:r>
              <a:rPr lang="en-US" sz="1200" dirty="0"/>
              <a:t>If slides do not take on a correct layout, a “rogue layout” will be added to the end of the master – do not use these layouts.</a:t>
            </a:r>
          </a:p>
          <a:p>
            <a:pPr marL="0" indent="0">
              <a:buNone/>
            </a:pPr>
            <a:r>
              <a:rPr lang="en-US" sz="1200" b="1" dirty="0"/>
              <a:t>The best way to bring in content is to copy over only the content from slides and not the slides themselves:</a:t>
            </a:r>
          </a:p>
          <a:p>
            <a:pPr marL="342900" indent="-342900">
              <a:buFont typeface="+mj-lt"/>
              <a:buAutoNum type="arabicPeriod"/>
            </a:pPr>
            <a:r>
              <a:rPr lang="en-US" sz="1200" dirty="0"/>
              <a:t>First, for each new slide, choose an appropriate layout in this template.</a:t>
            </a:r>
          </a:p>
          <a:p>
            <a:pPr marL="342900" indent="-342900">
              <a:buFont typeface="+mj-lt"/>
              <a:buAutoNum type="arabicPeriod"/>
            </a:pPr>
            <a:r>
              <a:rPr lang="en-US" sz="1200" dirty="0"/>
              <a:t>Then copy and paste text from your existing presentation into the corresponding heading and body copy placeholders, always choosing “Use Destination Theme” when asked. Be sure to double-check to see if you need to reset or change titles to sentence case.</a:t>
            </a:r>
          </a:p>
          <a:p>
            <a:pPr marL="342900" indent="-342900">
              <a:buFont typeface="+mj-lt"/>
              <a:buAutoNum type="arabicPeriod"/>
            </a:pPr>
            <a:r>
              <a:rPr lang="en-US" sz="1200" dirty="0"/>
              <a:t>Finally, copy and paste all the graphics and charts. You will likely need to do some slight adjusting and can use the sample slides in this template to confirm the correct font, colors and sizes.</a:t>
            </a:r>
          </a:p>
          <a:p>
            <a:endParaRPr lang="en-US" sz="1200" dirty="0"/>
          </a:p>
        </p:txBody>
      </p:sp>
      <p:grpSp>
        <p:nvGrpSpPr>
          <p:cNvPr id="22" name="Group 21" descr="PowerPoint pop-up indicating to &quot;Use Destination Theme&quot; when pasting in slides">
            <a:extLst>
              <a:ext uri="{FF2B5EF4-FFF2-40B4-BE49-F238E27FC236}">
                <a16:creationId xmlns:a16="http://schemas.microsoft.com/office/drawing/2014/main" id="{9584F164-86DA-BA5C-340C-07669059D1C6}"/>
              </a:ext>
            </a:extLst>
          </p:cNvPr>
          <p:cNvGrpSpPr/>
          <p:nvPr/>
        </p:nvGrpSpPr>
        <p:grpSpPr>
          <a:xfrm>
            <a:off x="5735929" y="2264632"/>
            <a:ext cx="1929025" cy="1641723"/>
            <a:chOff x="5817133" y="1839846"/>
            <a:chExt cx="1929025" cy="1641723"/>
          </a:xfrm>
        </p:grpSpPr>
        <p:pic>
          <p:nvPicPr>
            <p:cNvPr id="11" name="Picture 10">
              <a:extLst>
                <a:ext uri="{FF2B5EF4-FFF2-40B4-BE49-F238E27FC236}">
                  <a16:creationId xmlns:a16="http://schemas.microsoft.com/office/drawing/2014/main" id="{7904F668-C3FA-8F87-4857-7FA37B220598}"/>
                </a:ext>
              </a:extLst>
            </p:cNvPr>
            <p:cNvPicPr>
              <a:picLocks noChangeAspect="1"/>
            </p:cNvPicPr>
            <p:nvPr/>
          </p:nvPicPr>
          <p:blipFill>
            <a:blip r:embed="rId3"/>
            <a:stretch>
              <a:fillRect/>
            </a:stretch>
          </p:blipFill>
          <p:spPr>
            <a:xfrm>
              <a:off x="5817133" y="1839846"/>
              <a:ext cx="1929025" cy="1641723"/>
            </a:xfrm>
            <a:prstGeom prst="rect">
              <a:avLst/>
            </a:prstGeom>
            <a:effectLst>
              <a:outerShdw blurRad="50800" dist="38100" dir="2700000" algn="tl" rotWithShape="0">
                <a:prstClr val="black">
                  <a:alpha val="40000"/>
                </a:prstClr>
              </a:outerShdw>
            </a:effectLst>
          </p:spPr>
        </p:pic>
        <p:pic>
          <p:nvPicPr>
            <p:cNvPr id="15" name="Picture 14">
              <a:extLst>
                <a:ext uri="{FF2B5EF4-FFF2-40B4-BE49-F238E27FC236}">
                  <a16:creationId xmlns:a16="http://schemas.microsoft.com/office/drawing/2014/main" id="{A45C6EBD-DFE9-0D1E-A840-1CBE94D51AC4}"/>
                </a:ext>
              </a:extLst>
            </p:cNvPr>
            <p:cNvPicPr>
              <a:picLocks noChangeAspect="1"/>
            </p:cNvPicPr>
            <p:nvPr/>
          </p:nvPicPr>
          <p:blipFill>
            <a:blip r:embed="rId4">
              <a:extLst>
                <a:ext uri="{28A0092B-C50C-407E-A947-70E740481C1C}">
                  <a14:useLocalDpi xmlns:a14="http://schemas.microsoft.com/office/drawing/2010/main"/>
                </a:ext>
              </a:extLst>
            </a:blip>
            <a:srcRect/>
            <a:stretch/>
          </p:blipFill>
          <p:spPr>
            <a:xfrm>
              <a:off x="5872145" y="1890941"/>
              <a:ext cx="1070015" cy="620830"/>
            </a:xfrm>
            <a:prstGeom prst="roundRect">
              <a:avLst>
                <a:gd name="adj" fmla="val 7327"/>
              </a:avLst>
            </a:prstGeom>
          </p:spPr>
        </p:pic>
        <p:pic>
          <p:nvPicPr>
            <p:cNvPr id="21" name="Graphic 20">
              <a:extLst>
                <a:ext uri="{FF2B5EF4-FFF2-40B4-BE49-F238E27FC236}">
                  <a16:creationId xmlns:a16="http://schemas.microsoft.com/office/drawing/2014/main" id="{C5A904F7-7596-558E-98FD-397E30801C99}"/>
                </a:ext>
              </a:extLst>
            </p:cNvPr>
            <p:cNvPicPr>
              <a:picLocks/>
            </p:cNvPicPr>
            <p:nvPr/>
          </p:nvPicPr>
          <p:blipFill>
            <a:blip r:embed="rId5">
              <a:extLst>
                <a:ext uri="{96DAC541-7B7A-43D3-8B79-37D633B846F1}">
                  <asvg:svgBlip xmlns:asvg="http://schemas.microsoft.com/office/drawing/2016/SVG/main" r:embed="rId6"/>
                </a:ext>
              </a:extLst>
            </a:blip>
            <a:stretch>
              <a:fillRect/>
            </a:stretch>
          </p:blipFill>
          <p:spPr>
            <a:xfrm>
              <a:off x="6470805" y="3064510"/>
              <a:ext cx="364490" cy="364490"/>
            </a:xfrm>
            <a:prstGeom prst="rect">
              <a:avLst/>
            </a:prstGeom>
          </p:spPr>
        </p:pic>
      </p:grpSp>
      <p:grpSp>
        <p:nvGrpSpPr>
          <p:cNvPr id="8" name="Group 7" descr="PowerPoint interface for applying layouts with a red X over a rogue layout that has been added at the end after the &quot;Do Not Use Layouts Beyond This Point&quot; divider.">
            <a:extLst>
              <a:ext uri="{FF2B5EF4-FFF2-40B4-BE49-F238E27FC236}">
                <a16:creationId xmlns:a16="http://schemas.microsoft.com/office/drawing/2014/main" id="{0E0B6D78-468A-4C1D-CD8E-2DCDB4F84987}"/>
              </a:ext>
            </a:extLst>
          </p:cNvPr>
          <p:cNvGrpSpPr/>
          <p:nvPr/>
        </p:nvGrpSpPr>
        <p:grpSpPr>
          <a:xfrm>
            <a:off x="7307403" y="1585356"/>
            <a:ext cx="1649115" cy="1810988"/>
            <a:chOff x="7307403" y="1585356"/>
            <a:chExt cx="1649115" cy="1810988"/>
          </a:xfrm>
        </p:grpSpPr>
        <p:pic>
          <p:nvPicPr>
            <p:cNvPr id="24" name="Picture 23">
              <a:extLst>
                <a:ext uri="{FF2B5EF4-FFF2-40B4-BE49-F238E27FC236}">
                  <a16:creationId xmlns:a16="http://schemas.microsoft.com/office/drawing/2014/main" id="{2AD39EFC-087E-0613-BF16-795CCDB3E918}"/>
                </a:ext>
              </a:extLst>
            </p:cNvPr>
            <p:cNvPicPr>
              <a:picLocks noChangeAspect="1"/>
            </p:cNvPicPr>
            <p:nvPr/>
          </p:nvPicPr>
          <p:blipFill rotWithShape="1">
            <a:blip r:embed="rId7"/>
            <a:srcRect t="-61" b="449"/>
            <a:stretch/>
          </p:blipFill>
          <p:spPr>
            <a:xfrm>
              <a:off x="7307403" y="1585356"/>
              <a:ext cx="1649115" cy="1810988"/>
            </a:xfrm>
            <a:prstGeom prst="roundRect">
              <a:avLst>
                <a:gd name="adj" fmla="val 1683"/>
              </a:avLst>
            </a:prstGeom>
            <a:ln w="3175">
              <a:solidFill>
                <a:schemeClr val="accent6">
                  <a:lumMod val="10000"/>
                </a:schemeClr>
              </a:solidFill>
            </a:ln>
            <a:effectLst>
              <a:outerShdw blurRad="106028" dist="38100" dir="2700000" algn="tl" rotWithShape="0">
                <a:prstClr val="black">
                  <a:alpha val="28942"/>
                </a:prstClr>
              </a:outerShdw>
            </a:effectLst>
          </p:spPr>
        </p:pic>
        <p:grpSp>
          <p:nvGrpSpPr>
            <p:cNvPr id="25" name="Group 24">
              <a:extLst>
                <a:ext uri="{FF2B5EF4-FFF2-40B4-BE49-F238E27FC236}">
                  <a16:creationId xmlns:a16="http://schemas.microsoft.com/office/drawing/2014/main" id="{490EF18D-852C-9324-583B-72B869BE6D2D}"/>
                </a:ext>
              </a:extLst>
            </p:cNvPr>
            <p:cNvGrpSpPr>
              <a:grpSpLocks noChangeAspect="1"/>
            </p:cNvGrpSpPr>
            <p:nvPr/>
          </p:nvGrpSpPr>
          <p:grpSpPr>
            <a:xfrm>
              <a:off x="8388496" y="3088921"/>
              <a:ext cx="256032" cy="212236"/>
              <a:chOff x="7069592" y="1581324"/>
              <a:chExt cx="3438467" cy="2160715"/>
            </a:xfrm>
          </p:grpSpPr>
          <p:cxnSp>
            <p:nvCxnSpPr>
              <p:cNvPr id="26" name="Straight Connector 25">
                <a:extLst>
                  <a:ext uri="{FF2B5EF4-FFF2-40B4-BE49-F238E27FC236}">
                    <a16:creationId xmlns:a16="http://schemas.microsoft.com/office/drawing/2014/main" id="{AA33FE39-0867-CBA6-7495-200D1E8F7611}"/>
                  </a:ext>
                </a:extLst>
              </p:cNvPr>
              <p:cNvCxnSpPr>
                <a:cxnSpLocks/>
              </p:cNvCxnSpPr>
              <p:nvPr/>
            </p:nvCxnSpPr>
            <p:spPr>
              <a:xfrm flipV="1">
                <a:off x="7090477" y="1581325"/>
                <a:ext cx="3417582" cy="2160714"/>
              </a:xfrm>
              <a:prstGeom prst="line">
                <a:avLst/>
              </a:prstGeom>
              <a:solidFill>
                <a:srgbClr val="91B9E5"/>
              </a:solidFill>
              <a:ln w="38100" cap="rnd">
                <a:solidFill>
                  <a:srgbClr val="B81F2D"/>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293F4322-C53C-D735-4DCD-8512B85E358D}"/>
                  </a:ext>
                </a:extLst>
              </p:cNvPr>
              <p:cNvCxnSpPr>
                <a:cxnSpLocks/>
              </p:cNvCxnSpPr>
              <p:nvPr/>
            </p:nvCxnSpPr>
            <p:spPr>
              <a:xfrm>
                <a:off x="7069592" y="1581324"/>
                <a:ext cx="3417582" cy="2143910"/>
              </a:xfrm>
              <a:prstGeom prst="line">
                <a:avLst/>
              </a:prstGeom>
              <a:solidFill>
                <a:srgbClr val="91B9E5"/>
              </a:solidFill>
              <a:ln w="38100" cap="rnd">
                <a:solidFill>
                  <a:srgbClr val="B81F2D"/>
                </a:solidFill>
              </a:ln>
            </p:spPr>
            <p:style>
              <a:lnRef idx="1">
                <a:schemeClr val="accent1"/>
              </a:lnRef>
              <a:fillRef idx="0">
                <a:schemeClr val="accent1"/>
              </a:fillRef>
              <a:effectRef idx="0">
                <a:schemeClr val="accent1"/>
              </a:effectRef>
              <a:fontRef idx="minor">
                <a:schemeClr val="tx1"/>
              </a:fontRef>
            </p:style>
          </p:cxnSp>
        </p:grpSp>
      </p:grpSp>
      <p:grpSp>
        <p:nvGrpSpPr>
          <p:cNvPr id="32" name="Group 31" descr="PowerPoint interface Home Tab showing &quot;Reset&quot; button for layouts">
            <a:extLst>
              <a:ext uri="{FF2B5EF4-FFF2-40B4-BE49-F238E27FC236}">
                <a16:creationId xmlns:a16="http://schemas.microsoft.com/office/drawing/2014/main" id="{4E9B59C8-E932-4C22-9C0D-9FA0E47FF4BA}"/>
              </a:ext>
            </a:extLst>
          </p:cNvPr>
          <p:cNvGrpSpPr/>
          <p:nvPr/>
        </p:nvGrpSpPr>
        <p:grpSpPr>
          <a:xfrm>
            <a:off x="9189239" y="1410537"/>
            <a:ext cx="2540000" cy="927100"/>
            <a:chOff x="9503537" y="1417526"/>
            <a:chExt cx="2540000" cy="927100"/>
          </a:xfrm>
        </p:grpSpPr>
        <p:pic>
          <p:nvPicPr>
            <p:cNvPr id="29" name="Picture 28">
              <a:extLst>
                <a:ext uri="{FF2B5EF4-FFF2-40B4-BE49-F238E27FC236}">
                  <a16:creationId xmlns:a16="http://schemas.microsoft.com/office/drawing/2014/main" id="{1F51EF6B-B653-F15B-71AF-634661CFCD7D}"/>
                </a:ext>
              </a:extLst>
            </p:cNvPr>
            <p:cNvPicPr>
              <a:picLocks noChangeAspect="1"/>
            </p:cNvPicPr>
            <p:nvPr/>
          </p:nvPicPr>
          <p:blipFill>
            <a:blip r:embed="rId8"/>
            <a:stretch>
              <a:fillRect/>
            </a:stretch>
          </p:blipFill>
          <p:spPr>
            <a:xfrm>
              <a:off x="9503537" y="1417526"/>
              <a:ext cx="2540000" cy="927100"/>
            </a:xfrm>
            <a:prstGeom prst="roundRect">
              <a:avLst>
                <a:gd name="adj" fmla="val 1683"/>
              </a:avLst>
            </a:prstGeom>
            <a:ln w="3175">
              <a:solidFill>
                <a:schemeClr val="accent6">
                  <a:lumMod val="10000"/>
                </a:schemeClr>
              </a:solidFill>
            </a:ln>
            <a:effectLst>
              <a:outerShdw blurRad="106028" dist="38100" dir="2700000" algn="tl" rotWithShape="0">
                <a:prstClr val="black">
                  <a:alpha val="28942"/>
                </a:prstClr>
              </a:outerShdw>
            </a:effectLst>
          </p:spPr>
        </p:pic>
        <p:sp>
          <p:nvSpPr>
            <p:cNvPr id="30" name="Oval 29">
              <a:extLst>
                <a:ext uri="{FF2B5EF4-FFF2-40B4-BE49-F238E27FC236}">
                  <a16:creationId xmlns:a16="http://schemas.microsoft.com/office/drawing/2014/main" id="{298A7562-2FEC-C579-B298-DE474A215FDB}"/>
                </a:ext>
              </a:extLst>
            </p:cNvPr>
            <p:cNvSpPr/>
            <p:nvPr/>
          </p:nvSpPr>
          <p:spPr>
            <a:xfrm>
              <a:off x="11353737" y="1806767"/>
              <a:ext cx="689800" cy="214442"/>
            </a:xfrm>
            <a:prstGeom prst="ellipse">
              <a:avLst/>
            </a:prstGeom>
            <a:noFill/>
            <a:ln w="38100" cap="rnd">
              <a:solidFill>
                <a:srgbClr val="B81F2D"/>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5" name="Slide Number Placeholder 4">
            <a:extLst>
              <a:ext uri="{FF2B5EF4-FFF2-40B4-BE49-F238E27FC236}">
                <a16:creationId xmlns:a16="http://schemas.microsoft.com/office/drawing/2014/main" id="{31D51570-F1A0-4A34-EBA7-B13D136019A3}"/>
              </a:ext>
            </a:extLst>
          </p:cNvPr>
          <p:cNvSpPr>
            <a:spLocks noGrp="1"/>
          </p:cNvSpPr>
          <p:nvPr>
            <p:ph type="sldNum" sz="quarter" idx="12"/>
          </p:nvPr>
        </p:nvSpPr>
        <p:spPr/>
        <p:txBody>
          <a:bodyPr/>
          <a:lstStyle/>
          <a:p>
            <a:fld id="{38826FC0-333C-E549-9FA3-0EE43DF298A3}" type="slidenum">
              <a:rPr lang="en-US" smtClean="0"/>
              <a:pPr/>
              <a:t>4</a:t>
            </a:fld>
            <a:endParaRPr lang="en-US"/>
          </a:p>
        </p:txBody>
      </p:sp>
      <p:sp>
        <p:nvSpPr>
          <p:cNvPr id="2" name="Footer Placeholder 1">
            <a:extLst>
              <a:ext uri="{FF2B5EF4-FFF2-40B4-BE49-F238E27FC236}">
                <a16:creationId xmlns:a16="http://schemas.microsoft.com/office/drawing/2014/main" id="{401E54F9-3B39-8390-DDB3-14B9A033EC2A}"/>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829149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8FF33B-05D5-41FD-B882-38EF0AF3BA2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2128704-881D-2113-54BC-5214DCACA612}"/>
              </a:ext>
            </a:extLst>
          </p:cNvPr>
          <p:cNvSpPr>
            <a:spLocks noGrp="1"/>
          </p:cNvSpPr>
          <p:nvPr>
            <p:ph type="title"/>
          </p:nvPr>
        </p:nvSpPr>
        <p:spPr/>
        <p:txBody>
          <a:bodyPr/>
          <a:lstStyle/>
          <a:p>
            <a:r>
              <a:rPr lang="en-US"/>
              <a:t>Color and font theme</a:t>
            </a:r>
          </a:p>
        </p:txBody>
      </p:sp>
      <p:sp>
        <p:nvSpPr>
          <p:cNvPr id="130" name="Slide Number Placeholder 129">
            <a:extLst>
              <a:ext uri="{FF2B5EF4-FFF2-40B4-BE49-F238E27FC236}">
                <a16:creationId xmlns:a16="http://schemas.microsoft.com/office/drawing/2014/main" id="{5BADBBCA-20F5-ABF7-5CB6-172C86ADB532}"/>
              </a:ext>
            </a:extLst>
          </p:cNvPr>
          <p:cNvSpPr>
            <a:spLocks noGrp="1"/>
          </p:cNvSpPr>
          <p:nvPr>
            <p:ph type="sldNum" sz="quarter" idx="12"/>
          </p:nvPr>
        </p:nvSpPr>
        <p:spPr/>
        <p:txBody>
          <a:bodyPr/>
          <a:lstStyle/>
          <a:p>
            <a:fld id="{1BFC8817-8303-0E4C-B3DA-CAEB0316DFAA}" type="slidenum">
              <a:rPr lang="en-US" smtClean="0"/>
              <a:pPr/>
              <a:t>5</a:t>
            </a:fld>
            <a:endParaRPr lang="en-US"/>
          </a:p>
        </p:txBody>
      </p:sp>
      <p:grpSp>
        <p:nvGrpSpPr>
          <p:cNvPr id="4" name="Group 3" descr="Notated graphic of this template's PowerPoint color theme including theme, custom, and standard colors">
            <a:extLst>
              <a:ext uri="{FF2B5EF4-FFF2-40B4-BE49-F238E27FC236}">
                <a16:creationId xmlns:a16="http://schemas.microsoft.com/office/drawing/2014/main" id="{1B1CDED7-B7F7-C7FC-3B9D-CD9C5E96566A}"/>
              </a:ext>
            </a:extLst>
          </p:cNvPr>
          <p:cNvGrpSpPr/>
          <p:nvPr/>
        </p:nvGrpSpPr>
        <p:grpSpPr>
          <a:xfrm>
            <a:off x="479339" y="1434508"/>
            <a:ext cx="6542163" cy="4449131"/>
            <a:chOff x="479339" y="1434508"/>
            <a:chExt cx="6542163" cy="4449131"/>
          </a:xfrm>
        </p:grpSpPr>
        <p:sp>
          <p:nvSpPr>
            <p:cNvPr id="2" name="Rounded Rectangle 1">
              <a:extLst>
                <a:ext uri="{FF2B5EF4-FFF2-40B4-BE49-F238E27FC236}">
                  <a16:creationId xmlns:a16="http://schemas.microsoft.com/office/drawing/2014/main" id="{FF2C75D8-382B-F1EC-F8FE-69C1A7BFE0FE}"/>
                </a:ext>
              </a:extLst>
            </p:cNvPr>
            <p:cNvSpPr/>
            <p:nvPr/>
          </p:nvSpPr>
          <p:spPr>
            <a:xfrm>
              <a:off x="1843790" y="1434508"/>
              <a:ext cx="2866099" cy="4449131"/>
            </a:xfrm>
            <a:prstGeom prst="roundRect">
              <a:avLst>
                <a:gd name="adj" fmla="val 1664"/>
              </a:avLst>
            </a:prstGeom>
            <a:solidFill>
              <a:schemeClr val="bg1"/>
            </a:solidFill>
            <a:ln w="9525">
              <a:solidFill>
                <a:schemeClr val="bg1">
                  <a:lumMod val="75000"/>
                </a:schemeClr>
              </a:solidFill>
            </a:ln>
            <a:effectLst>
              <a:outerShdw blurRad="87450" dist="38100" dir="2700000" algn="tl" rotWithShape="0">
                <a:prstClr val="black">
                  <a:alpha val="18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440AF269-6D64-E9F3-54DA-802BE99BD74C}"/>
                </a:ext>
              </a:extLst>
            </p:cNvPr>
            <p:cNvSpPr txBox="1"/>
            <p:nvPr/>
          </p:nvSpPr>
          <p:spPr>
            <a:xfrm>
              <a:off x="5181353" y="1773000"/>
              <a:ext cx="1502664" cy="331773"/>
            </a:xfrm>
            <a:prstGeom prst="rect">
              <a:avLst/>
            </a:prstGeom>
            <a:noFill/>
          </p:spPr>
          <p:txBody>
            <a:bodyPr wrap="square" lIns="0" tIns="0" rIns="0" bIns="0" rtlCol="0">
              <a:spAutoFit/>
            </a:bodyPr>
            <a:lstStyle/>
            <a:p>
              <a:pPr defTabSz="457200"/>
              <a:r>
                <a:rPr lang="en-US" sz="1050" i="1"/>
                <a:t>Use these approved Cognizant colors</a:t>
              </a:r>
            </a:p>
          </p:txBody>
        </p:sp>
        <p:sp>
          <p:nvSpPr>
            <p:cNvPr id="11" name="TextBox 10">
              <a:extLst>
                <a:ext uri="{FF2B5EF4-FFF2-40B4-BE49-F238E27FC236}">
                  <a16:creationId xmlns:a16="http://schemas.microsoft.com/office/drawing/2014/main" id="{E87853A3-0E28-76A1-D4C4-E28D72A30E97}"/>
                </a:ext>
              </a:extLst>
            </p:cNvPr>
            <p:cNvSpPr txBox="1"/>
            <p:nvPr/>
          </p:nvSpPr>
          <p:spPr>
            <a:xfrm>
              <a:off x="1973469" y="1464939"/>
              <a:ext cx="2004123" cy="207748"/>
            </a:xfrm>
            <a:prstGeom prst="rect">
              <a:avLst/>
            </a:prstGeom>
          </p:spPr>
          <p:txBody>
            <a:bodyPr wrap="square" lIns="0" rIns="0" bIns="0" rtlCol="0">
              <a:spAutoFit/>
            </a:bodyPr>
            <a:lstStyle/>
            <a:p>
              <a:pPr defTabSz="457200"/>
              <a:r>
                <a:rPr lang="en-US" sz="1050" b="1">
                  <a:cs typeface="+mn-cs"/>
                </a:rPr>
                <a:t>Theme Colors</a:t>
              </a:r>
            </a:p>
          </p:txBody>
        </p:sp>
        <p:sp>
          <p:nvSpPr>
            <p:cNvPr id="13" name="TextBox 12">
              <a:extLst>
                <a:ext uri="{FF2B5EF4-FFF2-40B4-BE49-F238E27FC236}">
                  <a16:creationId xmlns:a16="http://schemas.microsoft.com/office/drawing/2014/main" id="{AA825F3F-F6FF-080C-7818-41D3C3A588F9}"/>
                </a:ext>
              </a:extLst>
            </p:cNvPr>
            <p:cNvSpPr txBox="1"/>
            <p:nvPr/>
          </p:nvSpPr>
          <p:spPr>
            <a:xfrm>
              <a:off x="1973469" y="3320750"/>
              <a:ext cx="2004123" cy="207748"/>
            </a:xfrm>
            <a:prstGeom prst="rect">
              <a:avLst/>
            </a:prstGeom>
          </p:spPr>
          <p:txBody>
            <a:bodyPr wrap="square" lIns="0" rIns="0" bIns="0" rtlCol="0">
              <a:spAutoFit/>
            </a:bodyPr>
            <a:lstStyle/>
            <a:p>
              <a:pPr defTabSz="457200"/>
              <a:r>
                <a:rPr lang="en-US" sz="1050" b="1">
                  <a:cs typeface="+mn-cs"/>
                </a:rPr>
                <a:t>Custom Colors</a:t>
              </a:r>
            </a:p>
          </p:txBody>
        </p:sp>
        <p:sp>
          <p:nvSpPr>
            <p:cNvPr id="24" name="TextBox 23">
              <a:extLst>
                <a:ext uri="{FF2B5EF4-FFF2-40B4-BE49-F238E27FC236}">
                  <a16:creationId xmlns:a16="http://schemas.microsoft.com/office/drawing/2014/main" id="{EF2DB4E9-978A-2646-05DF-17B3B9854F68}"/>
                </a:ext>
              </a:extLst>
            </p:cNvPr>
            <p:cNvSpPr txBox="1"/>
            <p:nvPr/>
          </p:nvSpPr>
          <p:spPr>
            <a:xfrm>
              <a:off x="5171901" y="2477597"/>
              <a:ext cx="1313605" cy="323165"/>
            </a:xfrm>
            <a:prstGeom prst="rect">
              <a:avLst/>
            </a:prstGeom>
            <a:noFill/>
          </p:spPr>
          <p:txBody>
            <a:bodyPr wrap="square" lIns="0" tIns="0" rIns="0" bIns="0" rtlCol="0">
              <a:spAutoFit/>
            </a:bodyPr>
            <a:lstStyle/>
            <a:p>
              <a:pPr defTabSz="457200"/>
              <a:r>
                <a:rPr lang="en-US" sz="1050" i="1"/>
                <a:t>Do not use these tints except for grays</a:t>
              </a:r>
            </a:p>
          </p:txBody>
        </p:sp>
        <p:grpSp>
          <p:nvGrpSpPr>
            <p:cNvPr id="25" name="Group 24">
              <a:extLst>
                <a:ext uri="{FF2B5EF4-FFF2-40B4-BE49-F238E27FC236}">
                  <a16:creationId xmlns:a16="http://schemas.microsoft.com/office/drawing/2014/main" id="{56930027-D3DC-53F9-A735-3E2E24279465}"/>
                </a:ext>
                <a:ext uri="{C183D7F6-B498-43B3-948B-1728B52AA6E4}">
                  <adec:decorative xmlns:adec="http://schemas.microsoft.com/office/drawing/2017/decorative" val="1"/>
                </a:ext>
              </a:extLst>
            </p:cNvPr>
            <p:cNvGrpSpPr/>
            <p:nvPr/>
          </p:nvGrpSpPr>
          <p:grpSpPr>
            <a:xfrm>
              <a:off x="4838898" y="2009550"/>
              <a:ext cx="228600" cy="1091853"/>
              <a:chOff x="3333925" y="1657767"/>
              <a:chExt cx="261426" cy="1091853"/>
            </a:xfrm>
          </p:grpSpPr>
          <p:cxnSp>
            <p:nvCxnSpPr>
              <p:cNvPr id="32" name="Straight Connector 31">
                <a:extLst>
                  <a:ext uri="{FF2B5EF4-FFF2-40B4-BE49-F238E27FC236}">
                    <a16:creationId xmlns:a16="http://schemas.microsoft.com/office/drawing/2014/main" id="{97C05F3B-6B74-1313-D0B0-729C214EAB3F}"/>
                  </a:ext>
                </a:extLst>
              </p:cNvPr>
              <p:cNvCxnSpPr>
                <a:cxnSpLocks/>
              </p:cNvCxnSpPr>
              <p:nvPr/>
            </p:nvCxnSpPr>
            <p:spPr>
              <a:xfrm>
                <a:off x="3333925" y="1657767"/>
                <a:ext cx="0" cy="1091853"/>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34" name="Straight Arrow Connector 33">
                <a:extLst>
                  <a:ext uri="{FF2B5EF4-FFF2-40B4-BE49-F238E27FC236}">
                    <a16:creationId xmlns:a16="http://schemas.microsoft.com/office/drawing/2014/main" id="{CE390E57-0A8F-B11E-CFE0-52E027A1E9EB}"/>
                  </a:ext>
                </a:extLst>
              </p:cNvPr>
              <p:cNvCxnSpPr>
                <a:cxnSpLocks/>
              </p:cNvCxnSpPr>
              <p:nvPr/>
            </p:nvCxnSpPr>
            <p:spPr>
              <a:xfrm>
                <a:off x="3333925" y="2203693"/>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5" name="Group 34">
              <a:extLst>
                <a:ext uri="{FF2B5EF4-FFF2-40B4-BE49-F238E27FC236}">
                  <a16:creationId xmlns:a16="http://schemas.microsoft.com/office/drawing/2014/main" id="{3786ACAD-ACF8-B4DC-B5AB-DC754D010A5D}"/>
                </a:ext>
                <a:ext uri="{C183D7F6-B498-43B3-948B-1728B52AA6E4}">
                  <adec:decorative xmlns:adec="http://schemas.microsoft.com/office/drawing/2017/decorative" val="1"/>
                </a:ext>
              </a:extLst>
            </p:cNvPr>
            <p:cNvGrpSpPr/>
            <p:nvPr/>
          </p:nvGrpSpPr>
          <p:grpSpPr>
            <a:xfrm>
              <a:off x="5133455" y="3885205"/>
              <a:ext cx="228600" cy="1058669"/>
              <a:chOff x="3760483" y="3267110"/>
              <a:chExt cx="261426" cy="1097280"/>
            </a:xfrm>
          </p:grpSpPr>
          <p:cxnSp>
            <p:nvCxnSpPr>
              <p:cNvPr id="36" name="Straight Connector 35">
                <a:extLst>
                  <a:ext uri="{FF2B5EF4-FFF2-40B4-BE49-F238E27FC236}">
                    <a16:creationId xmlns:a16="http://schemas.microsoft.com/office/drawing/2014/main" id="{2CF37192-95AB-338A-C078-AFDB1BE02679}"/>
                  </a:ext>
                </a:extLst>
              </p:cNvPr>
              <p:cNvCxnSpPr>
                <a:cxnSpLocks/>
              </p:cNvCxnSpPr>
              <p:nvPr/>
            </p:nvCxnSpPr>
            <p:spPr>
              <a:xfrm>
                <a:off x="3760483" y="3267110"/>
                <a:ext cx="0" cy="1097280"/>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43" name="Straight Arrow Connector 42">
                <a:extLst>
                  <a:ext uri="{FF2B5EF4-FFF2-40B4-BE49-F238E27FC236}">
                    <a16:creationId xmlns:a16="http://schemas.microsoft.com/office/drawing/2014/main" id="{7F0B254E-FC94-0827-6BA9-07B0A3CFD179}"/>
                  </a:ext>
                </a:extLst>
              </p:cNvPr>
              <p:cNvCxnSpPr>
                <a:cxnSpLocks/>
              </p:cNvCxnSpPr>
              <p:nvPr/>
            </p:nvCxnSpPr>
            <p:spPr>
              <a:xfrm>
                <a:off x="3760483" y="3815750"/>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sp>
          <p:nvSpPr>
            <p:cNvPr id="45" name="TextBox 44">
              <a:extLst>
                <a:ext uri="{FF2B5EF4-FFF2-40B4-BE49-F238E27FC236}">
                  <a16:creationId xmlns:a16="http://schemas.microsoft.com/office/drawing/2014/main" id="{5048768C-EDB2-91D1-5435-FAAE33A90AAC}"/>
                </a:ext>
              </a:extLst>
            </p:cNvPr>
            <p:cNvSpPr txBox="1"/>
            <p:nvPr/>
          </p:nvSpPr>
          <p:spPr>
            <a:xfrm>
              <a:off x="5429352" y="4337749"/>
              <a:ext cx="1592150" cy="323165"/>
            </a:xfrm>
            <a:prstGeom prst="rect">
              <a:avLst/>
            </a:prstGeom>
            <a:noFill/>
          </p:spPr>
          <p:txBody>
            <a:bodyPr wrap="square" lIns="0" tIns="0" rIns="0" bIns="0" rtlCol="0">
              <a:spAutoFit/>
            </a:bodyPr>
            <a:lstStyle/>
            <a:p>
              <a:pPr defTabSz="457200"/>
              <a:r>
                <a:rPr lang="en-US" sz="1050" i="1"/>
                <a:t>Use these tints when lighter shades are needed</a:t>
              </a:r>
            </a:p>
          </p:txBody>
        </p:sp>
        <p:sp>
          <p:nvSpPr>
            <p:cNvPr id="46" name="TextBox 45">
              <a:extLst>
                <a:ext uri="{FF2B5EF4-FFF2-40B4-BE49-F238E27FC236}">
                  <a16:creationId xmlns:a16="http://schemas.microsoft.com/office/drawing/2014/main" id="{5B68EE0F-FA62-AD0B-F283-A6F2878DBF3F}"/>
                </a:ext>
              </a:extLst>
            </p:cNvPr>
            <p:cNvSpPr txBox="1"/>
            <p:nvPr/>
          </p:nvSpPr>
          <p:spPr>
            <a:xfrm>
              <a:off x="4788012" y="3892370"/>
              <a:ext cx="305318" cy="184666"/>
            </a:xfrm>
            <a:prstGeom prst="rect">
              <a:avLst/>
            </a:prstGeom>
            <a:noFill/>
          </p:spPr>
          <p:txBody>
            <a:bodyPr wrap="square" lIns="0" rIns="0" bIns="0" rtlCol="0" anchor="ctr">
              <a:spAutoFit/>
            </a:bodyPr>
            <a:lstStyle/>
            <a:p>
              <a:pPr defTabSz="457200"/>
              <a:r>
                <a:rPr lang="en-US" sz="900" i="1">
                  <a:solidFill>
                    <a:schemeClr val="tx2"/>
                  </a:solidFill>
                </a:rPr>
                <a:t>80%</a:t>
              </a:r>
            </a:p>
          </p:txBody>
        </p:sp>
        <p:sp>
          <p:nvSpPr>
            <p:cNvPr id="47" name="TextBox 46">
              <a:extLst>
                <a:ext uri="{FF2B5EF4-FFF2-40B4-BE49-F238E27FC236}">
                  <a16:creationId xmlns:a16="http://schemas.microsoft.com/office/drawing/2014/main" id="{993A6986-5938-8836-C240-9A74731EE5AD}"/>
                </a:ext>
              </a:extLst>
            </p:cNvPr>
            <p:cNvSpPr txBox="1"/>
            <p:nvPr/>
          </p:nvSpPr>
          <p:spPr>
            <a:xfrm>
              <a:off x="4788012" y="4166971"/>
              <a:ext cx="305318" cy="184666"/>
            </a:xfrm>
            <a:prstGeom prst="rect">
              <a:avLst/>
            </a:prstGeom>
            <a:noFill/>
          </p:spPr>
          <p:txBody>
            <a:bodyPr wrap="square" lIns="0" rIns="0" bIns="0" rtlCol="0" anchor="ctr">
              <a:spAutoFit/>
            </a:bodyPr>
            <a:lstStyle/>
            <a:p>
              <a:pPr defTabSz="457200"/>
              <a:r>
                <a:rPr lang="en-US" sz="900" i="1">
                  <a:solidFill>
                    <a:schemeClr val="tx2"/>
                  </a:solidFill>
                </a:rPr>
                <a:t>60%</a:t>
              </a:r>
            </a:p>
          </p:txBody>
        </p:sp>
        <p:sp>
          <p:nvSpPr>
            <p:cNvPr id="54" name="TextBox 53">
              <a:extLst>
                <a:ext uri="{FF2B5EF4-FFF2-40B4-BE49-F238E27FC236}">
                  <a16:creationId xmlns:a16="http://schemas.microsoft.com/office/drawing/2014/main" id="{87C56691-A350-DE62-EA4B-B2E0C02ED812}"/>
                </a:ext>
              </a:extLst>
            </p:cNvPr>
            <p:cNvSpPr txBox="1"/>
            <p:nvPr/>
          </p:nvSpPr>
          <p:spPr>
            <a:xfrm>
              <a:off x="4788012" y="4441572"/>
              <a:ext cx="305318" cy="184666"/>
            </a:xfrm>
            <a:prstGeom prst="rect">
              <a:avLst/>
            </a:prstGeom>
            <a:noFill/>
          </p:spPr>
          <p:txBody>
            <a:bodyPr wrap="square" lIns="0" rIns="0" bIns="0" rtlCol="0" anchor="ctr">
              <a:spAutoFit/>
            </a:bodyPr>
            <a:lstStyle/>
            <a:p>
              <a:pPr defTabSz="457200"/>
              <a:r>
                <a:rPr lang="en-US" sz="900" i="1">
                  <a:solidFill>
                    <a:schemeClr val="tx2"/>
                  </a:solidFill>
                </a:rPr>
                <a:t>40%</a:t>
              </a:r>
            </a:p>
          </p:txBody>
        </p:sp>
        <p:sp>
          <p:nvSpPr>
            <p:cNvPr id="56" name="TextBox 55">
              <a:extLst>
                <a:ext uri="{FF2B5EF4-FFF2-40B4-BE49-F238E27FC236}">
                  <a16:creationId xmlns:a16="http://schemas.microsoft.com/office/drawing/2014/main" id="{9B8F164C-65D6-3678-BC58-55E51B365147}"/>
                </a:ext>
              </a:extLst>
            </p:cNvPr>
            <p:cNvSpPr txBox="1"/>
            <p:nvPr/>
          </p:nvSpPr>
          <p:spPr>
            <a:xfrm>
              <a:off x="4788012" y="4716172"/>
              <a:ext cx="305318" cy="184666"/>
            </a:xfrm>
            <a:prstGeom prst="rect">
              <a:avLst/>
            </a:prstGeom>
            <a:noFill/>
          </p:spPr>
          <p:txBody>
            <a:bodyPr wrap="square" lIns="0" rIns="0" bIns="0" rtlCol="0" anchor="ctr">
              <a:spAutoFit/>
            </a:bodyPr>
            <a:lstStyle/>
            <a:p>
              <a:pPr defTabSz="457200"/>
              <a:r>
                <a:rPr lang="en-US" sz="900" i="1">
                  <a:solidFill>
                    <a:schemeClr val="tx2"/>
                  </a:solidFill>
                </a:rPr>
                <a:t>20%</a:t>
              </a:r>
            </a:p>
          </p:txBody>
        </p:sp>
        <p:sp>
          <p:nvSpPr>
            <p:cNvPr id="57" name="TextBox 56">
              <a:extLst>
                <a:ext uri="{FF2B5EF4-FFF2-40B4-BE49-F238E27FC236}">
                  <a16:creationId xmlns:a16="http://schemas.microsoft.com/office/drawing/2014/main" id="{F4DC3154-1300-6370-68A7-A80357CD77E3}"/>
                </a:ext>
              </a:extLst>
            </p:cNvPr>
            <p:cNvSpPr txBox="1"/>
            <p:nvPr/>
          </p:nvSpPr>
          <p:spPr>
            <a:xfrm>
              <a:off x="5153845" y="5539096"/>
              <a:ext cx="1848599" cy="161583"/>
            </a:xfrm>
            <a:prstGeom prst="rect">
              <a:avLst/>
            </a:prstGeom>
            <a:noFill/>
          </p:spPr>
          <p:txBody>
            <a:bodyPr wrap="square" lIns="0" tIns="0" rIns="0" bIns="0" rtlCol="0">
              <a:spAutoFit/>
            </a:bodyPr>
            <a:lstStyle/>
            <a:p>
              <a:pPr defTabSz="457200"/>
              <a:r>
                <a:rPr lang="en-US" sz="1050" i="1"/>
                <a:t>Do not use these colors</a:t>
              </a:r>
            </a:p>
          </p:txBody>
        </p:sp>
        <p:cxnSp>
          <p:nvCxnSpPr>
            <p:cNvPr id="58" name="Straight Connector 57">
              <a:extLst>
                <a:ext uri="{FF2B5EF4-FFF2-40B4-BE49-F238E27FC236}">
                  <a16:creationId xmlns:a16="http://schemas.microsoft.com/office/drawing/2014/main" id="{E309D915-C510-0B14-249F-61B23A1045C2}"/>
                </a:ext>
                <a:ext uri="{C183D7F6-B498-43B3-948B-1728B52AA6E4}">
                  <adec:decorative xmlns:adec="http://schemas.microsoft.com/office/drawing/2017/decorative" val="1"/>
                </a:ext>
              </a:extLst>
            </p:cNvPr>
            <p:cNvCxnSpPr>
              <a:cxnSpLocks/>
            </p:cNvCxnSpPr>
            <p:nvPr/>
          </p:nvCxnSpPr>
          <p:spPr>
            <a:xfrm>
              <a:off x="1911244" y="3259777"/>
              <a:ext cx="2731538" cy="0"/>
            </a:xfrm>
            <a:prstGeom prst="line">
              <a:avLst/>
            </a:prstGeom>
            <a:ln w="9525">
              <a:solidFill>
                <a:schemeClr val="accent6">
                  <a:lumMod val="90000"/>
                </a:schemeClr>
              </a:solidFill>
            </a:ln>
          </p:spPr>
          <p:style>
            <a:lnRef idx="2">
              <a:schemeClr val="accent1"/>
            </a:lnRef>
            <a:fillRef idx="0">
              <a:schemeClr val="accent1"/>
            </a:fillRef>
            <a:effectRef idx="1">
              <a:schemeClr val="accent1"/>
            </a:effectRef>
            <a:fontRef idx="minor">
              <a:schemeClr val="tx1"/>
            </a:fontRef>
          </p:style>
        </p:cxnSp>
        <p:sp>
          <p:nvSpPr>
            <p:cNvPr id="65" name="Swatch 10, 1">
              <a:extLst>
                <a:ext uri="{FF2B5EF4-FFF2-40B4-BE49-F238E27FC236}">
                  <a16:creationId xmlns:a16="http://schemas.microsoft.com/office/drawing/2014/main" id="{6867F4B7-3387-801A-C700-576D7E25D690}"/>
                </a:ext>
              </a:extLst>
            </p:cNvPr>
            <p:cNvSpPr/>
            <p:nvPr/>
          </p:nvSpPr>
          <p:spPr>
            <a:xfrm>
              <a:off x="4417930"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67" name="Swatch 10, 2">
              <a:extLst>
                <a:ext uri="{FF2B5EF4-FFF2-40B4-BE49-F238E27FC236}">
                  <a16:creationId xmlns:a16="http://schemas.microsoft.com/office/drawing/2014/main" id="{743F1C58-30D8-57E7-D7B7-BD29DCCFB11C}"/>
                </a:ext>
              </a:extLst>
            </p:cNvPr>
            <p:cNvSpPr/>
            <p:nvPr/>
          </p:nvSpPr>
          <p:spPr>
            <a:xfrm>
              <a:off x="4417930" y="3885206"/>
              <a:ext cx="217855" cy="217855"/>
            </a:xfrm>
            <a:prstGeom prst="rect">
              <a:avLst/>
            </a:prstGeom>
            <a:solidFill>
              <a:srgbClr val="D9D9D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68" name="Swatch 10, 3">
              <a:extLst>
                <a:ext uri="{FF2B5EF4-FFF2-40B4-BE49-F238E27FC236}">
                  <a16:creationId xmlns:a16="http://schemas.microsoft.com/office/drawing/2014/main" id="{BC932F4C-BE44-64E9-538D-8BC1B037958C}"/>
                </a:ext>
              </a:extLst>
            </p:cNvPr>
            <p:cNvSpPr/>
            <p:nvPr/>
          </p:nvSpPr>
          <p:spPr>
            <a:xfrm>
              <a:off x="4417930" y="4164767"/>
              <a:ext cx="217855" cy="217855"/>
            </a:xfrm>
            <a:prstGeom prst="rect">
              <a:avLst/>
            </a:prstGeom>
            <a:solidFill>
              <a:srgbClr val="E3E3E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72" name="Swatch 10, 4">
              <a:extLst>
                <a:ext uri="{FF2B5EF4-FFF2-40B4-BE49-F238E27FC236}">
                  <a16:creationId xmlns:a16="http://schemas.microsoft.com/office/drawing/2014/main" id="{89597159-F1F3-2B22-9FEF-F25122830875}"/>
                </a:ext>
              </a:extLst>
            </p:cNvPr>
            <p:cNvSpPr/>
            <p:nvPr/>
          </p:nvSpPr>
          <p:spPr>
            <a:xfrm>
              <a:off x="4417930" y="4445395"/>
              <a:ext cx="217855" cy="217855"/>
            </a:xfrm>
            <a:prstGeom prst="rect">
              <a:avLst/>
            </a:prstGeom>
            <a:solidFill>
              <a:srgbClr val="ECECEB"/>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10" name="Swatch 10, 5">
              <a:extLst>
                <a:ext uri="{FF2B5EF4-FFF2-40B4-BE49-F238E27FC236}">
                  <a16:creationId xmlns:a16="http://schemas.microsoft.com/office/drawing/2014/main" id="{00D3A718-5595-8EFA-763D-6486444921C8}"/>
                </a:ext>
              </a:extLst>
            </p:cNvPr>
            <p:cNvSpPr/>
            <p:nvPr/>
          </p:nvSpPr>
          <p:spPr>
            <a:xfrm>
              <a:off x="4417930" y="4726020"/>
              <a:ext cx="217855" cy="217855"/>
            </a:xfrm>
            <a:prstGeom prst="rect">
              <a:avLst/>
            </a:prstGeom>
            <a:solidFill>
              <a:srgbClr val="F6F6F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12" name="Swatch 10, 1">
              <a:extLst>
                <a:ext uri="{FF2B5EF4-FFF2-40B4-BE49-F238E27FC236}">
                  <a16:creationId xmlns:a16="http://schemas.microsoft.com/office/drawing/2014/main" id="{166CA97D-54B5-E74D-1FAE-8AE72052883B}"/>
                </a:ext>
              </a:extLst>
            </p:cNvPr>
            <p:cNvSpPr/>
            <p:nvPr/>
          </p:nvSpPr>
          <p:spPr>
            <a:xfrm>
              <a:off x="4417930" y="1746653"/>
              <a:ext cx="217855" cy="217856"/>
            </a:xfrm>
            <a:prstGeom prst="rect">
              <a:avLst/>
            </a:prstGeom>
            <a:solidFill>
              <a:schemeClr val="accent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solidFill>
                    <a:schemeClr val="tx1"/>
                  </a:solidFill>
                </a:rPr>
                <a:t>10</a:t>
              </a:r>
            </a:p>
          </p:txBody>
        </p:sp>
        <p:sp>
          <p:nvSpPr>
            <p:cNvPr id="115" name="Swatch 10, 2">
              <a:extLst>
                <a:ext uri="{FF2B5EF4-FFF2-40B4-BE49-F238E27FC236}">
                  <a16:creationId xmlns:a16="http://schemas.microsoft.com/office/drawing/2014/main" id="{9A38F691-82A5-B9EE-2382-9025EFA1FB2A}"/>
                </a:ext>
              </a:extLst>
            </p:cNvPr>
            <p:cNvSpPr/>
            <p:nvPr/>
          </p:nvSpPr>
          <p:spPr>
            <a:xfrm>
              <a:off x="4417930" y="2008080"/>
              <a:ext cx="217855" cy="217856"/>
            </a:xfrm>
            <a:prstGeom prst="rect">
              <a:avLst/>
            </a:prstGeom>
            <a:solidFill>
              <a:schemeClr val="accent6">
                <a:lumMod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16" name="Swatch 10, 3">
              <a:extLst>
                <a:ext uri="{FF2B5EF4-FFF2-40B4-BE49-F238E27FC236}">
                  <a16:creationId xmlns:a16="http://schemas.microsoft.com/office/drawing/2014/main" id="{BA791EC5-BF62-D3FA-17C0-349C9AF2CF66}"/>
                </a:ext>
              </a:extLst>
            </p:cNvPr>
            <p:cNvSpPr/>
            <p:nvPr/>
          </p:nvSpPr>
          <p:spPr>
            <a:xfrm>
              <a:off x="4417930" y="2225935"/>
              <a:ext cx="217855" cy="217856"/>
            </a:xfrm>
            <a:prstGeom prst="rect">
              <a:avLst/>
            </a:prstGeom>
            <a:solidFill>
              <a:schemeClr val="accent6">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17" name="Swatch 10, 4">
              <a:extLst>
                <a:ext uri="{FF2B5EF4-FFF2-40B4-BE49-F238E27FC236}">
                  <a16:creationId xmlns:a16="http://schemas.microsoft.com/office/drawing/2014/main" id="{F14BDC45-1795-6B87-4038-3371770BC5DC}"/>
                </a:ext>
              </a:extLst>
            </p:cNvPr>
            <p:cNvSpPr/>
            <p:nvPr/>
          </p:nvSpPr>
          <p:spPr>
            <a:xfrm>
              <a:off x="4417930" y="2443791"/>
              <a:ext cx="217855" cy="217856"/>
            </a:xfrm>
            <a:prstGeom prst="rect">
              <a:avLst/>
            </a:prstGeom>
            <a:solidFill>
              <a:schemeClr val="accent6">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18" name="Swatch 10, 5">
              <a:extLst>
                <a:ext uri="{FF2B5EF4-FFF2-40B4-BE49-F238E27FC236}">
                  <a16:creationId xmlns:a16="http://schemas.microsoft.com/office/drawing/2014/main" id="{C211B1B2-013D-2632-17F5-4DE357F15D52}"/>
                </a:ext>
              </a:extLst>
            </p:cNvPr>
            <p:cNvSpPr/>
            <p:nvPr/>
          </p:nvSpPr>
          <p:spPr>
            <a:xfrm>
              <a:off x="4417930" y="2661647"/>
              <a:ext cx="217855" cy="217856"/>
            </a:xfrm>
            <a:prstGeom prst="rect">
              <a:avLst/>
            </a:prstGeom>
            <a:solidFill>
              <a:schemeClr val="accent6">
                <a:lumMod val="2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28" name="Swatch 10, 6">
              <a:extLst>
                <a:ext uri="{FF2B5EF4-FFF2-40B4-BE49-F238E27FC236}">
                  <a16:creationId xmlns:a16="http://schemas.microsoft.com/office/drawing/2014/main" id="{AFCE5521-0C33-A35C-8878-4D5776435112}"/>
                </a:ext>
              </a:extLst>
            </p:cNvPr>
            <p:cNvSpPr/>
            <p:nvPr/>
          </p:nvSpPr>
          <p:spPr>
            <a:xfrm>
              <a:off x="4417930" y="2878353"/>
              <a:ext cx="217855" cy="217856"/>
            </a:xfrm>
            <a:prstGeom prst="rect">
              <a:avLst/>
            </a:prstGeom>
            <a:solidFill>
              <a:schemeClr val="accent6">
                <a:lumMod val="1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29" name="Swatch 3, 1">
              <a:extLst>
                <a:ext uri="{FF2B5EF4-FFF2-40B4-BE49-F238E27FC236}">
                  <a16:creationId xmlns:a16="http://schemas.microsoft.com/office/drawing/2014/main" id="{6BB9651C-0309-DEF2-B02C-EA452F47E823}"/>
                </a:ext>
              </a:extLst>
            </p:cNvPr>
            <p:cNvSpPr/>
            <p:nvPr/>
          </p:nvSpPr>
          <p:spPr>
            <a:xfrm>
              <a:off x="2497965" y="3606709"/>
              <a:ext cx="217855" cy="217855"/>
            </a:xfrm>
            <a:prstGeom prst="rect">
              <a:avLst/>
            </a:prstGeom>
            <a:solidFill>
              <a:srgbClr val="B81F2D"/>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141" name="Swatch 3, 2">
              <a:extLst>
                <a:ext uri="{FF2B5EF4-FFF2-40B4-BE49-F238E27FC236}">
                  <a16:creationId xmlns:a16="http://schemas.microsoft.com/office/drawing/2014/main" id="{7438B7CA-035E-BC51-0692-1E8AB563A02D}"/>
                </a:ext>
              </a:extLst>
            </p:cNvPr>
            <p:cNvSpPr/>
            <p:nvPr/>
          </p:nvSpPr>
          <p:spPr>
            <a:xfrm>
              <a:off x="2497965" y="3885206"/>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43" name="Swatch 8, 1">
              <a:extLst>
                <a:ext uri="{FF2B5EF4-FFF2-40B4-BE49-F238E27FC236}">
                  <a16:creationId xmlns:a16="http://schemas.microsoft.com/office/drawing/2014/main" id="{177CDD82-79C4-C231-65DB-6C24D700D795}"/>
                </a:ext>
              </a:extLst>
            </p:cNvPr>
            <p:cNvSpPr/>
            <p:nvPr/>
          </p:nvSpPr>
          <p:spPr>
            <a:xfrm>
              <a:off x="2496900" y="4163703"/>
              <a:ext cx="219985" cy="219985"/>
            </a:xfrm>
            <a:prstGeom prst="rect">
              <a:avLst/>
            </a:prstGeom>
            <a:solidFill>
              <a:srgbClr val="05819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500"/>
            </a:p>
          </p:txBody>
        </p:sp>
        <p:sp>
          <p:nvSpPr>
            <p:cNvPr id="144" name="Swatch 8, 1">
              <a:extLst>
                <a:ext uri="{FF2B5EF4-FFF2-40B4-BE49-F238E27FC236}">
                  <a16:creationId xmlns:a16="http://schemas.microsoft.com/office/drawing/2014/main" id="{C62146C4-CEED-1740-7CC2-748D93C44DB2}"/>
                </a:ext>
              </a:extLst>
            </p:cNvPr>
            <p:cNvSpPr/>
            <p:nvPr/>
          </p:nvSpPr>
          <p:spPr>
            <a:xfrm>
              <a:off x="2496900" y="4444330"/>
              <a:ext cx="219985" cy="219985"/>
            </a:xfrm>
            <a:prstGeom prst="rect">
              <a:avLst/>
            </a:prstGeom>
            <a:solidFill>
              <a:srgbClr val="06C7C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500"/>
            </a:p>
          </p:txBody>
        </p:sp>
        <p:sp>
          <p:nvSpPr>
            <p:cNvPr id="145" name="Swatch 8, 1">
              <a:extLst>
                <a:ext uri="{FF2B5EF4-FFF2-40B4-BE49-F238E27FC236}">
                  <a16:creationId xmlns:a16="http://schemas.microsoft.com/office/drawing/2014/main" id="{6B84C1C0-C276-A3E1-15AD-7EABF32ADA48}"/>
                </a:ext>
              </a:extLst>
            </p:cNvPr>
            <p:cNvSpPr/>
            <p:nvPr/>
          </p:nvSpPr>
          <p:spPr>
            <a:xfrm>
              <a:off x="2496900" y="4724955"/>
              <a:ext cx="219985" cy="219985"/>
            </a:xfrm>
            <a:prstGeom prst="rect">
              <a:avLst/>
            </a:prstGeom>
            <a:solidFill>
              <a:srgbClr val="26EFE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500">
                <a:solidFill>
                  <a:schemeClr val="tx1"/>
                </a:solidFill>
              </a:endParaRPr>
            </a:p>
          </p:txBody>
        </p:sp>
        <p:sp>
          <p:nvSpPr>
            <p:cNvPr id="153" name="Swatch 1, 1">
              <a:extLst>
                <a:ext uri="{FF2B5EF4-FFF2-40B4-BE49-F238E27FC236}">
                  <a16:creationId xmlns:a16="http://schemas.microsoft.com/office/drawing/2014/main" id="{E5153491-F083-FA23-EC3E-FC8CDEA2C6DF}"/>
                </a:ext>
              </a:extLst>
            </p:cNvPr>
            <p:cNvSpPr/>
            <p:nvPr/>
          </p:nvSpPr>
          <p:spPr>
            <a:xfrm>
              <a:off x="2497965" y="1746653"/>
              <a:ext cx="217855" cy="217855"/>
            </a:xfrm>
            <a:prstGeom prst="rect">
              <a:avLst/>
            </a:prstGeom>
            <a:solidFill>
              <a:schemeClr val="bg2"/>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solidFill>
                    <a:schemeClr val="tx1"/>
                  </a:solidFill>
                </a:rPr>
                <a:t>3</a:t>
              </a:r>
            </a:p>
          </p:txBody>
        </p:sp>
        <p:sp>
          <p:nvSpPr>
            <p:cNvPr id="154" name="Swatch 1, 2">
              <a:extLst>
                <a:ext uri="{FF2B5EF4-FFF2-40B4-BE49-F238E27FC236}">
                  <a16:creationId xmlns:a16="http://schemas.microsoft.com/office/drawing/2014/main" id="{85995251-519F-5542-2E64-903FA89CA09D}"/>
                </a:ext>
              </a:extLst>
            </p:cNvPr>
            <p:cNvSpPr/>
            <p:nvPr/>
          </p:nvSpPr>
          <p:spPr>
            <a:xfrm>
              <a:off x="2497965" y="2008081"/>
              <a:ext cx="217855" cy="217855"/>
            </a:xfrm>
            <a:prstGeom prst="rect">
              <a:avLst/>
            </a:prstGeom>
            <a:solidFill>
              <a:schemeClr val="bg2">
                <a:lumMod val="9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55" name="Swatch 1, 3">
              <a:extLst>
                <a:ext uri="{FF2B5EF4-FFF2-40B4-BE49-F238E27FC236}">
                  <a16:creationId xmlns:a16="http://schemas.microsoft.com/office/drawing/2014/main" id="{8C2EBC27-C269-74FB-3AF8-AA9D0FE4D0A1}"/>
                </a:ext>
              </a:extLst>
            </p:cNvPr>
            <p:cNvSpPr/>
            <p:nvPr/>
          </p:nvSpPr>
          <p:spPr>
            <a:xfrm>
              <a:off x="2497965" y="2225936"/>
              <a:ext cx="217855" cy="217855"/>
            </a:xfrm>
            <a:prstGeom prst="rect">
              <a:avLst/>
            </a:prstGeom>
            <a:solidFill>
              <a:schemeClr val="bg2">
                <a:lumMod val="8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56" name="Swatch 1, 4">
              <a:extLst>
                <a:ext uri="{FF2B5EF4-FFF2-40B4-BE49-F238E27FC236}">
                  <a16:creationId xmlns:a16="http://schemas.microsoft.com/office/drawing/2014/main" id="{F8CFC6A5-8602-ECE2-408F-6026733A49B9}"/>
                </a:ext>
              </a:extLst>
            </p:cNvPr>
            <p:cNvSpPr/>
            <p:nvPr/>
          </p:nvSpPr>
          <p:spPr>
            <a:xfrm>
              <a:off x="2497965" y="2443791"/>
              <a:ext cx="217855" cy="217855"/>
            </a:xfrm>
            <a:prstGeom prst="rect">
              <a:avLst/>
            </a:prstGeom>
            <a:solidFill>
              <a:schemeClr val="bg2">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57" name="Swatch 1, 5">
              <a:extLst>
                <a:ext uri="{FF2B5EF4-FFF2-40B4-BE49-F238E27FC236}">
                  <a16:creationId xmlns:a16="http://schemas.microsoft.com/office/drawing/2014/main" id="{E9814533-706F-1A6F-DAF9-328668DA2235}"/>
                </a:ext>
              </a:extLst>
            </p:cNvPr>
            <p:cNvSpPr/>
            <p:nvPr/>
          </p:nvSpPr>
          <p:spPr>
            <a:xfrm>
              <a:off x="2497965" y="2661647"/>
              <a:ext cx="217855" cy="217855"/>
            </a:xfrm>
            <a:prstGeom prst="rect">
              <a:avLst/>
            </a:prstGeom>
            <a:solidFill>
              <a:schemeClr val="bg2">
                <a:lumMod val="6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58" name="Swatch 1, 6">
              <a:extLst>
                <a:ext uri="{FF2B5EF4-FFF2-40B4-BE49-F238E27FC236}">
                  <a16:creationId xmlns:a16="http://schemas.microsoft.com/office/drawing/2014/main" id="{A3C29DBF-1A49-A996-023B-749CF8650712}"/>
                </a:ext>
              </a:extLst>
            </p:cNvPr>
            <p:cNvSpPr/>
            <p:nvPr/>
          </p:nvSpPr>
          <p:spPr>
            <a:xfrm>
              <a:off x="2497965" y="2878354"/>
              <a:ext cx="217855" cy="217855"/>
            </a:xfrm>
            <a:prstGeom prst="rect">
              <a:avLst/>
            </a:prstGeom>
            <a:solidFill>
              <a:schemeClr val="bg2">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70" name="Swatch 1, 1">
              <a:extLst>
                <a:ext uri="{FF2B5EF4-FFF2-40B4-BE49-F238E27FC236}">
                  <a16:creationId xmlns:a16="http://schemas.microsoft.com/office/drawing/2014/main" id="{ADE1E280-27E7-1B42-3D58-1F7CD2B1BB80}"/>
                </a:ext>
              </a:extLst>
            </p:cNvPr>
            <p:cNvSpPr/>
            <p:nvPr/>
          </p:nvSpPr>
          <p:spPr>
            <a:xfrm>
              <a:off x="1949403" y="3606709"/>
              <a:ext cx="217855" cy="217855"/>
            </a:xfrm>
            <a:prstGeom prst="rect">
              <a:avLst/>
            </a:prstGeom>
            <a:solidFill>
              <a:srgbClr val="2DB81F"/>
            </a:solidFill>
            <a:ln w="9525"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1" name="Swatch 1, 2">
              <a:extLst>
                <a:ext uri="{FF2B5EF4-FFF2-40B4-BE49-F238E27FC236}">
                  <a16:creationId xmlns:a16="http://schemas.microsoft.com/office/drawing/2014/main" id="{BF38EC8A-35A1-7C31-E38D-8B8225232D4E}"/>
                </a:ext>
              </a:extLst>
            </p:cNvPr>
            <p:cNvSpPr/>
            <p:nvPr/>
          </p:nvSpPr>
          <p:spPr>
            <a:xfrm>
              <a:off x="1949403" y="3885206"/>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2" name="Swatch 9, 1">
              <a:extLst>
                <a:ext uri="{FF2B5EF4-FFF2-40B4-BE49-F238E27FC236}">
                  <a16:creationId xmlns:a16="http://schemas.microsoft.com/office/drawing/2014/main" id="{1D19B40E-1086-B0C8-76A0-EFBD89303254}"/>
                </a:ext>
              </a:extLst>
            </p:cNvPr>
            <p:cNvSpPr/>
            <p:nvPr/>
          </p:nvSpPr>
          <p:spPr>
            <a:xfrm>
              <a:off x="1949403" y="4164767"/>
              <a:ext cx="217855" cy="217855"/>
            </a:xfrm>
            <a:prstGeom prst="rect">
              <a:avLst/>
            </a:prstGeom>
            <a:solidFill>
              <a:srgbClr val="2E308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73" name="Swatch 9, 1">
              <a:extLst>
                <a:ext uri="{FF2B5EF4-FFF2-40B4-BE49-F238E27FC236}">
                  <a16:creationId xmlns:a16="http://schemas.microsoft.com/office/drawing/2014/main" id="{B1FE1C40-0460-563C-4CCA-5DFAE406F134}"/>
                </a:ext>
              </a:extLst>
            </p:cNvPr>
            <p:cNvSpPr/>
            <p:nvPr/>
          </p:nvSpPr>
          <p:spPr>
            <a:xfrm>
              <a:off x="1949403" y="4445395"/>
              <a:ext cx="217855" cy="217855"/>
            </a:xfrm>
            <a:prstGeom prst="rect">
              <a:avLst/>
            </a:prstGeom>
            <a:solidFill>
              <a:srgbClr val="7373D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74" name="Swatch 9, 1">
              <a:extLst>
                <a:ext uri="{FF2B5EF4-FFF2-40B4-BE49-F238E27FC236}">
                  <a16:creationId xmlns:a16="http://schemas.microsoft.com/office/drawing/2014/main" id="{59BC6401-7855-358B-DF7C-713245A62E18}"/>
                </a:ext>
              </a:extLst>
            </p:cNvPr>
            <p:cNvSpPr/>
            <p:nvPr/>
          </p:nvSpPr>
          <p:spPr>
            <a:xfrm>
              <a:off x="1949403" y="4726020"/>
              <a:ext cx="217855" cy="217855"/>
            </a:xfrm>
            <a:prstGeom prst="rect">
              <a:avLst/>
            </a:prstGeom>
            <a:solidFill>
              <a:srgbClr val="85A0F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5" name="Swatch 1, 1">
              <a:extLst>
                <a:ext uri="{FF2B5EF4-FFF2-40B4-BE49-F238E27FC236}">
                  <a16:creationId xmlns:a16="http://schemas.microsoft.com/office/drawing/2014/main" id="{D4AE0F5A-7878-AA95-92CA-F57DE3076F83}"/>
                </a:ext>
              </a:extLst>
            </p:cNvPr>
            <p:cNvSpPr/>
            <p:nvPr/>
          </p:nvSpPr>
          <p:spPr>
            <a:xfrm>
              <a:off x="1949403" y="1746653"/>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solidFill>
                    <a:schemeClr val="tx1"/>
                  </a:solidFill>
                </a:rPr>
                <a:t>1</a:t>
              </a:r>
            </a:p>
          </p:txBody>
        </p:sp>
        <p:sp>
          <p:nvSpPr>
            <p:cNvPr id="176" name="Swatch 1, 2">
              <a:extLst>
                <a:ext uri="{FF2B5EF4-FFF2-40B4-BE49-F238E27FC236}">
                  <a16:creationId xmlns:a16="http://schemas.microsoft.com/office/drawing/2014/main" id="{AA2AD1E2-9700-7D79-B5B0-1E1A545DF4FA}"/>
                </a:ext>
              </a:extLst>
            </p:cNvPr>
            <p:cNvSpPr/>
            <p:nvPr/>
          </p:nvSpPr>
          <p:spPr>
            <a:xfrm>
              <a:off x="1949403" y="2008081"/>
              <a:ext cx="217855" cy="217856"/>
            </a:xfrm>
            <a:prstGeom prst="rect">
              <a:avLst/>
            </a:prstGeom>
            <a:solidFill>
              <a:schemeClr val="bg1">
                <a:lumMod val="9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7" name="Swatch 1, 3">
              <a:extLst>
                <a:ext uri="{FF2B5EF4-FFF2-40B4-BE49-F238E27FC236}">
                  <a16:creationId xmlns:a16="http://schemas.microsoft.com/office/drawing/2014/main" id="{83554E18-9CCE-D07A-65AA-947B87FA64B5}"/>
                </a:ext>
              </a:extLst>
            </p:cNvPr>
            <p:cNvSpPr/>
            <p:nvPr/>
          </p:nvSpPr>
          <p:spPr>
            <a:xfrm>
              <a:off x="1949403" y="2225937"/>
              <a:ext cx="217855" cy="217856"/>
            </a:xfrm>
            <a:prstGeom prst="rect">
              <a:avLst/>
            </a:prstGeom>
            <a:solidFill>
              <a:schemeClr val="bg1">
                <a:lumMod val="8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8" name="Swatch 1, 4">
              <a:extLst>
                <a:ext uri="{FF2B5EF4-FFF2-40B4-BE49-F238E27FC236}">
                  <a16:creationId xmlns:a16="http://schemas.microsoft.com/office/drawing/2014/main" id="{CF3F5C07-F898-C153-B612-98774A47CDD0}"/>
                </a:ext>
              </a:extLst>
            </p:cNvPr>
            <p:cNvSpPr/>
            <p:nvPr/>
          </p:nvSpPr>
          <p:spPr>
            <a:xfrm>
              <a:off x="1949403" y="2443792"/>
              <a:ext cx="217855" cy="217856"/>
            </a:xfrm>
            <a:prstGeom prst="rect">
              <a:avLst/>
            </a:prstGeom>
            <a:solidFill>
              <a:schemeClr val="bg1">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79" name="Swatch 1, 5">
              <a:extLst>
                <a:ext uri="{FF2B5EF4-FFF2-40B4-BE49-F238E27FC236}">
                  <a16:creationId xmlns:a16="http://schemas.microsoft.com/office/drawing/2014/main" id="{3B14C2D8-A2C3-5AEF-6112-D653FCB89BBE}"/>
                </a:ext>
              </a:extLst>
            </p:cNvPr>
            <p:cNvSpPr/>
            <p:nvPr/>
          </p:nvSpPr>
          <p:spPr>
            <a:xfrm>
              <a:off x="1949403" y="2661648"/>
              <a:ext cx="217855" cy="217856"/>
            </a:xfrm>
            <a:prstGeom prst="rect">
              <a:avLst/>
            </a:prstGeom>
            <a:solidFill>
              <a:schemeClr val="bg1">
                <a:lumMod val="6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0" name="Swatch 1, 6">
              <a:extLst>
                <a:ext uri="{FF2B5EF4-FFF2-40B4-BE49-F238E27FC236}">
                  <a16:creationId xmlns:a16="http://schemas.microsoft.com/office/drawing/2014/main" id="{721A5A33-9167-F2D2-33DB-9C1FE6D34808}"/>
                </a:ext>
              </a:extLst>
            </p:cNvPr>
            <p:cNvSpPr/>
            <p:nvPr/>
          </p:nvSpPr>
          <p:spPr>
            <a:xfrm>
              <a:off x="1949403" y="2878353"/>
              <a:ext cx="217855" cy="217856"/>
            </a:xfrm>
            <a:prstGeom prst="rect">
              <a:avLst/>
            </a:prstGeom>
            <a:solidFill>
              <a:schemeClr val="bg1">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81" name="Swatch 9, 1">
              <a:extLst>
                <a:ext uri="{FF2B5EF4-FFF2-40B4-BE49-F238E27FC236}">
                  <a16:creationId xmlns:a16="http://schemas.microsoft.com/office/drawing/2014/main" id="{2E796D95-E12E-E346-EAED-C2569EC164DF}"/>
                </a:ext>
              </a:extLst>
            </p:cNvPr>
            <p:cNvSpPr/>
            <p:nvPr/>
          </p:nvSpPr>
          <p:spPr>
            <a:xfrm>
              <a:off x="4143651"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2" name="Swatch 9, 2">
              <a:extLst>
                <a:ext uri="{FF2B5EF4-FFF2-40B4-BE49-F238E27FC236}">
                  <a16:creationId xmlns:a16="http://schemas.microsoft.com/office/drawing/2014/main" id="{01200F18-3ED5-C37A-51B3-39CA3C03FEDC}"/>
                </a:ext>
              </a:extLst>
            </p:cNvPr>
            <p:cNvSpPr/>
            <p:nvPr/>
          </p:nvSpPr>
          <p:spPr>
            <a:xfrm>
              <a:off x="4143651" y="3885206"/>
              <a:ext cx="217855" cy="217855"/>
            </a:xfrm>
            <a:prstGeom prst="rect">
              <a:avLst/>
            </a:prstGeom>
            <a:solidFill>
              <a:srgbClr val="5859A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183" name="Swatch 9, 3">
              <a:extLst>
                <a:ext uri="{FF2B5EF4-FFF2-40B4-BE49-F238E27FC236}">
                  <a16:creationId xmlns:a16="http://schemas.microsoft.com/office/drawing/2014/main" id="{5501E46B-7DC3-A8F1-DCE5-A4E10FF39476}"/>
                </a:ext>
              </a:extLst>
            </p:cNvPr>
            <p:cNvSpPr/>
            <p:nvPr/>
          </p:nvSpPr>
          <p:spPr>
            <a:xfrm>
              <a:off x="4143651" y="4164767"/>
              <a:ext cx="217855" cy="217855"/>
            </a:xfrm>
            <a:prstGeom prst="rect">
              <a:avLst/>
            </a:prstGeom>
            <a:solidFill>
              <a:srgbClr val="8283B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184" name="Swatch 9, 4">
              <a:extLst>
                <a:ext uri="{FF2B5EF4-FFF2-40B4-BE49-F238E27FC236}">
                  <a16:creationId xmlns:a16="http://schemas.microsoft.com/office/drawing/2014/main" id="{18B33CAC-5B2D-2B8C-B1D7-9794527FDC54}"/>
                </a:ext>
              </a:extLst>
            </p:cNvPr>
            <p:cNvSpPr/>
            <p:nvPr/>
          </p:nvSpPr>
          <p:spPr>
            <a:xfrm>
              <a:off x="4143651" y="4445395"/>
              <a:ext cx="217855" cy="217855"/>
            </a:xfrm>
            <a:prstGeom prst="rect">
              <a:avLst/>
            </a:prstGeom>
            <a:solidFill>
              <a:srgbClr val="ABACD3"/>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5" name="Swatch 9, 5">
              <a:extLst>
                <a:ext uri="{FF2B5EF4-FFF2-40B4-BE49-F238E27FC236}">
                  <a16:creationId xmlns:a16="http://schemas.microsoft.com/office/drawing/2014/main" id="{242C9DE3-E2E9-B5FD-6269-16B6AAA1D1E0}"/>
                </a:ext>
              </a:extLst>
            </p:cNvPr>
            <p:cNvSpPr/>
            <p:nvPr/>
          </p:nvSpPr>
          <p:spPr>
            <a:xfrm>
              <a:off x="4143651" y="4726020"/>
              <a:ext cx="217855" cy="217855"/>
            </a:xfrm>
            <a:prstGeom prst="rect">
              <a:avLst/>
            </a:prstGeom>
            <a:solidFill>
              <a:srgbClr val="D5D6E9"/>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6" name="Swatch 9, 1">
              <a:extLst>
                <a:ext uri="{FF2B5EF4-FFF2-40B4-BE49-F238E27FC236}">
                  <a16:creationId xmlns:a16="http://schemas.microsoft.com/office/drawing/2014/main" id="{69209F0F-2F75-81E4-4E0C-251ADA50B92F}"/>
                </a:ext>
              </a:extLst>
            </p:cNvPr>
            <p:cNvSpPr/>
            <p:nvPr/>
          </p:nvSpPr>
          <p:spPr>
            <a:xfrm>
              <a:off x="4143651" y="1746653"/>
              <a:ext cx="217855" cy="217856"/>
            </a:xfrm>
            <a:prstGeom prst="rect">
              <a:avLst/>
            </a:prstGeom>
            <a:solidFill>
              <a:schemeClr val="accent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t>9</a:t>
              </a:r>
            </a:p>
          </p:txBody>
        </p:sp>
        <p:sp>
          <p:nvSpPr>
            <p:cNvPr id="187" name="Swatch 9, 2">
              <a:extLst>
                <a:ext uri="{FF2B5EF4-FFF2-40B4-BE49-F238E27FC236}">
                  <a16:creationId xmlns:a16="http://schemas.microsoft.com/office/drawing/2014/main" id="{F05EEEA4-89B4-3616-0046-86A2D1C386BC}"/>
                </a:ext>
              </a:extLst>
            </p:cNvPr>
            <p:cNvSpPr/>
            <p:nvPr/>
          </p:nvSpPr>
          <p:spPr>
            <a:xfrm>
              <a:off x="4143651" y="2008080"/>
              <a:ext cx="217855" cy="217856"/>
            </a:xfrm>
            <a:prstGeom prst="rect">
              <a:avLst/>
            </a:prstGeom>
            <a:solidFill>
              <a:schemeClr val="accent5">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8" name="Swatch 9, 3">
              <a:extLst>
                <a:ext uri="{FF2B5EF4-FFF2-40B4-BE49-F238E27FC236}">
                  <a16:creationId xmlns:a16="http://schemas.microsoft.com/office/drawing/2014/main" id="{923F046F-E18F-8FD6-2055-D0547901DD31}"/>
                </a:ext>
              </a:extLst>
            </p:cNvPr>
            <p:cNvSpPr/>
            <p:nvPr/>
          </p:nvSpPr>
          <p:spPr>
            <a:xfrm>
              <a:off x="4143651" y="2225935"/>
              <a:ext cx="217855" cy="217856"/>
            </a:xfrm>
            <a:prstGeom prst="rect">
              <a:avLst/>
            </a:prstGeom>
            <a:solidFill>
              <a:schemeClr val="accent5">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89" name="Swatch 9, 4">
              <a:extLst>
                <a:ext uri="{FF2B5EF4-FFF2-40B4-BE49-F238E27FC236}">
                  <a16:creationId xmlns:a16="http://schemas.microsoft.com/office/drawing/2014/main" id="{CB46AC01-6270-5252-806E-03133A75E83C}"/>
                </a:ext>
              </a:extLst>
            </p:cNvPr>
            <p:cNvSpPr/>
            <p:nvPr/>
          </p:nvSpPr>
          <p:spPr>
            <a:xfrm>
              <a:off x="4143651" y="2443791"/>
              <a:ext cx="217855" cy="217856"/>
            </a:xfrm>
            <a:prstGeom prst="rect">
              <a:avLst/>
            </a:prstGeom>
            <a:solidFill>
              <a:schemeClr val="accent5">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90" name="Swatch 9, 5">
              <a:extLst>
                <a:ext uri="{FF2B5EF4-FFF2-40B4-BE49-F238E27FC236}">
                  <a16:creationId xmlns:a16="http://schemas.microsoft.com/office/drawing/2014/main" id="{989F8A1B-2FC8-842E-A1A9-1C568FB8F81B}"/>
                </a:ext>
              </a:extLst>
            </p:cNvPr>
            <p:cNvSpPr/>
            <p:nvPr/>
          </p:nvSpPr>
          <p:spPr>
            <a:xfrm>
              <a:off x="4143651" y="2661647"/>
              <a:ext cx="217855" cy="217856"/>
            </a:xfrm>
            <a:prstGeom prst="rect">
              <a:avLst/>
            </a:prstGeom>
            <a:solidFill>
              <a:schemeClr val="accent5">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91" name="Swatch 9, 6">
              <a:extLst>
                <a:ext uri="{FF2B5EF4-FFF2-40B4-BE49-F238E27FC236}">
                  <a16:creationId xmlns:a16="http://schemas.microsoft.com/office/drawing/2014/main" id="{9655685F-BF2E-093D-7B80-C1EC291B8D78}"/>
                </a:ext>
              </a:extLst>
            </p:cNvPr>
            <p:cNvSpPr/>
            <p:nvPr/>
          </p:nvSpPr>
          <p:spPr>
            <a:xfrm>
              <a:off x="4143651" y="2878353"/>
              <a:ext cx="217855" cy="217856"/>
            </a:xfrm>
            <a:prstGeom prst="rect">
              <a:avLst/>
            </a:prstGeom>
            <a:solidFill>
              <a:schemeClr val="accent5">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192" name="Multiply 191">
              <a:extLst>
                <a:ext uri="{FF2B5EF4-FFF2-40B4-BE49-F238E27FC236}">
                  <a16:creationId xmlns:a16="http://schemas.microsoft.com/office/drawing/2014/main" id="{A2C44B75-1FED-355B-A812-A608C07FB648}"/>
                </a:ext>
              </a:extLst>
            </p:cNvPr>
            <p:cNvSpPr/>
            <p:nvPr/>
          </p:nvSpPr>
          <p:spPr>
            <a:xfrm>
              <a:off x="4102536"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Multiply 192">
              <a:extLst>
                <a:ext uri="{FF2B5EF4-FFF2-40B4-BE49-F238E27FC236}">
                  <a16:creationId xmlns:a16="http://schemas.microsoft.com/office/drawing/2014/main" id="{A30D9A26-B702-13B7-5949-96A2150DF87C}"/>
                </a:ext>
              </a:extLst>
            </p:cNvPr>
            <p:cNvSpPr/>
            <p:nvPr/>
          </p:nvSpPr>
          <p:spPr>
            <a:xfrm>
              <a:off x="4102536"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4" name="Multiply 193">
              <a:extLst>
                <a:ext uri="{FF2B5EF4-FFF2-40B4-BE49-F238E27FC236}">
                  <a16:creationId xmlns:a16="http://schemas.microsoft.com/office/drawing/2014/main" id="{2395678B-770C-AEB0-22D6-9264E1756271}"/>
                </a:ext>
              </a:extLst>
            </p:cNvPr>
            <p:cNvSpPr/>
            <p:nvPr/>
          </p:nvSpPr>
          <p:spPr>
            <a:xfrm>
              <a:off x="4102536"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5" name="Multiply 194">
              <a:extLst>
                <a:ext uri="{FF2B5EF4-FFF2-40B4-BE49-F238E27FC236}">
                  <a16:creationId xmlns:a16="http://schemas.microsoft.com/office/drawing/2014/main" id="{47B2F720-2139-1BCC-9FBC-61057175B4F7}"/>
                </a:ext>
              </a:extLst>
            </p:cNvPr>
            <p:cNvSpPr/>
            <p:nvPr/>
          </p:nvSpPr>
          <p:spPr>
            <a:xfrm>
              <a:off x="4102536"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6" name="Multiply 195">
              <a:extLst>
                <a:ext uri="{FF2B5EF4-FFF2-40B4-BE49-F238E27FC236}">
                  <a16:creationId xmlns:a16="http://schemas.microsoft.com/office/drawing/2014/main" id="{365B0ED5-5490-7AF0-61F8-8C114368C39F}"/>
                </a:ext>
              </a:extLst>
            </p:cNvPr>
            <p:cNvSpPr/>
            <p:nvPr/>
          </p:nvSpPr>
          <p:spPr>
            <a:xfrm>
              <a:off x="4102536"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Swatch 8, 1">
              <a:extLst>
                <a:ext uri="{FF2B5EF4-FFF2-40B4-BE49-F238E27FC236}">
                  <a16:creationId xmlns:a16="http://schemas.microsoft.com/office/drawing/2014/main" id="{33CDADD1-29A0-E4F2-36A4-7DD2CE1AC596}"/>
                </a:ext>
              </a:extLst>
            </p:cNvPr>
            <p:cNvSpPr/>
            <p:nvPr/>
          </p:nvSpPr>
          <p:spPr>
            <a:xfrm>
              <a:off x="3869370"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198" name="Swatch 8, 2">
              <a:extLst>
                <a:ext uri="{FF2B5EF4-FFF2-40B4-BE49-F238E27FC236}">
                  <a16:creationId xmlns:a16="http://schemas.microsoft.com/office/drawing/2014/main" id="{854B7605-EDED-C920-D11E-0576CCB3332A}"/>
                </a:ext>
              </a:extLst>
            </p:cNvPr>
            <p:cNvSpPr/>
            <p:nvPr/>
          </p:nvSpPr>
          <p:spPr>
            <a:xfrm>
              <a:off x="3869370" y="3885206"/>
              <a:ext cx="217855" cy="217855"/>
            </a:xfrm>
            <a:prstGeom prst="rect">
              <a:avLst/>
            </a:prstGeom>
            <a:solidFill>
              <a:srgbClr val="4C9A9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199" name="Swatch 8, 3">
              <a:extLst>
                <a:ext uri="{FF2B5EF4-FFF2-40B4-BE49-F238E27FC236}">
                  <a16:creationId xmlns:a16="http://schemas.microsoft.com/office/drawing/2014/main" id="{38967AC8-7A79-087A-9D18-EF0C4DBF55B0}"/>
                </a:ext>
              </a:extLst>
            </p:cNvPr>
            <p:cNvSpPr/>
            <p:nvPr/>
          </p:nvSpPr>
          <p:spPr>
            <a:xfrm>
              <a:off x="3869370" y="4164767"/>
              <a:ext cx="217855" cy="217855"/>
            </a:xfrm>
            <a:prstGeom prst="rect">
              <a:avLst/>
            </a:prstGeom>
            <a:solidFill>
              <a:srgbClr val="7CB4B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00" name="Swatch 8, 4">
              <a:extLst>
                <a:ext uri="{FF2B5EF4-FFF2-40B4-BE49-F238E27FC236}">
                  <a16:creationId xmlns:a16="http://schemas.microsoft.com/office/drawing/2014/main" id="{BE83F586-FEB2-A70B-58B6-3B2B51667EAD}"/>
                </a:ext>
              </a:extLst>
            </p:cNvPr>
            <p:cNvSpPr/>
            <p:nvPr/>
          </p:nvSpPr>
          <p:spPr>
            <a:xfrm>
              <a:off x="3869370" y="4445395"/>
              <a:ext cx="217855" cy="217855"/>
            </a:xfrm>
            <a:prstGeom prst="rect">
              <a:avLst/>
            </a:prstGeom>
            <a:solidFill>
              <a:srgbClr val="A9CDCF"/>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01" name="Swatch 8, 5">
              <a:extLst>
                <a:ext uri="{FF2B5EF4-FFF2-40B4-BE49-F238E27FC236}">
                  <a16:creationId xmlns:a16="http://schemas.microsoft.com/office/drawing/2014/main" id="{2C288FCC-8220-9D4D-9163-10A1E37494C1}"/>
                </a:ext>
              </a:extLst>
            </p:cNvPr>
            <p:cNvSpPr/>
            <p:nvPr/>
          </p:nvSpPr>
          <p:spPr>
            <a:xfrm>
              <a:off x="3869370" y="4726021"/>
              <a:ext cx="217855" cy="217855"/>
            </a:xfrm>
            <a:prstGeom prst="rect">
              <a:avLst/>
            </a:prstGeom>
            <a:solidFill>
              <a:srgbClr val="D4E7E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02" name="Swatch 8, 1">
              <a:extLst>
                <a:ext uri="{FF2B5EF4-FFF2-40B4-BE49-F238E27FC236}">
                  <a16:creationId xmlns:a16="http://schemas.microsoft.com/office/drawing/2014/main" id="{74871BAB-6782-BA92-F57D-FB7DCB9FD424}"/>
                </a:ext>
              </a:extLst>
            </p:cNvPr>
            <p:cNvSpPr/>
            <p:nvPr/>
          </p:nvSpPr>
          <p:spPr>
            <a:xfrm>
              <a:off x="3868305" y="1740056"/>
              <a:ext cx="219985" cy="219984"/>
            </a:xfrm>
            <a:prstGeom prst="rect">
              <a:avLst/>
            </a:prstGeom>
            <a:solidFill>
              <a:schemeClr val="accent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r>
                <a:rPr lang="en-US" sz="800"/>
                <a:t>8</a:t>
              </a:r>
            </a:p>
          </p:txBody>
        </p:sp>
        <p:sp>
          <p:nvSpPr>
            <p:cNvPr id="203" name="Swatch 8, 2">
              <a:extLst>
                <a:ext uri="{FF2B5EF4-FFF2-40B4-BE49-F238E27FC236}">
                  <a16:creationId xmlns:a16="http://schemas.microsoft.com/office/drawing/2014/main" id="{AED30FDF-4A3E-386A-41C6-DBED366D8956}"/>
                </a:ext>
              </a:extLst>
            </p:cNvPr>
            <p:cNvSpPr/>
            <p:nvPr/>
          </p:nvSpPr>
          <p:spPr>
            <a:xfrm>
              <a:off x="3868305" y="2004037"/>
              <a:ext cx="219985" cy="219984"/>
            </a:xfrm>
            <a:prstGeom prst="rect">
              <a:avLst/>
            </a:prstGeom>
            <a:solidFill>
              <a:schemeClr val="accent4">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500">
                <a:solidFill>
                  <a:schemeClr val="tx1"/>
                </a:solidFill>
              </a:endParaRPr>
            </a:p>
          </p:txBody>
        </p:sp>
        <p:sp>
          <p:nvSpPr>
            <p:cNvPr id="204" name="Swatch 8, 3">
              <a:extLst>
                <a:ext uri="{FF2B5EF4-FFF2-40B4-BE49-F238E27FC236}">
                  <a16:creationId xmlns:a16="http://schemas.microsoft.com/office/drawing/2014/main" id="{86B5DCDC-9153-E52C-41E5-F6C17C2E7687}"/>
                </a:ext>
              </a:extLst>
            </p:cNvPr>
            <p:cNvSpPr/>
            <p:nvPr/>
          </p:nvSpPr>
          <p:spPr>
            <a:xfrm>
              <a:off x="3868305" y="2224021"/>
              <a:ext cx="219985" cy="219984"/>
            </a:xfrm>
            <a:prstGeom prst="rect">
              <a:avLst/>
            </a:prstGeom>
            <a:solidFill>
              <a:schemeClr val="accent4">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500">
                <a:solidFill>
                  <a:schemeClr val="tx1"/>
                </a:solidFill>
              </a:endParaRPr>
            </a:p>
          </p:txBody>
        </p:sp>
        <p:sp>
          <p:nvSpPr>
            <p:cNvPr id="205" name="Swatch 8, 4">
              <a:extLst>
                <a:ext uri="{FF2B5EF4-FFF2-40B4-BE49-F238E27FC236}">
                  <a16:creationId xmlns:a16="http://schemas.microsoft.com/office/drawing/2014/main" id="{A4358C0B-8542-242E-FAF2-378598C37663}"/>
                </a:ext>
              </a:extLst>
            </p:cNvPr>
            <p:cNvSpPr/>
            <p:nvPr/>
          </p:nvSpPr>
          <p:spPr>
            <a:xfrm>
              <a:off x="3868305" y="2444006"/>
              <a:ext cx="219985" cy="219984"/>
            </a:xfrm>
            <a:prstGeom prst="rect">
              <a:avLst/>
            </a:prstGeom>
            <a:solidFill>
              <a:schemeClr val="accent4">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500">
                <a:solidFill>
                  <a:schemeClr val="tx1"/>
                </a:solidFill>
              </a:endParaRPr>
            </a:p>
          </p:txBody>
        </p:sp>
        <p:sp>
          <p:nvSpPr>
            <p:cNvPr id="206" name="Swatch 8, 5">
              <a:extLst>
                <a:ext uri="{FF2B5EF4-FFF2-40B4-BE49-F238E27FC236}">
                  <a16:creationId xmlns:a16="http://schemas.microsoft.com/office/drawing/2014/main" id="{2639058C-0BC8-7D60-DC91-51E17F477AE5}"/>
                </a:ext>
              </a:extLst>
            </p:cNvPr>
            <p:cNvSpPr/>
            <p:nvPr/>
          </p:nvSpPr>
          <p:spPr>
            <a:xfrm>
              <a:off x="3868305" y="2663990"/>
              <a:ext cx="219985" cy="219984"/>
            </a:xfrm>
            <a:prstGeom prst="rect">
              <a:avLst/>
            </a:prstGeom>
            <a:solidFill>
              <a:schemeClr val="accent4">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rmAutofit/>
            </a:bodyPr>
            <a:lstStyle/>
            <a:p>
              <a:pPr algn="ctr"/>
              <a:endParaRPr lang="en-US" sz="500"/>
            </a:p>
          </p:txBody>
        </p:sp>
        <p:sp>
          <p:nvSpPr>
            <p:cNvPr id="207" name="Swatch 8, 6">
              <a:extLst>
                <a:ext uri="{FF2B5EF4-FFF2-40B4-BE49-F238E27FC236}">
                  <a16:creationId xmlns:a16="http://schemas.microsoft.com/office/drawing/2014/main" id="{70A9F243-BEAD-8EDB-4F28-8930E32F654E}"/>
                </a:ext>
              </a:extLst>
            </p:cNvPr>
            <p:cNvSpPr/>
            <p:nvPr/>
          </p:nvSpPr>
          <p:spPr>
            <a:xfrm>
              <a:off x="3868305" y="2876225"/>
              <a:ext cx="219985" cy="219984"/>
            </a:xfrm>
            <a:prstGeom prst="rect">
              <a:avLst/>
            </a:prstGeom>
            <a:solidFill>
              <a:schemeClr val="accent4">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500"/>
            </a:p>
          </p:txBody>
        </p:sp>
        <p:sp>
          <p:nvSpPr>
            <p:cNvPr id="208" name="Multiply 207">
              <a:extLst>
                <a:ext uri="{FF2B5EF4-FFF2-40B4-BE49-F238E27FC236}">
                  <a16:creationId xmlns:a16="http://schemas.microsoft.com/office/drawing/2014/main" id="{2868ED33-4087-DC5B-F1B0-43DCC6DBE466}"/>
                </a:ext>
              </a:extLst>
            </p:cNvPr>
            <p:cNvSpPr/>
            <p:nvPr/>
          </p:nvSpPr>
          <p:spPr>
            <a:xfrm>
              <a:off x="3828255"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9" name="Multiply 208">
              <a:extLst>
                <a:ext uri="{FF2B5EF4-FFF2-40B4-BE49-F238E27FC236}">
                  <a16:creationId xmlns:a16="http://schemas.microsoft.com/office/drawing/2014/main" id="{401DE96C-9C43-22C1-94C8-5E9BA0D39AB4}"/>
                </a:ext>
              </a:extLst>
            </p:cNvPr>
            <p:cNvSpPr/>
            <p:nvPr/>
          </p:nvSpPr>
          <p:spPr>
            <a:xfrm>
              <a:off x="3828255"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0" name="Multiply 209">
              <a:extLst>
                <a:ext uri="{FF2B5EF4-FFF2-40B4-BE49-F238E27FC236}">
                  <a16:creationId xmlns:a16="http://schemas.microsoft.com/office/drawing/2014/main" id="{1DB50D75-A73B-31EC-FE23-B05240D095F7}"/>
                </a:ext>
              </a:extLst>
            </p:cNvPr>
            <p:cNvSpPr/>
            <p:nvPr/>
          </p:nvSpPr>
          <p:spPr>
            <a:xfrm>
              <a:off x="3828255"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1" name="Multiply 210">
              <a:extLst>
                <a:ext uri="{FF2B5EF4-FFF2-40B4-BE49-F238E27FC236}">
                  <a16:creationId xmlns:a16="http://schemas.microsoft.com/office/drawing/2014/main" id="{444C52B2-4CB4-B856-ECE6-D0A9046C98AD}"/>
                </a:ext>
              </a:extLst>
            </p:cNvPr>
            <p:cNvSpPr/>
            <p:nvPr/>
          </p:nvSpPr>
          <p:spPr>
            <a:xfrm>
              <a:off x="3828255"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Multiply 211">
              <a:extLst>
                <a:ext uri="{FF2B5EF4-FFF2-40B4-BE49-F238E27FC236}">
                  <a16:creationId xmlns:a16="http://schemas.microsoft.com/office/drawing/2014/main" id="{2A0336E9-D54A-460C-2E4C-79218D85DD79}"/>
                </a:ext>
              </a:extLst>
            </p:cNvPr>
            <p:cNvSpPr/>
            <p:nvPr/>
          </p:nvSpPr>
          <p:spPr>
            <a:xfrm>
              <a:off x="3828255"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3" name="Swatch 7, 1">
              <a:extLst>
                <a:ext uri="{FF2B5EF4-FFF2-40B4-BE49-F238E27FC236}">
                  <a16:creationId xmlns:a16="http://schemas.microsoft.com/office/drawing/2014/main" id="{AEB47590-808B-43B4-3C15-63FA66B8C56C}"/>
                </a:ext>
              </a:extLst>
            </p:cNvPr>
            <p:cNvSpPr/>
            <p:nvPr/>
          </p:nvSpPr>
          <p:spPr>
            <a:xfrm>
              <a:off x="3595089"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14" name="Swatch 7, 2">
              <a:extLst>
                <a:ext uri="{FF2B5EF4-FFF2-40B4-BE49-F238E27FC236}">
                  <a16:creationId xmlns:a16="http://schemas.microsoft.com/office/drawing/2014/main" id="{5BF0B170-EFE4-3525-A49B-61133BE87C6E}"/>
                </a:ext>
              </a:extLst>
            </p:cNvPr>
            <p:cNvSpPr/>
            <p:nvPr/>
          </p:nvSpPr>
          <p:spPr>
            <a:xfrm>
              <a:off x="3595089" y="3885206"/>
              <a:ext cx="217855" cy="217855"/>
            </a:xfrm>
            <a:prstGeom prst="rect">
              <a:avLst/>
            </a:prstGeom>
            <a:solidFill>
              <a:srgbClr val="A9C9E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15" name="Swatch 7, 3">
              <a:extLst>
                <a:ext uri="{FF2B5EF4-FFF2-40B4-BE49-F238E27FC236}">
                  <a16:creationId xmlns:a16="http://schemas.microsoft.com/office/drawing/2014/main" id="{37266600-68D3-CFDC-012E-49E25B6A07DE}"/>
                </a:ext>
              </a:extLst>
            </p:cNvPr>
            <p:cNvSpPr/>
            <p:nvPr/>
          </p:nvSpPr>
          <p:spPr>
            <a:xfrm>
              <a:off x="3595089" y="4164767"/>
              <a:ext cx="217855" cy="217855"/>
            </a:xfrm>
            <a:prstGeom prst="rect">
              <a:avLst/>
            </a:prstGeom>
            <a:solidFill>
              <a:srgbClr val="BFD6F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16" name="Swatch 7, 4">
              <a:extLst>
                <a:ext uri="{FF2B5EF4-FFF2-40B4-BE49-F238E27FC236}">
                  <a16:creationId xmlns:a16="http://schemas.microsoft.com/office/drawing/2014/main" id="{279E84E3-8A3A-6AFC-03E1-71DE2CF6A4D9}"/>
                </a:ext>
              </a:extLst>
            </p:cNvPr>
            <p:cNvSpPr/>
            <p:nvPr/>
          </p:nvSpPr>
          <p:spPr>
            <a:xfrm>
              <a:off x="3595089" y="4445395"/>
              <a:ext cx="217855" cy="217855"/>
            </a:xfrm>
            <a:prstGeom prst="rect">
              <a:avLst/>
            </a:prstGeom>
            <a:solidFill>
              <a:srgbClr val="D3E5F5"/>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17" name="Swatch 7, 5">
              <a:extLst>
                <a:ext uri="{FF2B5EF4-FFF2-40B4-BE49-F238E27FC236}">
                  <a16:creationId xmlns:a16="http://schemas.microsoft.com/office/drawing/2014/main" id="{2309E45E-9123-F7EA-8525-745ED27C8C90}"/>
                </a:ext>
              </a:extLst>
            </p:cNvPr>
            <p:cNvSpPr/>
            <p:nvPr/>
          </p:nvSpPr>
          <p:spPr>
            <a:xfrm>
              <a:off x="3595089" y="4726020"/>
              <a:ext cx="217855" cy="217855"/>
            </a:xfrm>
            <a:prstGeom prst="rect">
              <a:avLst/>
            </a:prstGeom>
            <a:solidFill>
              <a:srgbClr val="EAF2FA"/>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18" name="Swatch 7, 1">
              <a:extLst>
                <a:ext uri="{FF2B5EF4-FFF2-40B4-BE49-F238E27FC236}">
                  <a16:creationId xmlns:a16="http://schemas.microsoft.com/office/drawing/2014/main" id="{31B9B648-F05A-4F88-12D3-5D4745EB38ED}"/>
                </a:ext>
              </a:extLst>
            </p:cNvPr>
            <p:cNvSpPr/>
            <p:nvPr/>
          </p:nvSpPr>
          <p:spPr>
            <a:xfrm>
              <a:off x="3595089" y="1746653"/>
              <a:ext cx="217855" cy="217856"/>
            </a:xfrm>
            <a:prstGeom prst="rect">
              <a:avLst/>
            </a:prstGeom>
            <a:solidFill>
              <a:schemeClr val="accent3"/>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solidFill>
                    <a:schemeClr val="tx1"/>
                  </a:solidFill>
                </a:rPr>
                <a:t>7</a:t>
              </a:r>
            </a:p>
          </p:txBody>
        </p:sp>
        <p:sp>
          <p:nvSpPr>
            <p:cNvPr id="219" name="Swatch 7, 2">
              <a:extLst>
                <a:ext uri="{FF2B5EF4-FFF2-40B4-BE49-F238E27FC236}">
                  <a16:creationId xmlns:a16="http://schemas.microsoft.com/office/drawing/2014/main" id="{A9FBBB2B-F6C1-4E37-EBB4-5BA188A87B18}"/>
                </a:ext>
              </a:extLst>
            </p:cNvPr>
            <p:cNvSpPr/>
            <p:nvPr/>
          </p:nvSpPr>
          <p:spPr>
            <a:xfrm>
              <a:off x="3595089" y="2008080"/>
              <a:ext cx="217855" cy="217856"/>
            </a:xfrm>
            <a:prstGeom prst="rect">
              <a:avLst/>
            </a:prstGeom>
            <a:solidFill>
              <a:schemeClr val="accent3">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20" name="Swatch 7, 3">
              <a:extLst>
                <a:ext uri="{FF2B5EF4-FFF2-40B4-BE49-F238E27FC236}">
                  <a16:creationId xmlns:a16="http://schemas.microsoft.com/office/drawing/2014/main" id="{23CDAEC8-A996-34B7-43B2-9E065616E817}"/>
                </a:ext>
              </a:extLst>
            </p:cNvPr>
            <p:cNvSpPr/>
            <p:nvPr/>
          </p:nvSpPr>
          <p:spPr>
            <a:xfrm>
              <a:off x="3595089" y="2225935"/>
              <a:ext cx="217855" cy="217856"/>
            </a:xfrm>
            <a:prstGeom prst="rect">
              <a:avLst/>
            </a:prstGeom>
            <a:solidFill>
              <a:schemeClr val="accent3">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21" name="Swatch 7, 4">
              <a:extLst>
                <a:ext uri="{FF2B5EF4-FFF2-40B4-BE49-F238E27FC236}">
                  <a16:creationId xmlns:a16="http://schemas.microsoft.com/office/drawing/2014/main" id="{7E741EF2-32D9-BB91-6DE5-65AF5471600B}"/>
                </a:ext>
              </a:extLst>
            </p:cNvPr>
            <p:cNvSpPr/>
            <p:nvPr/>
          </p:nvSpPr>
          <p:spPr>
            <a:xfrm>
              <a:off x="3595089" y="2443791"/>
              <a:ext cx="217855" cy="217856"/>
            </a:xfrm>
            <a:prstGeom prst="rect">
              <a:avLst/>
            </a:prstGeom>
            <a:solidFill>
              <a:schemeClr val="accent3">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22" name="Swatch 7, 5">
              <a:extLst>
                <a:ext uri="{FF2B5EF4-FFF2-40B4-BE49-F238E27FC236}">
                  <a16:creationId xmlns:a16="http://schemas.microsoft.com/office/drawing/2014/main" id="{54662CAC-D8C2-394D-EB4E-287EEB4ADF37}"/>
                </a:ext>
              </a:extLst>
            </p:cNvPr>
            <p:cNvSpPr/>
            <p:nvPr/>
          </p:nvSpPr>
          <p:spPr>
            <a:xfrm>
              <a:off x="3595089" y="2661647"/>
              <a:ext cx="217855" cy="217856"/>
            </a:xfrm>
            <a:prstGeom prst="rect">
              <a:avLst/>
            </a:prstGeom>
            <a:solidFill>
              <a:schemeClr val="accent3">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23" name="Swatch 7, 6">
              <a:extLst>
                <a:ext uri="{FF2B5EF4-FFF2-40B4-BE49-F238E27FC236}">
                  <a16:creationId xmlns:a16="http://schemas.microsoft.com/office/drawing/2014/main" id="{61F551BA-51B7-8F62-CCC0-AEBB0A0EEDC1}"/>
                </a:ext>
              </a:extLst>
            </p:cNvPr>
            <p:cNvSpPr/>
            <p:nvPr/>
          </p:nvSpPr>
          <p:spPr>
            <a:xfrm>
              <a:off x="3595089" y="2878353"/>
              <a:ext cx="217855" cy="217856"/>
            </a:xfrm>
            <a:prstGeom prst="rect">
              <a:avLst/>
            </a:prstGeom>
            <a:solidFill>
              <a:schemeClr val="accent3">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24" name="Multiply 223">
              <a:extLst>
                <a:ext uri="{FF2B5EF4-FFF2-40B4-BE49-F238E27FC236}">
                  <a16:creationId xmlns:a16="http://schemas.microsoft.com/office/drawing/2014/main" id="{78C8EDAD-A1F8-F467-9367-8CB8E61795CD}"/>
                </a:ext>
              </a:extLst>
            </p:cNvPr>
            <p:cNvSpPr/>
            <p:nvPr/>
          </p:nvSpPr>
          <p:spPr>
            <a:xfrm>
              <a:off x="3553974"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5" name="Multiply 224">
              <a:extLst>
                <a:ext uri="{FF2B5EF4-FFF2-40B4-BE49-F238E27FC236}">
                  <a16:creationId xmlns:a16="http://schemas.microsoft.com/office/drawing/2014/main" id="{9C68748C-ECAC-886A-F2A8-1B505184146E}"/>
                </a:ext>
              </a:extLst>
            </p:cNvPr>
            <p:cNvSpPr/>
            <p:nvPr/>
          </p:nvSpPr>
          <p:spPr>
            <a:xfrm>
              <a:off x="3553974"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6" name="Multiply 225">
              <a:extLst>
                <a:ext uri="{FF2B5EF4-FFF2-40B4-BE49-F238E27FC236}">
                  <a16:creationId xmlns:a16="http://schemas.microsoft.com/office/drawing/2014/main" id="{67C51EC9-6006-DE10-CE90-265CF01DB7C5}"/>
                </a:ext>
              </a:extLst>
            </p:cNvPr>
            <p:cNvSpPr/>
            <p:nvPr/>
          </p:nvSpPr>
          <p:spPr>
            <a:xfrm>
              <a:off x="3553974"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7" name="Multiply 226">
              <a:extLst>
                <a:ext uri="{FF2B5EF4-FFF2-40B4-BE49-F238E27FC236}">
                  <a16:creationId xmlns:a16="http://schemas.microsoft.com/office/drawing/2014/main" id="{AA1747AB-4279-E531-ECA6-1677E69A79B6}"/>
                </a:ext>
              </a:extLst>
            </p:cNvPr>
            <p:cNvSpPr/>
            <p:nvPr/>
          </p:nvSpPr>
          <p:spPr>
            <a:xfrm>
              <a:off x="3553974"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8" name="Multiply 227">
              <a:extLst>
                <a:ext uri="{FF2B5EF4-FFF2-40B4-BE49-F238E27FC236}">
                  <a16:creationId xmlns:a16="http://schemas.microsoft.com/office/drawing/2014/main" id="{60B36AC3-DCA3-8AB9-A1E1-94FB3538F014}"/>
                </a:ext>
              </a:extLst>
            </p:cNvPr>
            <p:cNvSpPr/>
            <p:nvPr/>
          </p:nvSpPr>
          <p:spPr>
            <a:xfrm>
              <a:off x="3553974"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9" name="Swatch 6, 1">
              <a:extLst>
                <a:ext uri="{FF2B5EF4-FFF2-40B4-BE49-F238E27FC236}">
                  <a16:creationId xmlns:a16="http://schemas.microsoft.com/office/drawing/2014/main" id="{58D473CE-455C-87BE-795B-A34702B76E64}"/>
                </a:ext>
              </a:extLst>
            </p:cNvPr>
            <p:cNvSpPr/>
            <p:nvPr/>
          </p:nvSpPr>
          <p:spPr>
            <a:xfrm>
              <a:off x="3320808"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30" name="Swatch 6, 2">
              <a:extLst>
                <a:ext uri="{FF2B5EF4-FFF2-40B4-BE49-F238E27FC236}">
                  <a16:creationId xmlns:a16="http://schemas.microsoft.com/office/drawing/2014/main" id="{B9979606-31A0-17FC-B787-67DD98DFAC7C}"/>
                </a:ext>
              </a:extLst>
            </p:cNvPr>
            <p:cNvSpPr/>
            <p:nvPr/>
          </p:nvSpPr>
          <p:spPr>
            <a:xfrm>
              <a:off x="3320808" y="3885206"/>
              <a:ext cx="217855" cy="217855"/>
            </a:xfrm>
            <a:prstGeom prst="rect">
              <a:avLst/>
            </a:prstGeom>
            <a:solidFill>
              <a:srgbClr val="5B94D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31" name="Swatch 6, 3">
              <a:extLst>
                <a:ext uri="{FF2B5EF4-FFF2-40B4-BE49-F238E27FC236}">
                  <a16:creationId xmlns:a16="http://schemas.microsoft.com/office/drawing/2014/main" id="{17C4C646-53B9-65E4-369F-A7F72D956391}"/>
                </a:ext>
              </a:extLst>
            </p:cNvPr>
            <p:cNvSpPr/>
            <p:nvPr/>
          </p:nvSpPr>
          <p:spPr>
            <a:xfrm>
              <a:off x="3320808" y="4164767"/>
              <a:ext cx="217855" cy="217855"/>
            </a:xfrm>
            <a:prstGeom prst="rect">
              <a:avLst/>
            </a:prstGeom>
            <a:solidFill>
              <a:srgbClr val="86AED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33" name="Swatch 6, 4">
              <a:extLst>
                <a:ext uri="{FF2B5EF4-FFF2-40B4-BE49-F238E27FC236}">
                  <a16:creationId xmlns:a16="http://schemas.microsoft.com/office/drawing/2014/main" id="{AE108658-003B-A0CA-C702-372EA3787175}"/>
                </a:ext>
              </a:extLst>
            </p:cNvPr>
            <p:cNvSpPr/>
            <p:nvPr/>
          </p:nvSpPr>
          <p:spPr>
            <a:xfrm>
              <a:off x="3320808" y="4445395"/>
              <a:ext cx="217855" cy="217855"/>
            </a:xfrm>
            <a:prstGeom prst="rect">
              <a:avLst/>
            </a:prstGeom>
            <a:solidFill>
              <a:srgbClr val="AFC9E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34" name="Swatch 6, 5">
              <a:extLst>
                <a:ext uri="{FF2B5EF4-FFF2-40B4-BE49-F238E27FC236}">
                  <a16:creationId xmlns:a16="http://schemas.microsoft.com/office/drawing/2014/main" id="{636852A0-07F7-3E6F-9289-354EC648044A}"/>
                </a:ext>
              </a:extLst>
            </p:cNvPr>
            <p:cNvSpPr/>
            <p:nvPr/>
          </p:nvSpPr>
          <p:spPr>
            <a:xfrm>
              <a:off x="3320808" y="4726020"/>
              <a:ext cx="217855" cy="217855"/>
            </a:xfrm>
            <a:prstGeom prst="rect">
              <a:avLst/>
            </a:prstGeom>
            <a:solidFill>
              <a:srgbClr val="D7E5F4"/>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35" name="Swatch 6, 1">
              <a:extLst>
                <a:ext uri="{FF2B5EF4-FFF2-40B4-BE49-F238E27FC236}">
                  <a16:creationId xmlns:a16="http://schemas.microsoft.com/office/drawing/2014/main" id="{856272ED-01AB-8AD6-E680-0B83365EAC4B}"/>
                </a:ext>
              </a:extLst>
            </p:cNvPr>
            <p:cNvSpPr/>
            <p:nvPr/>
          </p:nvSpPr>
          <p:spPr>
            <a:xfrm>
              <a:off x="3320808" y="1746653"/>
              <a:ext cx="217855" cy="217855"/>
            </a:xfrm>
            <a:prstGeom prst="rect">
              <a:avLst/>
            </a:prstGeom>
            <a:solidFill>
              <a:schemeClr val="accent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t>6</a:t>
              </a:r>
            </a:p>
          </p:txBody>
        </p:sp>
        <p:sp>
          <p:nvSpPr>
            <p:cNvPr id="236" name="Swatch 6, 2">
              <a:extLst>
                <a:ext uri="{FF2B5EF4-FFF2-40B4-BE49-F238E27FC236}">
                  <a16:creationId xmlns:a16="http://schemas.microsoft.com/office/drawing/2014/main" id="{5D17528B-2CDC-B504-CC87-90DCD116886A}"/>
                </a:ext>
              </a:extLst>
            </p:cNvPr>
            <p:cNvSpPr/>
            <p:nvPr/>
          </p:nvSpPr>
          <p:spPr>
            <a:xfrm>
              <a:off x="3320808" y="2008081"/>
              <a:ext cx="217855" cy="217855"/>
            </a:xfrm>
            <a:prstGeom prst="rect">
              <a:avLst/>
            </a:prstGeom>
            <a:solidFill>
              <a:schemeClr val="accent2">
                <a:lumMod val="20000"/>
                <a:lumOff val="8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37" name="Swatch 6, 3">
              <a:extLst>
                <a:ext uri="{FF2B5EF4-FFF2-40B4-BE49-F238E27FC236}">
                  <a16:creationId xmlns:a16="http://schemas.microsoft.com/office/drawing/2014/main" id="{7C226DA1-58C9-B66D-5736-AFEB5743C8BB}"/>
                </a:ext>
              </a:extLst>
            </p:cNvPr>
            <p:cNvSpPr/>
            <p:nvPr/>
          </p:nvSpPr>
          <p:spPr>
            <a:xfrm>
              <a:off x="3320808" y="2225936"/>
              <a:ext cx="217855" cy="217855"/>
            </a:xfrm>
            <a:prstGeom prst="rect">
              <a:avLst/>
            </a:prstGeom>
            <a:solidFill>
              <a:schemeClr val="accent2">
                <a:lumMod val="40000"/>
                <a:lumOff val="6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38" name="Swatch 6, 4">
              <a:extLst>
                <a:ext uri="{FF2B5EF4-FFF2-40B4-BE49-F238E27FC236}">
                  <a16:creationId xmlns:a16="http://schemas.microsoft.com/office/drawing/2014/main" id="{FC35E652-D892-B051-CE56-C86C737276E7}"/>
                </a:ext>
              </a:extLst>
            </p:cNvPr>
            <p:cNvSpPr/>
            <p:nvPr/>
          </p:nvSpPr>
          <p:spPr>
            <a:xfrm>
              <a:off x="3320808" y="2443791"/>
              <a:ext cx="217855" cy="217855"/>
            </a:xfrm>
            <a:prstGeom prst="rect">
              <a:avLst/>
            </a:prstGeom>
            <a:solidFill>
              <a:schemeClr val="accent2">
                <a:lumMod val="60000"/>
                <a:lumOff val="4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39" name="Swatch 6, 5">
              <a:extLst>
                <a:ext uri="{FF2B5EF4-FFF2-40B4-BE49-F238E27FC236}">
                  <a16:creationId xmlns:a16="http://schemas.microsoft.com/office/drawing/2014/main" id="{F55187FF-EFA9-FDE9-C606-17D3A051D2D4}"/>
                </a:ext>
              </a:extLst>
            </p:cNvPr>
            <p:cNvSpPr/>
            <p:nvPr/>
          </p:nvSpPr>
          <p:spPr>
            <a:xfrm>
              <a:off x="3320808" y="2661647"/>
              <a:ext cx="217855" cy="217855"/>
            </a:xfrm>
            <a:prstGeom prst="rect">
              <a:avLst/>
            </a:prstGeom>
            <a:solidFill>
              <a:schemeClr val="accent2">
                <a:lumMod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40" name="Swatch 6, 6">
              <a:extLst>
                <a:ext uri="{FF2B5EF4-FFF2-40B4-BE49-F238E27FC236}">
                  <a16:creationId xmlns:a16="http://schemas.microsoft.com/office/drawing/2014/main" id="{637D83DA-70FC-52DA-574F-980D0745405E}"/>
                </a:ext>
              </a:extLst>
            </p:cNvPr>
            <p:cNvSpPr/>
            <p:nvPr/>
          </p:nvSpPr>
          <p:spPr>
            <a:xfrm>
              <a:off x="3320808" y="2878354"/>
              <a:ext cx="217855" cy="217855"/>
            </a:xfrm>
            <a:prstGeom prst="rect">
              <a:avLst/>
            </a:prstGeom>
            <a:solidFill>
              <a:schemeClr val="accent2">
                <a:lumMod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41" name="Multiply 240">
              <a:extLst>
                <a:ext uri="{FF2B5EF4-FFF2-40B4-BE49-F238E27FC236}">
                  <a16:creationId xmlns:a16="http://schemas.microsoft.com/office/drawing/2014/main" id="{651A7879-6BED-13E5-5586-51F1A9A2A7E9}"/>
                </a:ext>
              </a:extLst>
            </p:cNvPr>
            <p:cNvSpPr/>
            <p:nvPr/>
          </p:nvSpPr>
          <p:spPr>
            <a:xfrm>
              <a:off x="3279693"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2" name="Multiply 241">
              <a:extLst>
                <a:ext uri="{FF2B5EF4-FFF2-40B4-BE49-F238E27FC236}">
                  <a16:creationId xmlns:a16="http://schemas.microsoft.com/office/drawing/2014/main" id="{60B93714-D988-8D9E-1D65-A9DD37F8BAC9}"/>
                </a:ext>
              </a:extLst>
            </p:cNvPr>
            <p:cNvSpPr/>
            <p:nvPr/>
          </p:nvSpPr>
          <p:spPr>
            <a:xfrm>
              <a:off x="3279693"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3" name="Multiply 242">
              <a:extLst>
                <a:ext uri="{FF2B5EF4-FFF2-40B4-BE49-F238E27FC236}">
                  <a16:creationId xmlns:a16="http://schemas.microsoft.com/office/drawing/2014/main" id="{A8A505A4-D3E1-44A4-4A3F-C51630AE9C3F}"/>
                </a:ext>
              </a:extLst>
            </p:cNvPr>
            <p:cNvSpPr/>
            <p:nvPr/>
          </p:nvSpPr>
          <p:spPr>
            <a:xfrm>
              <a:off x="3279693"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4" name="Multiply 243">
              <a:extLst>
                <a:ext uri="{FF2B5EF4-FFF2-40B4-BE49-F238E27FC236}">
                  <a16:creationId xmlns:a16="http://schemas.microsoft.com/office/drawing/2014/main" id="{8339F674-AE90-F296-60C2-FA0249E85C6E}"/>
                </a:ext>
              </a:extLst>
            </p:cNvPr>
            <p:cNvSpPr/>
            <p:nvPr/>
          </p:nvSpPr>
          <p:spPr>
            <a:xfrm>
              <a:off x="3279693"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5" name="Multiply 244">
              <a:extLst>
                <a:ext uri="{FF2B5EF4-FFF2-40B4-BE49-F238E27FC236}">
                  <a16:creationId xmlns:a16="http://schemas.microsoft.com/office/drawing/2014/main" id="{387EB985-1F05-E22B-096D-B6062C5E1316}"/>
                </a:ext>
              </a:extLst>
            </p:cNvPr>
            <p:cNvSpPr/>
            <p:nvPr/>
          </p:nvSpPr>
          <p:spPr>
            <a:xfrm>
              <a:off x="3279693"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6" name="Swatch 5, 1">
              <a:extLst>
                <a:ext uri="{FF2B5EF4-FFF2-40B4-BE49-F238E27FC236}">
                  <a16:creationId xmlns:a16="http://schemas.microsoft.com/office/drawing/2014/main" id="{C17758ED-B85F-BE6E-4399-41A01333A33B}"/>
                </a:ext>
              </a:extLst>
            </p:cNvPr>
            <p:cNvSpPr/>
            <p:nvPr/>
          </p:nvSpPr>
          <p:spPr>
            <a:xfrm>
              <a:off x="3046527"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47" name="Swatch 4, 2">
              <a:extLst>
                <a:ext uri="{FF2B5EF4-FFF2-40B4-BE49-F238E27FC236}">
                  <a16:creationId xmlns:a16="http://schemas.microsoft.com/office/drawing/2014/main" id="{E87B8455-BAF3-160C-B4AE-87526B46D96C}"/>
                </a:ext>
              </a:extLst>
            </p:cNvPr>
            <p:cNvSpPr/>
            <p:nvPr/>
          </p:nvSpPr>
          <p:spPr>
            <a:xfrm>
              <a:off x="3046527" y="3885206"/>
              <a:ext cx="217855" cy="217855"/>
            </a:xfrm>
            <a:prstGeom prst="rect">
              <a:avLst/>
            </a:prstGeom>
            <a:solidFill>
              <a:srgbClr val="37377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48" name="Swatch 4, 3">
              <a:extLst>
                <a:ext uri="{FF2B5EF4-FFF2-40B4-BE49-F238E27FC236}">
                  <a16:creationId xmlns:a16="http://schemas.microsoft.com/office/drawing/2014/main" id="{7B7A9880-3912-EB49-AD5B-E800AC0B40E3}"/>
                </a:ext>
              </a:extLst>
            </p:cNvPr>
            <p:cNvSpPr/>
            <p:nvPr/>
          </p:nvSpPr>
          <p:spPr>
            <a:xfrm>
              <a:off x="3046527" y="4164767"/>
              <a:ext cx="217855" cy="217855"/>
            </a:xfrm>
            <a:prstGeom prst="rect">
              <a:avLst/>
            </a:prstGeom>
            <a:solidFill>
              <a:srgbClr val="66669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49" name="Swatch 4, 4">
              <a:extLst>
                <a:ext uri="{FF2B5EF4-FFF2-40B4-BE49-F238E27FC236}">
                  <a16:creationId xmlns:a16="http://schemas.microsoft.com/office/drawing/2014/main" id="{49FBAA2D-752E-DD4D-A239-53E5C7D34B31}"/>
                </a:ext>
              </a:extLst>
            </p:cNvPr>
            <p:cNvSpPr/>
            <p:nvPr/>
          </p:nvSpPr>
          <p:spPr>
            <a:xfrm>
              <a:off x="3046527" y="4445395"/>
              <a:ext cx="217855" cy="217855"/>
            </a:xfrm>
            <a:prstGeom prst="rect">
              <a:avLst/>
            </a:prstGeom>
            <a:solidFill>
              <a:srgbClr val="9999B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500">
                  <a:solidFill>
                    <a:schemeClr val="tx1"/>
                  </a:solidFill>
                </a:rPr>
                <a:t>\</a:t>
              </a:r>
            </a:p>
          </p:txBody>
        </p:sp>
        <p:sp>
          <p:nvSpPr>
            <p:cNvPr id="250" name="Swatch 4, 5">
              <a:extLst>
                <a:ext uri="{FF2B5EF4-FFF2-40B4-BE49-F238E27FC236}">
                  <a16:creationId xmlns:a16="http://schemas.microsoft.com/office/drawing/2014/main" id="{8B17A431-8C33-7413-5CEF-6D3130CAE1F2}"/>
                </a:ext>
              </a:extLst>
            </p:cNvPr>
            <p:cNvSpPr/>
            <p:nvPr/>
          </p:nvSpPr>
          <p:spPr>
            <a:xfrm>
              <a:off x="3046527" y="4726020"/>
              <a:ext cx="217855" cy="217855"/>
            </a:xfrm>
            <a:prstGeom prst="rect">
              <a:avLst/>
            </a:prstGeom>
            <a:solidFill>
              <a:srgbClr val="CCCCDB"/>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51" name="Swatch 5, 1">
              <a:extLst>
                <a:ext uri="{FF2B5EF4-FFF2-40B4-BE49-F238E27FC236}">
                  <a16:creationId xmlns:a16="http://schemas.microsoft.com/office/drawing/2014/main" id="{1C201A4E-DFA2-64F7-07A5-354C22AB6BAD}"/>
                </a:ext>
              </a:extLst>
            </p:cNvPr>
            <p:cNvSpPr/>
            <p:nvPr/>
          </p:nvSpPr>
          <p:spPr>
            <a:xfrm>
              <a:off x="3046527" y="1746653"/>
              <a:ext cx="217855" cy="217855"/>
            </a:xfrm>
            <a:prstGeom prst="rect">
              <a:avLst/>
            </a:prstGeom>
            <a:solidFill>
              <a:schemeClr val="accent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t>5</a:t>
              </a:r>
            </a:p>
          </p:txBody>
        </p:sp>
        <p:sp>
          <p:nvSpPr>
            <p:cNvPr id="252" name="Swatch 4, 2">
              <a:extLst>
                <a:ext uri="{FF2B5EF4-FFF2-40B4-BE49-F238E27FC236}">
                  <a16:creationId xmlns:a16="http://schemas.microsoft.com/office/drawing/2014/main" id="{3FEE0636-61DE-8E51-7E69-6666CCD11B19}"/>
                </a:ext>
              </a:extLst>
            </p:cNvPr>
            <p:cNvSpPr/>
            <p:nvPr/>
          </p:nvSpPr>
          <p:spPr>
            <a:xfrm>
              <a:off x="3046527" y="2008081"/>
              <a:ext cx="217855" cy="217855"/>
            </a:xfrm>
            <a:prstGeom prst="rect">
              <a:avLst/>
            </a:prstGeom>
            <a:solidFill>
              <a:schemeClr val="accent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53" name="Swatch 4, 3">
              <a:extLst>
                <a:ext uri="{FF2B5EF4-FFF2-40B4-BE49-F238E27FC236}">
                  <a16:creationId xmlns:a16="http://schemas.microsoft.com/office/drawing/2014/main" id="{A36E9579-6830-869C-B9D3-257E62CA0400}"/>
                </a:ext>
              </a:extLst>
            </p:cNvPr>
            <p:cNvSpPr/>
            <p:nvPr/>
          </p:nvSpPr>
          <p:spPr>
            <a:xfrm>
              <a:off x="3046527" y="2225936"/>
              <a:ext cx="217855" cy="217855"/>
            </a:xfrm>
            <a:prstGeom prst="rect">
              <a:avLst/>
            </a:prstGeom>
            <a:solidFill>
              <a:schemeClr val="accent1">
                <a:lumMod val="25000"/>
                <a:lumOff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54" name="Swatch 4, 4">
              <a:extLst>
                <a:ext uri="{FF2B5EF4-FFF2-40B4-BE49-F238E27FC236}">
                  <a16:creationId xmlns:a16="http://schemas.microsoft.com/office/drawing/2014/main" id="{1C025A12-008F-2B0A-1D63-6568E936926E}"/>
                </a:ext>
              </a:extLst>
            </p:cNvPr>
            <p:cNvSpPr/>
            <p:nvPr/>
          </p:nvSpPr>
          <p:spPr>
            <a:xfrm>
              <a:off x="3046527" y="2443791"/>
              <a:ext cx="217855" cy="217855"/>
            </a:xfrm>
            <a:prstGeom prst="rect">
              <a:avLst/>
            </a:prstGeom>
            <a:solidFill>
              <a:schemeClr val="accent1">
                <a:lumMod val="50000"/>
                <a:lumOff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55" name="Swatch 4, 5">
              <a:extLst>
                <a:ext uri="{FF2B5EF4-FFF2-40B4-BE49-F238E27FC236}">
                  <a16:creationId xmlns:a16="http://schemas.microsoft.com/office/drawing/2014/main" id="{A4068181-A375-81C5-39AE-FCC7EC5C8453}"/>
                </a:ext>
              </a:extLst>
            </p:cNvPr>
            <p:cNvSpPr/>
            <p:nvPr/>
          </p:nvSpPr>
          <p:spPr>
            <a:xfrm>
              <a:off x="3046527" y="2661647"/>
              <a:ext cx="217855" cy="217855"/>
            </a:xfrm>
            <a:prstGeom prst="rect">
              <a:avLst/>
            </a:prstGeom>
            <a:solidFill>
              <a:schemeClr val="accent1">
                <a:lumMod val="75000"/>
                <a:lumOff val="2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56" name="Swatch 4, 6">
              <a:extLst>
                <a:ext uri="{FF2B5EF4-FFF2-40B4-BE49-F238E27FC236}">
                  <a16:creationId xmlns:a16="http://schemas.microsoft.com/office/drawing/2014/main" id="{7D6DA296-2B16-A91A-D881-F2DD9BC1B64A}"/>
                </a:ext>
              </a:extLst>
            </p:cNvPr>
            <p:cNvSpPr/>
            <p:nvPr/>
          </p:nvSpPr>
          <p:spPr>
            <a:xfrm>
              <a:off x="3046527" y="2878354"/>
              <a:ext cx="217855" cy="217855"/>
            </a:xfrm>
            <a:prstGeom prst="rect">
              <a:avLst/>
            </a:prstGeom>
            <a:solidFill>
              <a:schemeClr val="accent1">
                <a:lumMod val="90000"/>
                <a:lumOff val="1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59" name="Multiply 258">
              <a:extLst>
                <a:ext uri="{FF2B5EF4-FFF2-40B4-BE49-F238E27FC236}">
                  <a16:creationId xmlns:a16="http://schemas.microsoft.com/office/drawing/2014/main" id="{82EEF06C-54EA-E512-ACB6-BEFBACFD2DE2}"/>
                </a:ext>
              </a:extLst>
            </p:cNvPr>
            <p:cNvSpPr/>
            <p:nvPr/>
          </p:nvSpPr>
          <p:spPr>
            <a:xfrm>
              <a:off x="3005412"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0" name="Multiply 259">
              <a:extLst>
                <a:ext uri="{FF2B5EF4-FFF2-40B4-BE49-F238E27FC236}">
                  <a16:creationId xmlns:a16="http://schemas.microsoft.com/office/drawing/2014/main" id="{6308FD04-FE8D-2717-AF82-BB0BF6E153AF}"/>
                </a:ext>
              </a:extLst>
            </p:cNvPr>
            <p:cNvSpPr/>
            <p:nvPr/>
          </p:nvSpPr>
          <p:spPr>
            <a:xfrm>
              <a:off x="3005412"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1" name="Multiply 260">
              <a:extLst>
                <a:ext uri="{FF2B5EF4-FFF2-40B4-BE49-F238E27FC236}">
                  <a16:creationId xmlns:a16="http://schemas.microsoft.com/office/drawing/2014/main" id="{8398BC76-9BCA-BE44-567F-82E7379D886A}"/>
                </a:ext>
              </a:extLst>
            </p:cNvPr>
            <p:cNvSpPr/>
            <p:nvPr/>
          </p:nvSpPr>
          <p:spPr>
            <a:xfrm>
              <a:off x="3005412"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8" name="Multiply 277">
              <a:extLst>
                <a:ext uri="{FF2B5EF4-FFF2-40B4-BE49-F238E27FC236}">
                  <a16:creationId xmlns:a16="http://schemas.microsoft.com/office/drawing/2014/main" id="{0BA00D5D-5B9A-BE6F-36B9-EC221FCCA149}"/>
                </a:ext>
              </a:extLst>
            </p:cNvPr>
            <p:cNvSpPr/>
            <p:nvPr/>
          </p:nvSpPr>
          <p:spPr>
            <a:xfrm>
              <a:off x="3005412"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9" name="Multiply 278">
              <a:extLst>
                <a:ext uri="{FF2B5EF4-FFF2-40B4-BE49-F238E27FC236}">
                  <a16:creationId xmlns:a16="http://schemas.microsoft.com/office/drawing/2014/main" id="{2A928855-164F-419C-C8A0-C34D2F7D528B}"/>
                </a:ext>
              </a:extLst>
            </p:cNvPr>
            <p:cNvSpPr/>
            <p:nvPr/>
          </p:nvSpPr>
          <p:spPr>
            <a:xfrm>
              <a:off x="3005412"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0" name="Swatch 4, 1">
              <a:extLst>
                <a:ext uri="{FF2B5EF4-FFF2-40B4-BE49-F238E27FC236}">
                  <a16:creationId xmlns:a16="http://schemas.microsoft.com/office/drawing/2014/main" id="{9C99DFF6-2B61-01BF-A710-CB614EA47B6F}"/>
                </a:ext>
              </a:extLst>
            </p:cNvPr>
            <p:cNvSpPr/>
            <p:nvPr/>
          </p:nvSpPr>
          <p:spPr>
            <a:xfrm>
              <a:off x="2772246" y="3606709"/>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81" name="Swatch 4, 2">
              <a:extLst>
                <a:ext uri="{FF2B5EF4-FFF2-40B4-BE49-F238E27FC236}">
                  <a16:creationId xmlns:a16="http://schemas.microsoft.com/office/drawing/2014/main" id="{C8010F8E-3A3D-1A7E-EDD9-99AF6C245E38}"/>
                </a:ext>
              </a:extLst>
            </p:cNvPr>
            <p:cNvSpPr/>
            <p:nvPr/>
          </p:nvSpPr>
          <p:spPr>
            <a:xfrm>
              <a:off x="2772246" y="3885206"/>
              <a:ext cx="217855" cy="217855"/>
            </a:xfrm>
            <a:prstGeom prst="rect">
              <a:avLst/>
            </a:prstGeom>
            <a:solidFill>
              <a:srgbClr val="37377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82" name="Swatch 4, 3">
              <a:extLst>
                <a:ext uri="{FF2B5EF4-FFF2-40B4-BE49-F238E27FC236}">
                  <a16:creationId xmlns:a16="http://schemas.microsoft.com/office/drawing/2014/main" id="{BE1CBC25-3A4F-9233-E1D2-0937E51A9E52}"/>
                </a:ext>
              </a:extLst>
            </p:cNvPr>
            <p:cNvSpPr/>
            <p:nvPr/>
          </p:nvSpPr>
          <p:spPr>
            <a:xfrm>
              <a:off x="2772246" y="4164767"/>
              <a:ext cx="217855" cy="217855"/>
            </a:xfrm>
            <a:prstGeom prst="rect">
              <a:avLst/>
            </a:prstGeom>
            <a:solidFill>
              <a:srgbClr val="66669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bg1"/>
                </a:solidFill>
              </a:endParaRPr>
            </a:p>
          </p:txBody>
        </p:sp>
        <p:sp>
          <p:nvSpPr>
            <p:cNvPr id="283" name="Swatch 4, 4">
              <a:extLst>
                <a:ext uri="{FF2B5EF4-FFF2-40B4-BE49-F238E27FC236}">
                  <a16:creationId xmlns:a16="http://schemas.microsoft.com/office/drawing/2014/main" id="{EA0C827A-F3B6-0306-C550-5C8712F463FC}"/>
                </a:ext>
              </a:extLst>
            </p:cNvPr>
            <p:cNvSpPr/>
            <p:nvPr/>
          </p:nvSpPr>
          <p:spPr>
            <a:xfrm>
              <a:off x="2772246" y="4445395"/>
              <a:ext cx="217855" cy="217855"/>
            </a:xfrm>
            <a:prstGeom prst="rect">
              <a:avLst/>
            </a:prstGeom>
            <a:solidFill>
              <a:srgbClr val="9999B8"/>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84" name="Swatch 4, 5">
              <a:extLst>
                <a:ext uri="{FF2B5EF4-FFF2-40B4-BE49-F238E27FC236}">
                  <a16:creationId xmlns:a16="http://schemas.microsoft.com/office/drawing/2014/main" id="{99EF785E-584B-C807-8940-AA9E0CF92E08}"/>
                </a:ext>
              </a:extLst>
            </p:cNvPr>
            <p:cNvSpPr/>
            <p:nvPr/>
          </p:nvSpPr>
          <p:spPr>
            <a:xfrm>
              <a:off x="2772246" y="4726020"/>
              <a:ext cx="217855" cy="217855"/>
            </a:xfrm>
            <a:prstGeom prst="rect">
              <a:avLst/>
            </a:prstGeom>
            <a:solidFill>
              <a:srgbClr val="CCCCDB"/>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85" name="Swatch 4, 1">
              <a:extLst>
                <a:ext uri="{FF2B5EF4-FFF2-40B4-BE49-F238E27FC236}">
                  <a16:creationId xmlns:a16="http://schemas.microsoft.com/office/drawing/2014/main" id="{74517B0A-D35B-1F42-D918-B85E292D54D4}"/>
                </a:ext>
              </a:extLst>
            </p:cNvPr>
            <p:cNvSpPr/>
            <p:nvPr/>
          </p:nvSpPr>
          <p:spPr>
            <a:xfrm>
              <a:off x="2772246" y="1746653"/>
              <a:ext cx="217855" cy="217855"/>
            </a:xfrm>
            <a:prstGeom prst="rect">
              <a:avLst/>
            </a:prstGeom>
            <a:solidFill>
              <a:schemeClr val="tx2"/>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t>4</a:t>
              </a:r>
            </a:p>
          </p:txBody>
        </p:sp>
        <p:sp>
          <p:nvSpPr>
            <p:cNvPr id="286" name="Swatch 4, 2">
              <a:extLst>
                <a:ext uri="{FF2B5EF4-FFF2-40B4-BE49-F238E27FC236}">
                  <a16:creationId xmlns:a16="http://schemas.microsoft.com/office/drawing/2014/main" id="{26C5C479-B0EC-E4B7-C9C1-9461B618670C}"/>
                </a:ext>
              </a:extLst>
            </p:cNvPr>
            <p:cNvSpPr/>
            <p:nvPr/>
          </p:nvSpPr>
          <p:spPr>
            <a:xfrm>
              <a:off x="2772246" y="2008079"/>
              <a:ext cx="217855" cy="217856"/>
            </a:xfrm>
            <a:prstGeom prst="rect">
              <a:avLst/>
            </a:prstGeom>
            <a:solidFill>
              <a:schemeClr val="tx2">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87" name="Swatch 4, 3">
              <a:extLst>
                <a:ext uri="{FF2B5EF4-FFF2-40B4-BE49-F238E27FC236}">
                  <a16:creationId xmlns:a16="http://schemas.microsoft.com/office/drawing/2014/main" id="{AF022A97-C98F-ACA7-BD0E-D9D9208BCA29}"/>
                </a:ext>
              </a:extLst>
            </p:cNvPr>
            <p:cNvSpPr/>
            <p:nvPr/>
          </p:nvSpPr>
          <p:spPr>
            <a:xfrm>
              <a:off x="2772246" y="2225935"/>
              <a:ext cx="217855" cy="217856"/>
            </a:xfrm>
            <a:prstGeom prst="rect">
              <a:avLst/>
            </a:prstGeom>
            <a:solidFill>
              <a:schemeClr val="tx2">
                <a:lumMod val="25000"/>
                <a:lumOff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288" name="Swatch 4, 4">
              <a:extLst>
                <a:ext uri="{FF2B5EF4-FFF2-40B4-BE49-F238E27FC236}">
                  <a16:creationId xmlns:a16="http://schemas.microsoft.com/office/drawing/2014/main" id="{60F19AD7-CE53-41F6-E035-5B7C947D822D}"/>
                </a:ext>
              </a:extLst>
            </p:cNvPr>
            <p:cNvSpPr/>
            <p:nvPr/>
          </p:nvSpPr>
          <p:spPr>
            <a:xfrm>
              <a:off x="2772246" y="2443790"/>
              <a:ext cx="217855" cy="217856"/>
            </a:xfrm>
            <a:prstGeom prst="rect">
              <a:avLst/>
            </a:prstGeom>
            <a:solidFill>
              <a:schemeClr val="tx2">
                <a:lumMod val="50000"/>
                <a:lumOff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297" name="Swatch 4, 5">
              <a:extLst>
                <a:ext uri="{FF2B5EF4-FFF2-40B4-BE49-F238E27FC236}">
                  <a16:creationId xmlns:a16="http://schemas.microsoft.com/office/drawing/2014/main" id="{1A20E619-943C-551C-D808-578DC52DC670}"/>
                </a:ext>
              </a:extLst>
            </p:cNvPr>
            <p:cNvSpPr/>
            <p:nvPr/>
          </p:nvSpPr>
          <p:spPr>
            <a:xfrm>
              <a:off x="2772246" y="2661646"/>
              <a:ext cx="217855" cy="217856"/>
            </a:xfrm>
            <a:prstGeom prst="rect">
              <a:avLst/>
            </a:prstGeom>
            <a:solidFill>
              <a:schemeClr val="tx2">
                <a:lumMod val="75000"/>
                <a:lumOff val="2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04" name="Swatch 4, 6">
              <a:extLst>
                <a:ext uri="{FF2B5EF4-FFF2-40B4-BE49-F238E27FC236}">
                  <a16:creationId xmlns:a16="http://schemas.microsoft.com/office/drawing/2014/main" id="{1446CEA2-A1F4-F6F4-7299-5FC8DCA534CD}"/>
                </a:ext>
              </a:extLst>
            </p:cNvPr>
            <p:cNvSpPr/>
            <p:nvPr/>
          </p:nvSpPr>
          <p:spPr>
            <a:xfrm>
              <a:off x="2772246" y="2878353"/>
              <a:ext cx="217855" cy="217856"/>
            </a:xfrm>
            <a:prstGeom prst="rect">
              <a:avLst/>
            </a:prstGeom>
            <a:solidFill>
              <a:schemeClr val="tx2">
                <a:lumMod val="90000"/>
                <a:lumOff val="1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15" name="Multiply 314">
              <a:extLst>
                <a:ext uri="{FF2B5EF4-FFF2-40B4-BE49-F238E27FC236}">
                  <a16:creationId xmlns:a16="http://schemas.microsoft.com/office/drawing/2014/main" id="{975D0682-A7C5-0C67-46DA-3556C1B5172E}"/>
                </a:ext>
              </a:extLst>
            </p:cNvPr>
            <p:cNvSpPr/>
            <p:nvPr/>
          </p:nvSpPr>
          <p:spPr>
            <a:xfrm>
              <a:off x="2731131"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Multiply 315">
              <a:extLst>
                <a:ext uri="{FF2B5EF4-FFF2-40B4-BE49-F238E27FC236}">
                  <a16:creationId xmlns:a16="http://schemas.microsoft.com/office/drawing/2014/main" id="{2C8AB76C-53F8-9E76-42E1-15BCE6486801}"/>
                </a:ext>
              </a:extLst>
            </p:cNvPr>
            <p:cNvSpPr/>
            <p:nvPr/>
          </p:nvSpPr>
          <p:spPr>
            <a:xfrm>
              <a:off x="2731131"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Multiply 316">
              <a:extLst>
                <a:ext uri="{FF2B5EF4-FFF2-40B4-BE49-F238E27FC236}">
                  <a16:creationId xmlns:a16="http://schemas.microsoft.com/office/drawing/2014/main" id="{F9BA5677-1A08-C248-F16B-5135ABD7AC23}"/>
                </a:ext>
              </a:extLst>
            </p:cNvPr>
            <p:cNvSpPr/>
            <p:nvPr/>
          </p:nvSpPr>
          <p:spPr>
            <a:xfrm>
              <a:off x="2731131"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Multiply 318">
              <a:extLst>
                <a:ext uri="{FF2B5EF4-FFF2-40B4-BE49-F238E27FC236}">
                  <a16:creationId xmlns:a16="http://schemas.microsoft.com/office/drawing/2014/main" id="{71A61996-3572-2FF1-6BD3-44E8142000B1}"/>
                </a:ext>
              </a:extLst>
            </p:cNvPr>
            <p:cNvSpPr/>
            <p:nvPr/>
          </p:nvSpPr>
          <p:spPr>
            <a:xfrm>
              <a:off x="2731131"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Multiply 319">
              <a:extLst>
                <a:ext uri="{FF2B5EF4-FFF2-40B4-BE49-F238E27FC236}">
                  <a16:creationId xmlns:a16="http://schemas.microsoft.com/office/drawing/2014/main" id="{A666D01A-BB11-23E3-D1D6-85F6A91E59A1}"/>
                </a:ext>
              </a:extLst>
            </p:cNvPr>
            <p:cNvSpPr/>
            <p:nvPr/>
          </p:nvSpPr>
          <p:spPr>
            <a:xfrm>
              <a:off x="2731131"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1" name="Group 320">
              <a:extLst>
                <a:ext uri="{FF2B5EF4-FFF2-40B4-BE49-F238E27FC236}">
                  <a16:creationId xmlns:a16="http://schemas.microsoft.com/office/drawing/2014/main" id="{EE0B42C6-4A9D-BAFB-BBE0-7EEAB3D57F01}"/>
                </a:ext>
              </a:extLst>
            </p:cNvPr>
            <p:cNvGrpSpPr/>
            <p:nvPr/>
          </p:nvGrpSpPr>
          <p:grpSpPr>
            <a:xfrm>
              <a:off x="1908288" y="5132391"/>
              <a:ext cx="2768611" cy="645521"/>
              <a:chOff x="1908288" y="5349746"/>
              <a:chExt cx="2768611" cy="645521"/>
            </a:xfrm>
          </p:grpSpPr>
          <p:sp>
            <p:nvSpPr>
              <p:cNvPr id="323" name="Swatch 1, 6">
                <a:extLst>
                  <a:ext uri="{FF2B5EF4-FFF2-40B4-BE49-F238E27FC236}">
                    <a16:creationId xmlns:a16="http://schemas.microsoft.com/office/drawing/2014/main" id="{ACA960BB-C9F5-C73D-CFEF-7D6F4D14E51C}"/>
                  </a:ext>
                </a:extLst>
              </p:cNvPr>
              <p:cNvSpPr/>
              <p:nvPr/>
            </p:nvSpPr>
            <p:spPr>
              <a:xfrm>
                <a:off x="1949403" y="5734711"/>
                <a:ext cx="217855" cy="217856"/>
              </a:xfrm>
              <a:prstGeom prst="rect">
                <a:avLst/>
              </a:prstGeom>
              <a:solidFill>
                <a:srgbClr val="C0000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grpSp>
            <p:nvGrpSpPr>
              <p:cNvPr id="324" name="Group 323">
                <a:extLst>
                  <a:ext uri="{FF2B5EF4-FFF2-40B4-BE49-F238E27FC236}">
                    <a16:creationId xmlns:a16="http://schemas.microsoft.com/office/drawing/2014/main" id="{CA649218-F406-107A-EE75-41E52AB6A8B0}"/>
                  </a:ext>
                </a:extLst>
              </p:cNvPr>
              <p:cNvGrpSpPr/>
              <p:nvPr/>
            </p:nvGrpSpPr>
            <p:grpSpPr>
              <a:xfrm>
                <a:off x="1908288" y="5349746"/>
                <a:ext cx="2768611" cy="645521"/>
                <a:chOff x="1908288" y="5349746"/>
                <a:chExt cx="2768611" cy="645521"/>
              </a:xfrm>
            </p:grpSpPr>
            <p:sp>
              <p:nvSpPr>
                <p:cNvPr id="325" name="TextBox 324">
                  <a:extLst>
                    <a:ext uri="{FF2B5EF4-FFF2-40B4-BE49-F238E27FC236}">
                      <a16:creationId xmlns:a16="http://schemas.microsoft.com/office/drawing/2014/main" id="{3EAE48E1-33A4-C14B-0337-F2C6BA847AA6}"/>
                    </a:ext>
                  </a:extLst>
                </p:cNvPr>
                <p:cNvSpPr txBox="1"/>
                <p:nvPr/>
              </p:nvSpPr>
              <p:spPr>
                <a:xfrm>
                  <a:off x="1973469" y="5436415"/>
                  <a:ext cx="2004123" cy="287699"/>
                </a:xfrm>
                <a:prstGeom prst="rect">
                  <a:avLst/>
                </a:prstGeom>
              </p:spPr>
              <p:txBody>
                <a:bodyPr wrap="square" lIns="0" rIns="0" bIns="0" rtlCol="0">
                  <a:spAutoFit/>
                </a:bodyPr>
                <a:lstStyle/>
                <a:p>
                  <a:pPr defTabSz="457200"/>
                  <a:r>
                    <a:rPr lang="en-US" sz="1050" b="1">
                      <a:cs typeface="+mn-cs"/>
                    </a:rPr>
                    <a:t>Standard Colors</a:t>
                  </a:r>
                </a:p>
              </p:txBody>
            </p:sp>
            <p:cxnSp>
              <p:nvCxnSpPr>
                <p:cNvPr id="326" name="Straight Connector 325">
                  <a:extLst>
                    <a:ext uri="{FF2B5EF4-FFF2-40B4-BE49-F238E27FC236}">
                      <a16:creationId xmlns:a16="http://schemas.microsoft.com/office/drawing/2014/main" id="{CD233469-89C3-C514-5C83-6295C0C72340}"/>
                    </a:ext>
                    <a:ext uri="{C183D7F6-B498-43B3-948B-1728B52AA6E4}">
                      <adec:decorative xmlns:adec="http://schemas.microsoft.com/office/drawing/2017/decorative" val="1"/>
                    </a:ext>
                  </a:extLst>
                </p:cNvPr>
                <p:cNvCxnSpPr>
                  <a:cxnSpLocks/>
                </p:cNvCxnSpPr>
                <p:nvPr/>
              </p:nvCxnSpPr>
              <p:spPr>
                <a:xfrm>
                  <a:off x="1911244" y="5349746"/>
                  <a:ext cx="2731538" cy="0"/>
                </a:xfrm>
                <a:prstGeom prst="line">
                  <a:avLst/>
                </a:prstGeom>
                <a:ln w="9525">
                  <a:solidFill>
                    <a:schemeClr val="accent6">
                      <a:lumMod val="90000"/>
                    </a:schemeClr>
                  </a:solidFill>
                </a:ln>
              </p:spPr>
              <p:style>
                <a:lnRef idx="2">
                  <a:schemeClr val="accent1"/>
                </a:lnRef>
                <a:fillRef idx="0">
                  <a:schemeClr val="accent1"/>
                </a:fillRef>
                <a:effectRef idx="1">
                  <a:schemeClr val="accent1"/>
                </a:effectRef>
                <a:fontRef idx="minor">
                  <a:schemeClr val="tx1"/>
                </a:fontRef>
              </p:style>
            </p:cxnSp>
            <p:sp>
              <p:nvSpPr>
                <p:cNvPr id="327" name="Swatch 10, 6">
                  <a:extLst>
                    <a:ext uri="{FF2B5EF4-FFF2-40B4-BE49-F238E27FC236}">
                      <a16:creationId xmlns:a16="http://schemas.microsoft.com/office/drawing/2014/main" id="{C89B0940-2451-1325-A0EE-17420C3A2619}"/>
                    </a:ext>
                  </a:extLst>
                </p:cNvPr>
                <p:cNvSpPr/>
                <p:nvPr/>
              </p:nvSpPr>
              <p:spPr>
                <a:xfrm>
                  <a:off x="4417930" y="5734711"/>
                  <a:ext cx="217855" cy="217856"/>
                </a:xfrm>
                <a:prstGeom prst="rect">
                  <a:avLst/>
                </a:prstGeom>
                <a:solidFill>
                  <a:srgbClr val="7030A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28" name="Multiply 327">
                  <a:extLst>
                    <a:ext uri="{FF2B5EF4-FFF2-40B4-BE49-F238E27FC236}">
                      <a16:creationId xmlns:a16="http://schemas.microsoft.com/office/drawing/2014/main" id="{7DEB8E60-8B9D-DFBF-8E45-2AC52B20C1B8}"/>
                    </a:ext>
                  </a:extLst>
                </p:cNvPr>
                <p:cNvSpPr/>
                <p:nvPr/>
              </p:nvSpPr>
              <p:spPr>
                <a:xfrm>
                  <a:off x="4376815"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9" name="Swatch 1, 6">
                  <a:extLst>
                    <a:ext uri="{FF2B5EF4-FFF2-40B4-BE49-F238E27FC236}">
                      <a16:creationId xmlns:a16="http://schemas.microsoft.com/office/drawing/2014/main" id="{A268A552-A700-1DC4-39CB-3437117F9EB5}"/>
                    </a:ext>
                  </a:extLst>
                </p:cNvPr>
                <p:cNvSpPr/>
                <p:nvPr/>
              </p:nvSpPr>
              <p:spPr>
                <a:xfrm>
                  <a:off x="2497965" y="5734711"/>
                  <a:ext cx="217855" cy="217855"/>
                </a:xfrm>
                <a:prstGeom prst="rect">
                  <a:avLst/>
                </a:prstGeom>
                <a:solidFill>
                  <a:srgbClr val="FFC00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30" name="Multiply 329">
                  <a:extLst>
                    <a:ext uri="{FF2B5EF4-FFF2-40B4-BE49-F238E27FC236}">
                      <a16:creationId xmlns:a16="http://schemas.microsoft.com/office/drawing/2014/main" id="{58F7C4DC-FC2F-258C-B4E9-8313E725FC5F}"/>
                    </a:ext>
                  </a:extLst>
                </p:cNvPr>
                <p:cNvSpPr/>
                <p:nvPr/>
              </p:nvSpPr>
              <p:spPr>
                <a:xfrm>
                  <a:off x="2456850" y="569518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1" name="Multiply 330">
                  <a:extLst>
                    <a:ext uri="{FF2B5EF4-FFF2-40B4-BE49-F238E27FC236}">
                      <a16:creationId xmlns:a16="http://schemas.microsoft.com/office/drawing/2014/main" id="{501822AB-3B1F-48F4-8452-D234FA87E2A7}"/>
                    </a:ext>
                  </a:extLst>
                </p:cNvPr>
                <p:cNvSpPr/>
                <p:nvPr/>
              </p:nvSpPr>
              <p:spPr>
                <a:xfrm>
                  <a:off x="1908288"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2" name="Swatch 9, 6">
                  <a:extLst>
                    <a:ext uri="{FF2B5EF4-FFF2-40B4-BE49-F238E27FC236}">
                      <a16:creationId xmlns:a16="http://schemas.microsoft.com/office/drawing/2014/main" id="{C814CA21-232D-62BF-3287-DD09C172B30F}"/>
                    </a:ext>
                  </a:extLst>
                </p:cNvPr>
                <p:cNvSpPr/>
                <p:nvPr/>
              </p:nvSpPr>
              <p:spPr>
                <a:xfrm>
                  <a:off x="4143651" y="5734711"/>
                  <a:ext cx="217855" cy="217856"/>
                </a:xfrm>
                <a:prstGeom prst="rect">
                  <a:avLst/>
                </a:prstGeom>
                <a:solidFill>
                  <a:srgbClr val="00206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33" name="Multiply 332">
                  <a:extLst>
                    <a:ext uri="{FF2B5EF4-FFF2-40B4-BE49-F238E27FC236}">
                      <a16:creationId xmlns:a16="http://schemas.microsoft.com/office/drawing/2014/main" id="{99F44A11-B630-8605-76AD-804B043D0000}"/>
                    </a:ext>
                  </a:extLst>
                </p:cNvPr>
                <p:cNvSpPr/>
                <p:nvPr/>
              </p:nvSpPr>
              <p:spPr>
                <a:xfrm>
                  <a:off x="4102536"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4" name="Swatch 8, 6">
                  <a:extLst>
                    <a:ext uri="{FF2B5EF4-FFF2-40B4-BE49-F238E27FC236}">
                      <a16:creationId xmlns:a16="http://schemas.microsoft.com/office/drawing/2014/main" id="{19E83C82-A02F-56B9-B4B0-18B08C4CADA1}"/>
                    </a:ext>
                  </a:extLst>
                </p:cNvPr>
                <p:cNvSpPr/>
                <p:nvPr/>
              </p:nvSpPr>
              <p:spPr>
                <a:xfrm>
                  <a:off x="3868305" y="5734711"/>
                  <a:ext cx="219985" cy="219984"/>
                </a:xfrm>
                <a:prstGeom prst="rect">
                  <a:avLst/>
                </a:prstGeom>
                <a:solidFill>
                  <a:srgbClr val="0070C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noAutofit/>
                </a:bodyPr>
                <a:lstStyle/>
                <a:p>
                  <a:pPr algn="ctr"/>
                  <a:endParaRPr lang="en-US" sz="500"/>
                </a:p>
              </p:txBody>
            </p:sp>
            <p:sp>
              <p:nvSpPr>
                <p:cNvPr id="335" name="Multiply 334">
                  <a:extLst>
                    <a:ext uri="{FF2B5EF4-FFF2-40B4-BE49-F238E27FC236}">
                      <a16:creationId xmlns:a16="http://schemas.microsoft.com/office/drawing/2014/main" id="{CC3DCCD9-CC36-6675-8C9D-DED4ED339631}"/>
                    </a:ext>
                  </a:extLst>
                </p:cNvPr>
                <p:cNvSpPr/>
                <p:nvPr/>
              </p:nvSpPr>
              <p:spPr>
                <a:xfrm>
                  <a:off x="3828255"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6" name="Swatch 7, 6">
                  <a:extLst>
                    <a:ext uri="{FF2B5EF4-FFF2-40B4-BE49-F238E27FC236}">
                      <a16:creationId xmlns:a16="http://schemas.microsoft.com/office/drawing/2014/main" id="{3FA48947-C95F-8C93-AD48-1005F631E882}"/>
                    </a:ext>
                  </a:extLst>
                </p:cNvPr>
                <p:cNvSpPr/>
                <p:nvPr/>
              </p:nvSpPr>
              <p:spPr>
                <a:xfrm>
                  <a:off x="3595089" y="5734711"/>
                  <a:ext cx="217855" cy="217856"/>
                </a:xfrm>
                <a:prstGeom prst="rect">
                  <a:avLst/>
                </a:prstGeom>
                <a:solidFill>
                  <a:srgbClr val="00B0F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37" name="Multiply 336">
                  <a:extLst>
                    <a:ext uri="{FF2B5EF4-FFF2-40B4-BE49-F238E27FC236}">
                      <a16:creationId xmlns:a16="http://schemas.microsoft.com/office/drawing/2014/main" id="{B6FD12AD-F6FF-E207-7C7A-B05160FDBCD5}"/>
                    </a:ext>
                  </a:extLst>
                </p:cNvPr>
                <p:cNvSpPr/>
                <p:nvPr/>
              </p:nvSpPr>
              <p:spPr>
                <a:xfrm>
                  <a:off x="3553974"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8" name="Swatch 6, 6">
                  <a:extLst>
                    <a:ext uri="{FF2B5EF4-FFF2-40B4-BE49-F238E27FC236}">
                      <a16:creationId xmlns:a16="http://schemas.microsoft.com/office/drawing/2014/main" id="{D9A8BD8D-0838-1AE5-EC4A-472203E3FE87}"/>
                    </a:ext>
                  </a:extLst>
                </p:cNvPr>
                <p:cNvSpPr/>
                <p:nvPr/>
              </p:nvSpPr>
              <p:spPr>
                <a:xfrm>
                  <a:off x="3320808" y="5734711"/>
                  <a:ext cx="217855" cy="217855"/>
                </a:xfrm>
                <a:prstGeom prst="rect">
                  <a:avLst/>
                </a:prstGeom>
                <a:solidFill>
                  <a:srgbClr val="00B05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39" name="Multiply 338">
                  <a:extLst>
                    <a:ext uri="{FF2B5EF4-FFF2-40B4-BE49-F238E27FC236}">
                      <a16:creationId xmlns:a16="http://schemas.microsoft.com/office/drawing/2014/main" id="{CE0D6108-2C6D-4C3C-C6B2-33DFEB46F205}"/>
                    </a:ext>
                  </a:extLst>
                </p:cNvPr>
                <p:cNvSpPr/>
                <p:nvPr/>
              </p:nvSpPr>
              <p:spPr>
                <a:xfrm>
                  <a:off x="3279693"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0" name="Swatch 4, 6">
                  <a:extLst>
                    <a:ext uri="{FF2B5EF4-FFF2-40B4-BE49-F238E27FC236}">
                      <a16:creationId xmlns:a16="http://schemas.microsoft.com/office/drawing/2014/main" id="{4573D873-514E-2D12-72DD-5CBE20A16844}"/>
                    </a:ext>
                  </a:extLst>
                </p:cNvPr>
                <p:cNvSpPr/>
                <p:nvPr/>
              </p:nvSpPr>
              <p:spPr>
                <a:xfrm>
                  <a:off x="3046527" y="5734711"/>
                  <a:ext cx="217855" cy="217855"/>
                </a:xfrm>
                <a:prstGeom prst="rect">
                  <a:avLst/>
                </a:prstGeom>
                <a:solidFill>
                  <a:srgbClr val="92D05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41" name="Multiply 340">
                  <a:extLst>
                    <a:ext uri="{FF2B5EF4-FFF2-40B4-BE49-F238E27FC236}">
                      <a16:creationId xmlns:a16="http://schemas.microsoft.com/office/drawing/2014/main" id="{3A9EDA8E-1D9F-C9B4-F0DD-F14F53EF49AD}"/>
                    </a:ext>
                  </a:extLst>
                </p:cNvPr>
                <p:cNvSpPr/>
                <p:nvPr/>
              </p:nvSpPr>
              <p:spPr>
                <a:xfrm>
                  <a:off x="3005412"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2" name="Swatch 4, 6">
                  <a:extLst>
                    <a:ext uri="{FF2B5EF4-FFF2-40B4-BE49-F238E27FC236}">
                      <a16:creationId xmlns:a16="http://schemas.microsoft.com/office/drawing/2014/main" id="{672E9E7A-FB62-4AC0-89F7-7772F2D30617}"/>
                    </a:ext>
                  </a:extLst>
                </p:cNvPr>
                <p:cNvSpPr/>
                <p:nvPr/>
              </p:nvSpPr>
              <p:spPr>
                <a:xfrm>
                  <a:off x="2772246" y="5734711"/>
                  <a:ext cx="217855" cy="217856"/>
                </a:xfrm>
                <a:prstGeom prst="rect">
                  <a:avLst/>
                </a:prstGeom>
                <a:solidFill>
                  <a:srgbClr val="FFFF0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43" name="Multiply 342">
                  <a:extLst>
                    <a:ext uri="{FF2B5EF4-FFF2-40B4-BE49-F238E27FC236}">
                      <a16:creationId xmlns:a16="http://schemas.microsoft.com/office/drawing/2014/main" id="{E898E07D-A5E3-781D-9592-C9F79AB07E68}"/>
                    </a:ext>
                  </a:extLst>
                </p:cNvPr>
                <p:cNvSpPr/>
                <p:nvPr/>
              </p:nvSpPr>
              <p:spPr>
                <a:xfrm>
                  <a:off x="2731131"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4" name="Swatch 4, 6">
                  <a:extLst>
                    <a:ext uri="{FF2B5EF4-FFF2-40B4-BE49-F238E27FC236}">
                      <a16:creationId xmlns:a16="http://schemas.microsoft.com/office/drawing/2014/main" id="{85A1493C-1484-03A0-B5C3-FEED1FFEC1EE}"/>
                    </a:ext>
                  </a:extLst>
                </p:cNvPr>
                <p:cNvSpPr/>
                <p:nvPr/>
              </p:nvSpPr>
              <p:spPr>
                <a:xfrm>
                  <a:off x="2223684" y="5734711"/>
                  <a:ext cx="217855" cy="217856"/>
                </a:xfrm>
                <a:prstGeom prst="rect">
                  <a:avLst/>
                </a:prstGeom>
                <a:solidFill>
                  <a:srgbClr val="FF0000"/>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45" name="Multiply 344">
                  <a:extLst>
                    <a:ext uri="{FF2B5EF4-FFF2-40B4-BE49-F238E27FC236}">
                      <a16:creationId xmlns:a16="http://schemas.microsoft.com/office/drawing/2014/main" id="{AB426726-18D8-76D7-4BEC-1B92525E285C}"/>
                    </a:ext>
                  </a:extLst>
                </p:cNvPr>
                <p:cNvSpPr/>
                <p:nvPr/>
              </p:nvSpPr>
              <p:spPr>
                <a:xfrm>
                  <a:off x="2182569" y="569466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346" name="Swatch 2, 1">
              <a:extLst>
                <a:ext uri="{FF2B5EF4-FFF2-40B4-BE49-F238E27FC236}">
                  <a16:creationId xmlns:a16="http://schemas.microsoft.com/office/drawing/2014/main" id="{8F375217-3186-F388-86AA-019CAA6D4D48}"/>
                </a:ext>
              </a:extLst>
            </p:cNvPr>
            <p:cNvSpPr/>
            <p:nvPr/>
          </p:nvSpPr>
          <p:spPr>
            <a:xfrm>
              <a:off x="2223684" y="3606709"/>
              <a:ext cx="217855" cy="217855"/>
            </a:xfrm>
            <a:prstGeom prst="rect">
              <a:avLst/>
            </a:prstGeom>
            <a:solidFill>
              <a:srgbClr val="E9C71D"/>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347" name="Swatch 2, 2">
              <a:extLst>
                <a:ext uri="{FF2B5EF4-FFF2-40B4-BE49-F238E27FC236}">
                  <a16:creationId xmlns:a16="http://schemas.microsoft.com/office/drawing/2014/main" id="{6B8EE2E6-4064-82A9-EF21-C698CE887D7C}"/>
                </a:ext>
              </a:extLst>
            </p:cNvPr>
            <p:cNvSpPr/>
            <p:nvPr/>
          </p:nvSpPr>
          <p:spPr>
            <a:xfrm>
              <a:off x="2223684" y="3885206"/>
              <a:ext cx="217855" cy="217855"/>
            </a:xfrm>
            <a:prstGeom prst="rect">
              <a:avLst/>
            </a:prstGeom>
            <a:solidFill>
              <a:schemeClr val="bg1"/>
            </a:solidFill>
            <a:ln w="9525" cap="flat" cmpd="sng" algn="ctr">
              <a:solidFill>
                <a:schemeClr val="bg1">
                  <a:lumMod val="85000"/>
                </a:schemeClr>
              </a:solid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48" name="Swatch 6, 1">
              <a:extLst>
                <a:ext uri="{FF2B5EF4-FFF2-40B4-BE49-F238E27FC236}">
                  <a16:creationId xmlns:a16="http://schemas.microsoft.com/office/drawing/2014/main" id="{9388CD3C-1BA9-454E-86E1-0A344532F3E9}"/>
                </a:ext>
              </a:extLst>
            </p:cNvPr>
            <p:cNvSpPr/>
            <p:nvPr/>
          </p:nvSpPr>
          <p:spPr>
            <a:xfrm>
              <a:off x="2223684" y="4164767"/>
              <a:ext cx="217855" cy="217855"/>
            </a:xfrm>
            <a:prstGeom prst="rect">
              <a:avLst/>
            </a:prstGeom>
            <a:solidFill>
              <a:srgbClr val="2F78C4"/>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49" name="Swatch 6, 1">
              <a:extLst>
                <a:ext uri="{FF2B5EF4-FFF2-40B4-BE49-F238E27FC236}">
                  <a16:creationId xmlns:a16="http://schemas.microsoft.com/office/drawing/2014/main" id="{19279942-3701-23B0-4254-0FD8DEDE6324}"/>
                </a:ext>
              </a:extLst>
            </p:cNvPr>
            <p:cNvSpPr/>
            <p:nvPr/>
          </p:nvSpPr>
          <p:spPr>
            <a:xfrm>
              <a:off x="2223684" y="4445395"/>
              <a:ext cx="217855" cy="217855"/>
            </a:xfrm>
            <a:prstGeom prst="rect">
              <a:avLst/>
            </a:prstGeom>
            <a:solidFill>
              <a:srgbClr val="6AA2DC"/>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50" name="Swatch 6, 1">
              <a:extLst>
                <a:ext uri="{FF2B5EF4-FFF2-40B4-BE49-F238E27FC236}">
                  <a16:creationId xmlns:a16="http://schemas.microsoft.com/office/drawing/2014/main" id="{6BAAA875-A0FB-9B51-FDBC-193CE31648A8}"/>
                </a:ext>
              </a:extLst>
            </p:cNvPr>
            <p:cNvSpPr/>
            <p:nvPr/>
          </p:nvSpPr>
          <p:spPr>
            <a:xfrm>
              <a:off x="2223684" y="4726020"/>
              <a:ext cx="217855" cy="217855"/>
            </a:xfrm>
            <a:prstGeom prst="rect">
              <a:avLst/>
            </a:prstGeom>
            <a:solidFill>
              <a:srgbClr val="92BBE6"/>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500">
                  <a:solidFill>
                    <a:schemeClr val="tx1"/>
                  </a:solidFill>
                </a:rPr>
                <a:t>	</a:t>
              </a:r>
            </a:p>
          </p:txBody>
        </p:sp>
        <p:sp>
          <p:nvSpPr>
            <p:cNvPr id="351" name="Swatch 4, 1">
              <a:extLst>
                <a:ext uri="{FF2B5EF4-FFF2-40B4-BE49-F238E27FC236}">
                  <a16:creationId xmlns:a16="http://schemas.microsoft.com/office/drawing/2014/main" id="{E70C8DD0-2B5E-65C6-E146-F0A4D48A0DC4}"/>
                </a:ext>
              </a:extLst>
            </p:cNvPr>
            <p:cNvSpPr/>
            <p:nvPr/>
          </p:nvSpPr>
          <p:spPr>
            <a:xfrm>
              <a:off x="2223684" y="1746653"/>
              <a:ext cx="217855" cy="217855"/>
            </a:xfrm>
            <a:prstGeom prst="rect">
              <a:avLst/>
            </a:prstGeom>
            <a:solidFill>
              <a:schemeClr val="tx1"/>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r>
                <a:rPr lang="en-US" sz="800"/>
                <a:t>2</a:t>
              </a:r>
            </a:p>
          </p:txBody>
        </p:sp>
        <p:sp>
          <p:nvSpPr>
            <p:cNvPr id="352" name="Swatch 4, 2">
              <a:extLst>
                <a:ext uri="{FF2B5EF4-FFF2-40B4-BE49-F238E27FC236}">
                  <a16:creationId xmlns:a16="http://schemas.microsoft.com/office/drawing/2014/main" id="{77925AE7-F281-1BA4-4169-FF3D4E49A7B9}"/>
                </a:ext>
              </a:extLst>
            </p:cNvPr>
            <p:cNvSpPr/>
            <p:nvPr/>
          </p:nvSpPr>
          <p:spPr>
            <a:xfrm>
              <a:off x="2223684" y="2008079"/>
              <a:ext cx="217855" cy="217856"/>
            </a:xfrm>
            <a:prstGeom prst="rect">
              <a:avLst/>
            </a:prstGeom>
            <a:solidFill>
              <a:schemeClr val="tx1">
                <a:lumMod val="10000"/>
                <a:lumOff val="9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353" name="Swatch 4, 3">
              <a:extLst>
                <a:ext uri="{FF2B5EF4-FFF2-40B4-BE49-F238E27FC236}">
                  <a16:creationId xmlns:a16="http://schemas.microsoft.com/office/drawing/2014/main" id="{33B923D3-5C84-0A02-F84A-8E3EA578C593}"/>
                </a:ext>
              </a:extLst>
            </p:cNvPr>
            <p:cNvSpPr/>
            <p:nvPr/>
          </p:nvSpPr>
          <p:spPr>
            <a:xfrm>
              <a:off x="2223684" y="2225935"/>
              <a:ext cx="217855" cy="217856"/>
            </a:xfrm>
            <a:prstGeom prst="rect">
              <a:avLst/>
            </a:prstGeom>
            <a:solidFill>
              <a:schemeClr val="tx1">
                <a:lumMod val="25000"/>
                <a:lumOff val="7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solidFill>
                  <a:schemeClr val="tx1"/>
                </a:solidFill>
              </a:endParaRPr>
            </a:p>
          </p:txBody>
        </p:sp>
        <p:sp>
          <p:nvSpPr>
            <p:cNvPr id="354" name="Swatch 4, 4">
              <a:extLst>
                <a:ext uri="{FF2B5EF4-FFF2-40B4-BE49-F238E27FC236}">
                  <a16:creationId xmlns:a16="http://schemas.microsoft.com/office/drawing/2014/main" id="{A171D366-7F07-5301-4077-88283FA841AF}"/>
                </a:ext>
              </a:extLst>
            </p:cNvPr>
            <p:cNvSpPr/>
            <p:nvPr/>
          </p:nvSpPr>
          <p:spPr>
            <a:xfrm>
              <a:off x="2223684" y="2443790"/>
              <a:ext cx="217855" cy="217856"/>
            </a:xfrm>
            <a:prstGeom prst="rect">
              <a:avLst/>
            </a:prstGeom>
            <a:solidFill>
              <a:schemeClr val="tx1">
                <a:lumMod val="50000"/>
                <a:lumOff val="5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55" name="Swatch 4, 5">
              <a:extLst>
                <a:ext uri="{FF2B5EF4-FFF2-40B4-BE49-F238E27FC236}">
                  <a16:creationId xmlns:a16="http://schemas.microsoft.com/office/drawing/2014/main" id="{EA90479E-B9AC-5AC4-167C-0D14C6C44880}"/>
                </a:ext>
              </a:extLst>
            </p:cNvPr>
            <p:cNvSpPr/>
            <p:nvPr/>
          </p:nvSpPr>
          <p:spPr>
            <a:xfrm>
              <a:off x="2223684" y="2661646"/>
              <a:ext cx="217855" cy="217856"/>
            </a:xfrm>
            <a:prstGeom prst="rect">
              <a:avLst/>
            </a:prstGeom>
            <a:solidFill>
              <a:schemeClr val="tx1">
                <a:lumMod val="75000"/>
                <a:lumOff val="25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56" name="Swatch 4, 6">
              <a:extLst>
                <a:ext uri="{FF2B5EF4-FFF2-40B4-BE49-F238E27FC236}">
                  <a16:creationId xmlns:a16="http://schemas.microsoft.com/office/drawing/2014/main" id="{A354F0E2-C484-184F-A3C9-918FE87CB4B0}"/>
                </a:ext>
              </a:extLst>
            </p:cNvPr>
            <p:cNvSpPr/>
            <p:nvPr/>
          </p:nvSpPr>
          <p:spPr>
            <a:xfrm>
              <a:off x="2223684" y="2878353"/>
              <a:ext cx="217855" cy="217856"/>
            </a:xfrm>
            <a:prstGeom prst="rect">
              <a:avLst/>
            </a:prstGeom>
            <a:solidFill>
              <a:schemeClr val="tx1">
                <a:lumMod val="90000"/>
                <a:lumOff val="10000"/>
              </a:schemeClr>
            </a:solidFill>
            <a:ln w="1905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lIns="0" rIns="0" rtlCol="0" anchor="ctr">
              <a:noAutofit/>
            </a:bodyPr>
            <a:lstStyle/>
            <a:p>
              <a:pPr algn="ctr"/>
              <a:endParaRPr lang="en-US" sz="500"/>
            </a:p>
          </p:txBody>
        </p:sp>
        <p:sp>
          <p:nvSpPr>
            <p:cNvPr id="357" name="Multiply 356">
              <a:extLst>
                <a:ext uri="{FF2B5EF4-FFF2-40B4-BE49-F238E27FC236}">
                  <a16:creationId xmlns:a16="http://schemas.microsoft.com/office/drawing/2014/main" id="{AE3AD1D3-A9A2-4FCB-4B2F-B45A2A908F7C}"/>
                </a:ext>
              </a:extLst>
            </p:cNvPr>
            <p:cNvSpPr/>
            <p:nvPr/>
          </p:nvSpPr>
          <p:spPr>
            <a:xfrm>
              <a:off x="2182569" y="284467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8" name="Multiply 357">
              <a:extLst>
                <a:ext uri="{FF2B5EF4-FFF2-40B4-BE49-F238E27FC236}">
                  <a16:creationId xmlns:a16="http://schemas.microsoft.com/office/drawing/2014/main" id="{5F990008-9F67-F7D2-8EB2-65EF93D77022}"/>
                </a:ext>
              </a:extLst>
            </p:cNvPr>
            <p:cNvSpPr/>
            <p:nvPr/>
          </p:nvSpPr>
          <p:spPr>
            <a:xfrm>
              <a:off x="2182569" y="2618963"/>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9" name="Multiply 358">
              <a:extLst>
                <a:ext uri="{FF2B5EF4-FFF2-40B4-BE49-F238E27FC236}">
                  <a16:creationId xmlns:a16="http://schemas.microsoft.com/office/drawing/2014/main" id="{1FC4F5A0-2BCA-BAD8-05D7-3A1BD0A58C4B}"/>
                </a:ext>
              </a:extLst>
            </p:cNvPr>
            <p:cNvSpPr/>
            <p:nvPr/>
          </p:nvSpPr>
          <p:spPr>
            <a:xfrm>
              <a:off x="2182569" y="240483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0" name="Multiply 359">
              <a:extLst>
                <a:ext uri="{FF2B5EF4-FFF2-40B4-BE49-F238E27FC236}">
                  <a16:creationId xmlns:a16="http://schemas.microsoft.com/office/drawing/2014/main" id="{1D0BC0B2-E8EB-A833-9A2B-41BA6CCAD60E}"/>
                </a:ext>
              </a:extLst>
            </p:cNvPr>
            <p:cNvSpPr/>
            <p:nvPr/>
          </p:nvSpPr>
          <p:spPr>
            <a:xfrm>
              <a:off x="2182569" y="2190700"/>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1" name="Multiply 360">
              <a:extLst>
                <a:ext uri="{FF2B5EF4-FFF2-40B4-BE49-F238E27FC236}">
                  <a16:creationId xmlns:a16="http://schemas.microsoft.com/office/drawing/2014/main" id="{E4013505-351D-9DE8-B200-F910792076EB}"/>
                </a:ext>
              </a:extLst>
            </p:cNvPr>
            <p:cNvSpPr/>
            <p:nvPr/>
          </p:nvSpPr>
          <p:spPr>
            <a:xfrm>
              <a:off x="2182569" y="1970781"/>
              <a:ext cx="300084" cy="300084"/>
            </a:xfrm>
            <a:prstGeom prst="mathMultiply">
              <a:avLst>
                <a:gd name="adj1" fmla="val 10868"/>
              </a:avLst>
            </a:prstGeom>
            <a:solidFill>
              <a:srgbClr val="B81F2D"/>
            </a:solidFill>
            <a:ln w="444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2" name="TextBox 361">
              <a:extLst>
                <a:ext uri="{FF2B5EF4-FFF2-40B4-BE49-F238E27FC236}">
                  <a16:creationId xmlns:a16="http://schemas.microsoft.com/office/drawing/2014/main" id="{A5C52012-CC1E-F51D-1F94-ACE86CACDC55}"/>
                </a:ext>
              </a:extLst>
            </p:cNvPr>
            <p:cNvSpPr txBox="1"/>
            <p:nvPr/>
          </p:nvSpPr>
          <p:spPr>
            <a:xfrm>
              <a:off x="479339" y="3624792"/>
              <a:ext cx="1115728" cy="484748"/>
            </a:xfrm>
            <a:prstGeom prst="rect">
              <a:avLst/>
            </a:prstGeom>
            <a:noFill/>
          </p:spPr>
          <p:txBody>
            <a:bodyPr wrap="square" lIns="0" tIns="0" rIns="0" bIns="0" rtlCol="0">
              <a:spAutoFit/>
            </a:bodyPr>
            <a:lstStyle/>
            <a:p>
              <a:pPr defTabSz="457200"/>
              <a:r>
                <a:rPr lang="en-US" sz="1050" i="1"/>
                <a:t>Use these only </a:t>
              </a:r>
              <a:br>
                <a:rPr lang="en-US" sz="1050" i="1"/>
              </a:br>
              <a:r>
                <a:rPr lang="en-US" sz="1050" i="1"/>
                <a:t>as “stoplight” colors in charting</a:t>
              </a:r>
            </a:p>
          </p:txBody>
        </p:sp>
        <p:grpSp>
          <p:nvGrpSpPr>
            <p:cNvPr id="363" name="Group 362">
              <a:extLst>
                <a:ext uri="{FF2B5EF4-FFF2-40B4-BE49-F238E27FC236}">
                  <a16:creationId xmlns:a16="http://schemas.microsoft.com/office/drawing/2014/main" id="{C1142A5F-12B7-C352-BE3E-C2F1010D222A}"/>
                </a:ext>
                <a:ext uri="{C183D7F6-B498-43B3-948B-1728B52AA6E4}">
                  <adec:decorative xmlns:adec="http://schemas.microsoft.com/office/drawing/2017/decorative" val="1"/>
                </a:ext>
              </a:extLst>
            </p:cNvPr>
            <p:cNvGrpSpPr/>
            <p:nvPr/>
          </p:nvGrpSpPr>
          <p:grpSpPr>
            <a:xfrm flipH="1">
              <a:off x="1525441" y="4138943"/>
              <a:ext cx="228600" cy="846469"/>
              <a:chOff x="3760483" y="3267110"/>
              <a:chExt cx="261426" cy="1097280"/>
            </a:xfrm>
          </p:grpSpPr>
          <p:cxnSp>
            <p:nvCxnSpPr>
              <p:cNvPr id="364" name="Straight Connector 363">
                <a:extLst>
                  <a:ext uri="{FF2B5EF4-FFF2-40B4-BE49-F238E27FC236}">
                    <a16:creationId xmlns:a16="http://schemas.microsoft.com/office/drawing/2014/main" id="{C1DE2215-82FB-7FF0-0B1E-6FC552B074ED}"/>
                  </a:ext>
                </a:extLst>
              </p:cNvPr>
              <p:cNvCxnSpPr>
                <a:cxnSpLocks/>
              </p:cNvCxnSpPr>
              <p:nvPr/>
            </p:nvCxnSpPr>
            <p:spPr>
              <a:xfrm>
                <a:off x="3760483" y="3267110"/>
                <a:ext cx="0" cy="1097280"/>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365" name="Straight Arrow Connector 364">
                <a:extLst>
                  <a:ext uri="{FF2B5EF4-FFF2-40B4-BE49-F238E27FC236}">
                    <a16:creationId xmlns:a16="http://schemas.microsoft.com/office/drawing/2014/main" id="{3681FDF0-EF9F-C5B8-5F3D-6220C026F9A2}"/>
                  </a:ext>
                </a:extLst>
              </p:cNvPr>
              <p:cNvCxnSpPr>
                <a:cxnSpLocks/>
              </p:cNvCxnSpPr>
              <p:nvPr/>
            </p:nvCxnSpPr>
            <p:spPr>
              <a:xfrm>
                <a:off x="3760483" y="3815750"/>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sp>
          <p:nvSpPr>
            <p:cNvPr id="366" name="Rectangle 365">
              <a:extLst>
                <a:ext uri="{FF2B5EF4-FFF2-40B4-BE49-F238E27FC236}">
                  <a16:creationId xmlns:a16="http://schemas.microsoft.com/office/drawing/2014/main" id="{3CD4D26B-2788-D329-75CE-5966009FE987}"/>
                </a:ext>
              </a:extLst>
            </p:cNvPr>
            <p:cNvSpPr/>
            <p:nvPr/>
          </p:nvSpPr>
          <p:spPr>
            <a:xfrm>
              <a:off x="1911246" y="4138943"/>
              <a:ext cx="827858" cy="846479"/>
            </a:xfrm>
            <a:prstGeom prst="rect">
              <a:avLst/>
            </a:prstGeom>
            <a:ln w="12700">
              <a:solidFill>
                <a:srgbClr val="B81F2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367" name="TextBox 366">
              <a:extLst>
                <a:ext uri="{FF2B5EF4-FFF2-40B4-BE49-F238E27FC236}">
                  <a16:creationId xmlns:a16="http://schemas.microsoft.com/office/drawing/2014/main" id="{4CA8E7B9-CD25-F350-3448-01E4FAFA2E92}"/>
                </a:ext>
              </a:extLst>
            </p:cNvPr>
            <p:cNvSpPr txBox="1"/>
            <p:nvPr/>
          </p:nvSpPr>
          <p:spPr>
            <a:xfrm>
              <a:off x="479339" y="4486724"/>
              <a:ext cx="1115728" cy="323165"/>
            </a:xfrm>
            <a:prstGeom prst="rect">
              <a:avLst/>
            </a:prstGeom>
            <a:noFill/>
          </p:spPr>
          <p:txBody>
            <a:bodyPr wrap="square" lIns="0" tIns="0" rIns="0" bIns="0" rtlCol="0">
              <a:spAutoFit/>
            </a:bodyPr>
            <a:lstStyle/>
            <a:p>
              <a:pPr defTabSz="457200"/>
              <a:r>
                <a:rPr lang="en-US" sz="1050" i="1"/>
                <a:t>Base Cognizant </a:t>
              </a:r>
              <a:br>
                <a:rPr lang="en-US" sz="1050" i="1"/>
              </a:br>
              <a:r>
                <a:rPr lang="en-US" sz="1050" i="1"/>
                <a:t>9-color palette </a:t>
              </a:r>
            </a:p>
          </p:txBody>
        </p:sp>
        <p:sp>
          <p:nvSpPr>
            <p:cNvPr id="368" name="Rectangle 367">
              <a:extLst>
                <a:ext uri="{FF2B5EF4-FFF2-40B4-BE49-F238E27FC236}">
                  <a16:creationId xmlns:a16="http://schemas.microsoft.com/office/drawing/2014/main" id="{B78ADCD6-05CD-9AEF-68C6-EBE0D3C9B29E}"/>
                </a:ext>
              </a:extLst>
            </p:cNvPr>
            <p:cNvSpPr/>
            <p:nvPr/>
          </p:nvSpPr>
          <p:spPr>
            <a:xfrm flipV="1">
              <a:off x="1911246" y="3574158"/>
              <a:ext cx="827858" cy="279972"/>
            </a:xfrm>
            <a:prstGeom prst="rect">
              <a:avLst/>
            </a:prstGeom>
            <a:ln w="12700">
              <a:solidFill>
                <a:srgbClr val="B81F2D"/>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grpSp>
          <p:nvGrpSpPr>
            <p:cNvPr id="369" name="Group 368">
              <a:extLst>
                <a:ext uri="{FF2B5EF4-FFF2-40B4-BE49-F238E27FC236}">
                  <a16:creationId xmlns:a16="http://schemas.microsoft.com/office/drawing/2014/main" id="{3802757D-2EE0-7326-7F2F-294622FE659F}"/>
                </a:ext>
                <a:ext uri="{C183D7F6-B498-43B3-948B-1728B52AA6E4}">
                  <adec:decorative xmlns:adec="http://schemas.microsoft.com/office/drawing/2017/decorative" val="1"/>
                </a:ext>
              </a:extLst>
            </p:cNvPr>
            <p:cNvGrpSpPr/>
            <p:nvPr/>
          </p:nvGrpSpPr>
          <p:grpSpPr>
            <a:xfrm>
              <a:off x="4838898" y="1739728"/>
              <a:ext cx="228600" cy="220312"/>
              <a:chOff x="3333925" y="1657767"/>
              <a:chExt cx="261426" cy="1091853"/>
            </a:xfrm>
          </p:grpSpPr>
          <p:cxnSp>
            <p:nvCxnSpPr>
              <p:cNvPr id="370" name="Straight Connector 369">
                <a:extLst>
                  <a:ext uri="{FF2B5EF4-FFF2-40B4-BE49-F238E27FC236}">
                    <a16:creationId xmlns:a16="http://schemas.microsoft.com/office/drawing/2014/main" id="{6B03FC98-DE89-3B29-B77B-46FA2364FA44}"/>
                  </a:ext>
                </a:extLst>
              </p:cNvPr>
              <p:cNvCxnSpPr>
                <a:cxnSpLocks/>
              </p:cNvCxnSpPr>
              <p:nvPr/>
            </p:nvCxnSpPr>
            <p:spPr>
              <a:xfrm>
                <a:off x="3333925" y="1657767"/>
                <a:ext cx="0" cy="1091853"/>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371" name="Straight Arrow Connector 370">
                <a:extLst>
                  <a:ext uri="{FF2B5EF4-FFF2-40B4-BE49-F238E27FC236}">
                    <a16:creationId xmlns:a16="http://schemas.microsoft.com/office/drawing/2014/main" id="{71A52074-C5C7-226E-75AF-EB36B1A36622}"/>
                  </a:ext>
                </a:extLst>
              </p:cNvPr>
              <p:cNvCxnSpPr>
                <a:cxnSpLocks/>
              </p:cNvCxnSpPr>
              <p:nvPr/>
            </p:nvCxnSpPr>
            <p:spPr>
              <a:xfrm>
                <a:off x="3333925" y="2203693"/>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72" name="Group 371">
              <a:extLst>
                <a:ext uri="{FF2B5EF4-FFF2-40B4-BE49-F238E27FC236}">
                  <a16:creationId xmlns:a16="http://schemas.microsoft.com/office/drawing/2014/main" id="{7E8A5C14-C042-B34A-4DC2-2F438D48691E}"/>
                </a:ext>
                <a:ext uri="{C183D7F6-B498-43B3-948B-1728B52AA6E4}">
                  <adec:decorative xmlns:adec="http://schemas.microsoft.com/office/drawing/2017/decorative" val="1"/>
                </a:ext>
              </a:extLst>
            </p:cNvPr>
            <p:cNvGrpSpPr/>
            <p:nvPr/>
          </p:nvGrpSpPr>
          <p:grpSpPr>
            <a:xfrm flipH="1">
              <a:off x="1525441" y="3576813"/>
              <a:ext cx="228600" cy="277318"/>
              <a:chOff x="3760483" y="3267110"/>
              <a:chExt cx="261426" cy="1097280"/>
            </a:xfrm>
          </p:grpSpPr>
          <p:cxnSp>
            <p:nvCxnSpPr>
              <p:cNvPr id="373" name="Straight Connector 372">
                <a:extLst>
                  <a:ext uri="{FF2B5EF4-FFF2-40B4-BE49-F238E27FC236}">
                    <a16:creationId xmlns:a16="http://schemas.microsoft.com/office/drawing/2014/main" id="{E78509CE-0114-91A6-7486-6E3D2F36B4CF}"/>
                  </a:ext>
                </a:extLst>
              </p:cNvPr>
              <p:cNvCxnSpPr>
                <a:cxnSpLocks/>
              </p:cNvCxnSpPr>
              <p:nvPr/>
            </p:nvCxnSpPr>
            <p:spPr>
              <a:xfrm>
                <a:off x="3760483" y="3267110"/>
                <a:ext cx="0" cy="1097280"/>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374" name="Straight Arrow Connector 373">
                <a:extLst>
                  <a:ext uri="{FF2B5EF4-FFF2-40B4-BE49-F238E27FC236}">
                    <a16:creationId xmlns:a16="http://schemas.microsoft.com/office/drawing/2014/main" id="{01479CB1-88CD-16C4-CE5A-1C2825520608}"/>
                  </a:ext>
                </a:extLst>
              </p:cNvPr>
              <p:cNvCxnSpPr>
                <a:cxnSpLocks/>
              </p:cNvCxnSpPr>
              <p:nvPr/>
            </p:nvCxnSpPr>
            <p:spPr>
              <a:xfrm>
                <a:off x="3760483" y="3815750"/>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grpSp>
          <p:nvGrpSpPr>
            <p:cNvPr id="375" name="Group 374">
              <a:extLst>
                <a:ext uri="{FF2B5EF4-FFF2-40B4-BE49-F238E27FC236}">
                  <a16:creationId xmlns:a16="http://schemas.microsoft.com/office/drawing/2014/main" id="{AAB4A50D-4643-7AE7-15A1-2DE15F917427}"/>
                </a:ext>
                <a:ext uri="{C183D7F6-B498-43B3-948B-1728B52AA6E4}">
                  <adec:decorative xmlns:adec="http://schemas.microsoft.com/office/drawing/2017/decorative" val="1"/>
                </a:ext>
              </a:extLst>
            </p:cNvPr>
            <p:cNvGrpSpPr/>
            <p:nvPr/>
          </p:nvGrpSpPr>
          <p:grpSpPr>
            <a:xfrm>
              <a:off x="4838898" y="5509754"/>
              <a:ext cx="228600" cy="220312"/>
              <a:chOff x="3333925" y="1657767"/>
              <a:chExt cx="261426" cy="1091853"/>
            </a:xfrm>
          </p:grpSpPr>
          <p:cxnSp>
            <p:nvCxnSpPr>
              <p:cNvPr id="376" name="Straight Connector 375">
                <a:extLst>
                  <a:ext uri="{FF2B5EF4-FFF2-40B4-BE49-F238E27FC236}">
                    <a16:creationId xmlns:a16="http://schemas.microsoft.com/office/drawing/2014/main" id="{F0D7B2EE-2CEE-83D4-23F5-1ADD2D6B9500}"/>
                  </a:ext>
                </a:extLst>
              </p:cNvPr>
              <p:cNvCxnSpPr>
                <a:cxnSpLocks/>
              </p:cNvCxnSpPr>
              <p:nvPr/>
            </p:nvCxnSpPr>
            <p:spPr>
              <a:xfrm>
                <a:off x="3333925" y="1657767"/>
                <a:ext cx="0" cy="1091853"/>
              </a:xfrm>
              <a:prstGeom prst="line">
                <a:avLst/>
              </a:prstGeom>
              <a:ln w="12700">
                <a:solidFill>
                  <a:srgbClr val="B81F2D"/>
                </a:solidFill>
              </a:ln>
            </p:spPr>
            <p:style>
              <a:lnRef idx="2">
                <a:schemeClr val="accent1"/>
              </a:lnRef>
              <a:fillRef idx="0">
                <a:schemeClr val="accent1"/>
              </a:fillRef>
              <a:effectRef idx="1">
                <a:schemeClr val="accent1"/>
              </a:effectRef>
              <a:fontRef idx="minor">
                <a:schemeClr val="tx1"/>
              </a:fontRef>
            </p:style>
          </p:cxnSp>
          <p:cxnSp>
            <p:nvCxnSpPr>
              <p:cNvPr id="377" name="Straight Arrow Connector 376">
                <a:extLst>
                  <a:ext uri="{FF2B5EF4-FFF2-40B4-BE49-F238E27FC236}">
                    <a16:creationId xmlns:a16="http://schemas.microsoft.com/office/drawing/2014/main" id="{E171E434-3B43-1170-7E0C-0663ADC52B8B}"/>
                  </a:ext>
                </a:extLst>
              </p:cNvPr>
              <p:cNvCxnSpPr>
                <a:cxnSpLocks/>
              </p:cNvCxnSpPr>
              <p:nvPr/>
            </p:nvCxnSpPr>
            <p:spPr>
              <a:xfrm>
                <a:off x="3333925" y="2203693"/>
                <a:ext cx="261426" cy="0"/>
              </a:xfrm>
              <a:prstGeom prst="straightConnector1">
                <a:avLst/>
              </a:prstGeom>
              <a:ln w="12700">
                <a:solidFill>
                  <a:srgbClr val="B81F2D"/>
                </a:solidFill>
                <a:tailEnd type="triangle"/>
              </a:ln>
            </p:spPr>
            <p:style>
              <a:lnRef idx="2">
                <a:schemeClr val="accent1"/>
              </a:lnRef>
              <a:fillRef idx="0">
                <a:schemeClr val="accent1"/>
              </a:fillRef>
              <a:effectRef idx="1">
                <a:schemeClr val="accent1"/>
              </a:effectRef>
              <a:fontRef idx="minor">
                <a:schemeClr val="tx1"/>
              </a:fontRef>
            </p:style>
          </p:cxnSp>
        </p:grpSp>
      </p:grpSp>
      <p:sp>
        <p:nvSpPr>
          <p:cNvPr id="5" name="Rectangle 4">
            <a:extLst>
              <a:ext uri="{FF2B5EF4-FFF2-40B4-BE49-F238E27FC236}">
                <a16:creationId xmlns:a16="http://schemas.microsoft.com/office/drawing/2014/main" id="{64F04A79-12A1-DD09-56DD-B71E55B8F8F0}"/>
              </a:ext>
            </a:extLst>
          </p:cNvPr>
          <p:cNvSpPr/>
          <p:nvPr/>
        </p:nvSpPr>
        <p:spPr>
          <a:xfrm>
            <a:off x="8485109" y="3157528"/>
            <a:ext cx="2560320" cy="961802"/>
          </a:xfrm>
          <a:prstGeom prst="rect">
            <a:avLst/>
          </a:prstGeom>
        </p:spPr>
        <p:txBody>
          <a:bodyPr wrap="square" lIns="0">
            <a:spAutoFit/>
          </a:bodyPr>
          <a:lstStyle/>
          <a:p>
            <a:pPr marL="0" marR="0" lvl="0" indent="0" algn="l" defTabSz="457200" rtl="0" eaLnBrk="1" fontAlgn="auto" latinLnBrk="0" hangingPunct="1">
              <a:lnSpc>
                <a:spcPct val="100000"/>
              </a:lnSpc>
              <a:spcBef>
                <a:spcPts val="600"/>
              </a:spcBef>
              <a:buClrTx/>
              <a:buSzTx/>
              <a:buFontTx/>
              <a:buNone/>
              <a:tabLst/>
              <a:defRPr/>
            </a:pPr>
            <a:r>
              <a:rPr kumimoji="0" lang="en-US" sz="2000" b="0" i="0" u="none" strike="noStrike" kern="1200" cap="none" spc="0" normalizeH="0" baseline="0" noProof="0" dirty="0">
                <a:ln>
                  <a:noFill/>
                </a:ln>
                <a:solidFill>
                  <a:prstClr val="black"/>
                </a:solidFill>
                <a:effectLst/>
                <a:uLnTx/>
                <a:uFillTx/>
                <a:latin typeface="+mn-lt"/>
                <a:ea typeface="+mn-ea"/>
                <a:cs typeface="+mn-cs"/>
              </a:rPr>
              <a:t>Arial (Body)</a:t>
            </a:r>
          </a:p>
          <a:p>
            <a:pPr marL="0" marR="0" lvl="0" indent="0" algn="l" defTabSz="457200" rtl="0" eaLnBrk="1" fontAlgn="auto" latinLnBrk="0" hangingPunct="1">
              <a:lnSpc>
                <a:spcPct val="100000"/>
              </a:lnSpc>
              <a:spcBef>
                <a:spcPts val="600"/>
              </a:spcBef>
              <a:buClrTx/>
              <a:buSzTx/>
              <a:buFontTx/>
              <a:buNone/>
              <a:tabLst/>
              <a:defRPr/>
            </a:pPr>
            <a:r>
              <a:rPr kumimoji="0" lang="en-US" sz="1050" b="0" i="0" u="none" strike="noStrike" kern="1200" cap="none" spc="0" normalizeH="0" baseline="0" noProof="0" dirty="0">
                <a:ln>
                  <a:noFill/>
                </a:ln>
                <a:solidFill>
                  <a:prstClr val="black"/>
                </a:solidFill>
                <a:effectLst/>
                <a:uLnTx/>
                <a:uFillTx/>
                <a:latin typeface="+mn-lt"/>
                <a:ea typeface="+mn-ea"/>
                <a:cs typeface="+mn-cs"/>
              </a:rPr>
              <a:t>“Arial,” in sentence case, is used for all body copy, bullet points and instances where sustained reading is required.</a:t>
            </a:r>
            <a:endParaRPr kumimoji="0" lang="en-US" sz="2000" b="0" i="0" u="none" strike="noStrike" kern="1200" cap="none" spc="0" normalizeH="0" baseline="0" noProof="0" dirty="0">
              <a:ln>
                <a:noFill/>
              </a:ln>
              <a:solidFill>
                <a:prstClr val="black"/>
              </a:solidFill>
              <a:effectLst/>
              <a:uLnTx/>
              <a:uFillTx/>
              <a:latin typeface="+mn-lt"/>
              <a:ea typeface="+mn-ea"/>
              <a:cs typeface="+mn-cs"/>
            </a:endParaRPr>
          </a:p>
        </p:txBody>
      </p:sp>
      <p:sp>
        <p:nvSpPr>
          <p:cNvPr id="3" name="TextBox 2">
            <a:extLst>
              <a:ext uri="{FF2B5EF4-FFF2-40B4-BE49-F238E27FC236}">
                <a16:creationId xmlns:a16="http://schemas.microsoft.com/office/drawing/2014/main" id="{D5573D2B-E2EC-35AA-1B4E-0E88C904615D}"/>
              </a:ext>
            </a:extLst>
          </p:cNvPr>
          <p:cNvSpPr txBox="1"/>
          <p:nvPr/>
        </p:nvSpPr>
        <p:spPr>
          <a:xfrm>
            <a:off x="8485109" y="1854880"/>
            <a:ext cx="2560320" cy="1077218"/>
          </a:xfrm>
          <a:prstGeom prst="rect">
            <a:avLst/>
          </a:prstGeom>
          <a:noFill/>
        </p:spPr>
        <p:txBody>
          <a:bodyPr wrap="square" lIns="0" rIns="0" bIns="0" rtlCol="0" anchor="t">
            <a:spAutoFit/>
          </a:bodyPr>
          <a:lstStyle/>
          <a:p>
            <a:pPr marL="0" marR="0" lvl="0" indent="0" algn="l" defTabSz="457200" rtl="0" eaLnBrk="1" fontAlgn="auto" latinLnBrk="0" hangingPunct="1">
              <a:lnSpc>
                <a:spcPct val="100000"/>
              </a:lnSpc>
              <a:spcBef>
                <a:spcPts val="600"/>
              </a:spcBef>
              <a:buClrTx/>
              <a:buSzTx/>
              <a:buFontTx/>
              <a:buNone/>
              <a:tabLst/>
              <a:defRPr/>
            </a:pPr>
            <a:r>
              <a:rPr kumimoji="0" lang="en-US" sz="2000" b="1" i="0" u="none" strike="noStrike" kern="1200" cap="none" spc="0" normalizeH="0" baseline="0" noProof="0" dirty="0">
                <a:ln>
                  <a:noFill/>
                </a:ln>
                <a:solidFill>
                  <a:prstClr val="black"/>
                </a:solidFill>
                <a:effectLst/>
                <a:uLnTx/>
                <a:uFillTx/>
                <a:latin typeface="+mn-lt"/>
                <a:ea typeface="+mn-ea"/>
                <a:cs typeface="+mn-cs"/>
              </a:rPr>
              <a:t>Arial (Headings)</a:t>
            </a:r>
          </a:p>
          <a:p>
            <a:pPr marL="0" marR="0" lvl="0" indent="0" algn="l" defTabSz="457200" rtl="0" eaLnBrk="1" fontAlgn="auto" latinLnBrk="0" hangingPunct="1">
              <a:lnSpc>
                <a:spcPct val="100000"/>
              </a:lnSpc>
              <a:spcBef>
                <a:spcPts val="600"/>
              </a:spcBef>
              <a:buClrTx/>
              <a:buSzTx/>
              <a:buFontTx/>
              <a:buNone/>
              <a:tabLst/>
              <a:defRPr/>
            </a:pPr>
            <a:r>
              <a:rPr kumimoji="0" lang="en-US" sz="1050" b="1" i="0" u="none" strike="noStrike" kern="1200" cap="none" spc="0" normalizeH="0" baseline="0" noProof="0" dirty="0">
                <a:ln>
                  <a:noFill/>
                </a:ln>
                <a:solidFill>
                  <a:prstClr val="black"/>
                </a:solidFill>
                <a:effectLst/>
                <a:uLnTx/>
                <a:uFillTx/>
                <a:latin typeface="+mn-lt"/>
                <a:ea typeface="+mn-ea"/>
                <a:cs typeface="+mn-cs"/>
              </a:rPr>
              <a:t>“Arial,” bolded </a:t>
            </a:r>
            <a:r>
              <a:rPr kumimoji="0" lang="en-US" sz="1050" b="0" i="0" u="none" strike="noStrike" kern="1200" cap="none" spc="0" normalizeH="0" baseline="0" noProof="0" dirty="0">
                <a:ln>
                  <a:noFill/>
                </a:ln>
                <a:solidFill>
                  <a:prstClr val="black"/>
                </a:solidFill>
                <a:effectLst/>
                <a:uLnTx/>
                <a:uFillTx/>
                <a:latin typeface="+mn-lt"/>
                <a:ea typeface="+mn-ea"/>
                <a:cs typeface="+mn-cs"/>
              </a:rPr>
              <a:t>and in sentence case, is used for headlines, cover/section slides and other instances where bold emphasis is needed.</a:t>
            </a:r>
            <a:endParaRPr kumimoji="0" lang="en-US" sz="2000" b="0" i="0" u="none" strike="noStrike" kern="1200" cap="none" spc="0" normalizeH="0" baseline="0" noProof="0" dirty="0">
              <a:ln>
                <a:noFill/>
              </a:ln>
              <a:solidFill>
                <a:prstClr val="black"/>
              </a:solidFill>
              <a:effectLst/>
              <a:uLnTx/>
              <a:uFillTx/>
              <a:latin typeface="+mn-lt"/>
              <a:ea typeface="+mn-ea"/>
              <a:cs typeface="+mn-cs"/>
            </a:endParaRPr>
          </a:p>
        </p:txBody>
      </p:sp>
      <p:sp>
        <p:nvSpPr>
          <p:cNvPr id="8" name="TextBox 7">
            <a:extLst>
              <a:ext uri="{FF2B5EF4-FFF2-40B4-BE49-F238E27FC236}">
                <a16:creationId xmlns:a16="http://schemas.microsoft.com/office/drawing/2014/main" id="{C305CFF2-2439-3B37-EA37-F08382981BC6}"/>
              </a:ext>
            </a:extLst>
          </p:cNvPr>
          <p:cNvSpPr txBox="1"/>
          <p:nvPr/>
        </p:nvSpPr>
        <p:spPr>
          <a:xfrm>
            <a:off x="8485109" y="1432083"/>
            <a:ext cx="2377440" cy="261610"/>
          </a:xfrm>
          <a:prstGeom prst="rect">
            <a:avLst/>
          </a:prstGeom>
          <a:noFill/>
        </p:spPr>
        <p:txBody>
          <a:bodyPr wrap="square" lIns="0" rIns="0" bIns="0" rtlCol="0">
            <a:spAutoFit/>
          </a:bodyPr>
          <a:lstStyle>
            <a:defPPr>
              <a:defRPr lang="en-US"/>
            </a:defPPr>
            <a:lvl1pPr defTabSz="457200">
              <a:defRPr sz="1400" b="1">
                <a:solidFill>
                  <a:prstClr val="black"/>
                </a:solidFill>
                <a:latin typeface="+mn-lt"/>
              </a:defRPr>
            </a:lvl1pPr>
          </a:lstStyle>
          <a:p>
            <a:r>
              <a:rPr lang="en-US"/>
              <a:t>Theme Fonts</a:t>
            </a:r>
          </a:p>
        </p:txBody>
      </p:sp>
      <p:cxnSp>
        <p:nvCxnSpPr>
          <p:cNvPr id="12" name="Straight Connector 11">
            <a:extLst>
              <a:ext uri="{FF2B5EF4-FFF2-40B4-BE49-F238E27FC236}">
                <a16:creationId xmlns:a16="http://schemas.microsoft.com/office/drawing/2014/main" id="{B5401E18-E2A1-C529-8864-64522D311040}"/>
              </a:ext>
              <a:ext uri="{C183D7F6-B498-43B3-948B-1728B52AA6E4}">
                <adec:decorative xmlns:adec="http://schemas.microsoft.com/office/drawing/2017/decorative" val="1"/>
              </a:ext>
            </a:extLst>
          </p:cNvPr>
          <p:cNvCxnSpPr>
            <a:cxnSpLocks/>
          </p:cNvCxnSpPr>
          <p:nvPr/>
        </p:nvCxnSpPr>
        <p:spPr>
          <a:xfrm rot="5400000" flipH="1" flipV="1">
            <a:off x="5354646" y="3739259"/>
            <a:ext cx="5241908" cy="0"/>
          </a:xfrm>
          <a:prstGeom prst="line">
            <a:avLst/>
          </a:prstGeom>
          <a:ln w="9525">
            <a:solidFill>
              <a:schemeClr val="accent6">
                <a:lumMod val="90000"/>
              </a:schemeClr>
            </a:solidFill>
          </a:ln>
        </p:spPr>
        <p:style>
          <a:lnRef idx="2">
            <a:schemeClr val="accent1"/>
          </a:lnRef>
          <a:fillRef idx="0">
            <a:schemeClr val="accent1"/>
          </a:fillRef>
          <a:effectRef idx="1">
            <a:schemeClr val="accent1"/>
          </a:effectRef>
          <a:fontRef idx="minor">
            <a:schemeClr val="tx1"/>
          </a:fontRef>
        </p:style>
      </p:cxnSp>
      <p:sp>
        <p:nvSpPr>
          <p:cNvPr id="10" name="Footer Placeholder 1">
            <a:extLst>
              <a:ext uri="{FF2B5EF4-FFF2-40B4-BE49-F238E27FC236}">
                <a16:creationId xmlns:a16="http://schemas.microsoft.com/office/drawing/2014/main" id="{465F7EF7-7357-D32A-C8D4-5393182BAE99}"/>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34233959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A2907-6F4A-20BD-3F98-5F078CCCDC08}"/>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EDFF47EC-77FB-0B42-11F2-2704E16D484B}"/>
              </a:ext>
            </a:extLst>
          </p:cNvPr>
          <p:cNvSpPr>
            <a:spLocks noGrp="1"/>
          </p:cNvSpPr>
          <p:nvPr>
            <p:ph type="title"/>
          </p:nvPr>
        </p:nvSpPr>
        <p:spPr/>
        <p:txBody>
          <a:bodyPr/>
          <a:lstStyle/>
          <a:p>
            <a:r>
              <a:rPr lang="en-US"/>
              <a:t>Gradient boxes and lines</a:t>
            </a:r>
          </a:p>
        </p:txBody>
      </p:sp>
      <p:sp>
        <p:nvSpPr>
          <p:cNvPr id="2" name="Text Placeholder 32">
            <a:extLst>
              <a:ext uri="{FF2B5EF4-FFF2-40B4-BE49-F238E27FC236}">
                <a16:creationId xmlns:a16="http://schemas.microsoft.com/office/drawing/2014/main" id="{4F8D6599-7246-9420-3DD9-AEFAEFC92764}"/>
              </a:ext>
            </a:extLst>
          </p:cNvPr>
          <p:cNvSpPr txBox="1">
            <a:spLocks/>
          </p:cNvSpPr>
          <p:nvPr/>
        </p:nvSpPr>
        <p:spPr>
          <a:xfrm>
            <a:off x="457198" y="856937"/>
            <a:ext cx="6959601" cy="187359"/>
          </a:xfrm>
          <a:prstGeom prst="rect">
            <a:avLst/>
          </a:prstGeom>
        </p:spPr>
        <p:txBody>
          <a:bodyPr lIns="0" tIns="0" rIns="0" bIns="0">
            <a:spAutoFit/>
          </a:bodyPr>
          <a:lstStyle>
            <a:lvl1pPr marL="18288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600" b="0" kern="1200">
                <a:solidFill>
                  <a:schemeClr val="tx1"/>
                </a:solidFill>
                <a:latin typeface="+mn-lt"/>
                <a:ea typeface="+mn-ea"/>
                <a:cs typeface="+mn-cs"/>
              </a:defRPr>
            </a:lvl1pPr>
            <a:lvl2pPr marL="393192" indent="-187325"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400" b="0" kern="1200" baseline="0">
                <a:solidFill>
                  <a:schemeClr val="tx1"/>
                </a:solidFill>
                <a:latin typeface="+mn-lt"/>
                <a:ea typeface="+mn-ea"/>
                <a:cs typeface="+mn-cs"/>
              </a:defRPr>
            </a:lvl2pPr>
            <a:lvl3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3pPr>
            <a:lvl4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4pPr>
            <a:lvl5pPr marL="594360" indent="-182880" algn="l" defTabSz="914400" rtl="0" eaLnBrk="1" latinLnBrk="0" hangingPunct="1">
              <a:lnSpc>
                <a:spcPct val="110000"/>
              </a:lnSpc>
              <a:spcBef>
                <a:spcPts val="600"/>
              </a:spcBef>
              <a:spcAft>
                <a:spcPts val="0"/>
              </a:spcAft>
              <a:buClr>
                <a:schemeClr val="tx1"/>
              </a:buClr>
              <a:buFont typeface="Arial" panose="020B0604020202020204" pitchFamily="34" charset="0"/>
              <a:buChar char="•"/>
              <a:tabLst/>
              <a:defRPr sz="1200" b="0" kern="1200">
                <a:solidFill>
                  <a:schemeClr val="tx1"/>
                </a:solidFill>
                <a:latin typeface="+mn-lt"/>
                <a:ea typeface="+mn-ea"/>
                <a:cs typeface="+mn-cs"/>
              </a:defRPr>
            </a:lvl5pPr>
            <a:lvl6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6pPr>
            <a:lvl7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7pPr>
            <a:lvl8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8pPr>
            <a:lvl9pPr marL="594360" indent="-182880" algn="l" defTabSz="914400" rtl="0" eaLnBrk="1" latinLnBrk="0" hangingPunct="1">
              <a:lnSpc>
                <a:spcPct val="110000"/>
              </a:lnSpc>
              <a:spcBef>
                <a:spcPts val="600"/>
              </a:spcBef>
              <a:buFont typeface="Arial" panose="020B0604020202020204" pitchFamily="34" charset="0"/>
              <a:buChar char="•"/>
              <a:defRPr sz="1200" kern="1200">
                <a:solidFill>
                  <a:schemeClr val="tx1"/>
                </a:solidFill>
                <a:latin typeface="+mn-lt"/>
                <a:ea typeface="+mn-ea"/>
                <a:cs typeface="+mn-cs"/>
              </a:defRPr>
            </a:lvl9pPr>
          </a:lstStyle>
          <a:p>
            <a:pPr marL="0" indent="0">
              <a:buNone/>
            </a:pPr>
            <a:r>
              <a:rPr lang="en-US" sz="1200"/>
              <a:t>Use only one box per slide to highlight a single piece of important content </a:t>
            </a:r>
          </a:p>
        </p:txBody>
      </p:sp>
      <p:sp>
        <p:nvSpPr>
          <p:cNvPr id="33" name="TextBox 32">
            <a:extLst>
              <a:ext uri="{FF2B5EF4-FFF2-40B4-BE49-F238E27FC236}">
                <a16:creationId xmlns:a16="http://schemas.microsoft.com/office/drawing/2014/main" id="{FC38B552-9E62-822E-4C08-11668CA80831}"/>
              </a:ext>
            </a:extLst>
          </p:cNvPr>
          <p:cNvSpPr txBox="1"/>
          <p:nvPr/>
        </p:nvSpPr>
        <p:spPr>
          <a:xfrm>
            <a:off x="457200" y="1698244"/>
            <a:ext cx="2031064" cy="323165"/>
          </a:xfrm>
          <a:prstGeom prst="rect">
            <a:avLst/>
          </a:prstGeom>
          <a:noFill/>
        </p:spPr>
        <p:txBody>
          <a:bodyPr wrap="square" lIns="0" tIns="0" rIns="0" bIns="0" rtlCol="0">
            <a:spAutoFit/>
          </a:bodyPr>
          <a:lstStyle>
            <a:defPPr>
              <a:defRPr lang="en-US"/>
            </a:defPPr>
            <a:lvl1pPr defTabSz="457200">
              <a:defRPr sz="1400" b="1">
                <a:solidFill>
                  <a:prstClr val="black"/>
                </a:solidFill>
              </a:defRPr>
            </a:lvl1pPr>
          </a:lstStyle>
          <a:p>
            <a:r>
              <a:rPr lang="en-US" sz="1050" b="0"/>
              <a:t>Horizontal gradient box</a:t>
            </a:r>
          </a:p>
          <a:p>
            <a:r>
              <a:rPr lang="en-US" sz="1050" b="0"/>
              <a:t>2.5pt</a:t>
            </a:r>
          </a:p>
        </p:txBody>
      </p:sp>
      <p:sp>
        <p:nvSpPr>
          <p:cNvPr id="31" name="Rectangle 30">
            <a:extLst>
              <a:ext uri="{FF2B5EF4-FFF2-40B4-BE49-F238E27FC236}">
                <a16:creationId xmlns:a16="http://schemas.microsoft.com/office/drawing/2014/main" id="{309A7667-FC9F-CC21-A6F6-2443F13B75C4}"/>
              </a:ext>
            </a:extLst>
          </p:cNvPr>
          <p:cNvSpPr/>
          <p:nvPr/>
        </p:nvSpPr>
        <p:spPr>
          <a:xfrm>
            <a:off x="2567388" y="1698244"/>
            <a:ext cx="1220999" cy="1220999"/>
          </a:xfrm>
          <a:prstGeom prst="rect">
            <a:avLst/>
          </a:prstGeom>
          <a:noFill/>
          <a:ln w="31750" cap="flat" cmpd="sng" algn="ctr">
            <a:gradFill>
              <a:gsLst>
                <a:gs pos="0">
                  <a:schemeClr val="accent1"/>
                </a:gs>
                <a:gs pos="40000">
                  <a:schemeClr val="accent2"/>
                </a:gs>
                <a:gs pos="100000">
                  <a:srgbClr val="06C7CC"/>
                </a:gs>
              </a:gsLst>
              <a:lin ang="10800000" scaled="0"/>
            </a:gra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Work as one</a:t>
            </a:r>
            <a:endParaRPr kumimoji="0" lang="en-US" sz="8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I deliver solutions</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that draw upon the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full power and scale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 Cognizant</a:t>
            </a:r>
          </a:p>
        </p:txBody>
      </p:sp>
      <p:sp>
        <p:nvSpPr>
          <p:cNvPr id="32" name="Rectangle 31">
            <a:extLst>
              <a:ext uri="{FF2B5EF4-FFF2-40B4-BE49-F238E27FC236}">
                <a16:creationId xmlns:a16="http://schemas.microsoft.com/office/drawing/2014/main" id="{A1954357-0FF2-34FE-CBD9-FB88F090BFD5}"/>
              </a:ext>
            </a:extLst>
          </p:cNvPr>
          <p:cNvSpPr/>
          <p:nvPr/>
        </p:nvSpPr>
        <p:spPr>
          <a:xfrm>
            <a:off x="4331694" y="1698244"/>
            <a:ext cx="1220999" cy="1220999"/>
          </a:xfrm>
          <a:prstGeom prst="rect">
            <a:avLst/>
          </a:prstGeom>
          <a:noFill/>
          <a:ln w="31750" cap="flat" cmpd="sng" algn="ctr">
            <a:gradFill>
              <a:gsLst>
                <a:gs pos="0">
                  <a:schemeClr val="accent1"/>
                </a:gs>
                <a:gs pos="40000">
                  <a:schemeClr val="accent2"/>
                </a:gs>
                <a:gs pos="100000">
                  <a:srgbClr val="06C7CC"/>
                </a:gs>
              </a:gsLst>
              <a:lin ang="10800000" scaled="0"/>
            </a:gradFill>
            <a:prstDash val="solid"/>
            <a:miter lim="800000"/>
          </a:ln>
          <a:effectLst/>
        </p:spPr>
        <p:txBody>
          <a:bodyPr lIns="91440" tIns="91440" rIns="91440" bIns="91440" rtlCol="0" anchor="ctr" anchorCtr="0"/>
          <a:lstStyle/>
          <a:p>
            <a:r>
              <a:rPr lang="en-US" sz="1100" b="1" kern="0">
                <a:solidFill>
                  <a:srgbClr val="000048"/>
                </a:solidFill>
                <a:cs typeface="Arial" panose="020B0604020202020204" pitchFamily="34" charset="0"/>
              </a:rPr>
              <a:t>Create conditions</a:t>
            </a:r>
            <a:br>
              <a:rPr lang="en-US" sz="1100" b="1" kern="0">
                <a:solidFill>
                  <a:srgbClr val="000048"/>
                </a:solidFill>
                <a:cs typeface="Arial" panose="020B0604020202020204" pitchFamily="34" charset="0"/>
              </a:rPr>
            </a:br>
            <a:r>
              <a:rPr lang="en-US" sz="1100" b="1" kern="0">
                <a:solidFill>
                  <a:srgbClr val="000048"/>
                </a:solidFill>
                <a:cs typeface="Arial" panose="020B0604020202020204" pitchFamily="34" charset="0"/>
              </a:rPr>
              <a:t>for everyone</a:t>
            </a:r>
            <a:br>
              <a:rPr lang="en-US" sz="1100" b="1" kern="0">
                <a:solidFill>
                  <a:srgbClr val="000048"/>
                </a:solidFill>
                <a:cs typeface="Arial" panose="020B0604020202020204" pitchFamily="34" charset="0"/>
              </a:rPr>
            </a:br>
            <a:r>
              <a:rPr lang="en-US" sz="1100" b="1" kern="0">
                <a:solidFill>
                  <a:srgbClr val="000048"/>
                </a:solidFill>
                <a:cs typeface="Arial" panose="020B0604020202020204" pitchFamily="34" charset="0"/>
              </a:rPr>
              <a:t>to thrive</a:t>
            </a:r>
          </a:p>
        </p:txBody>
      </p:sp>
      <p:sp>
        <p:nvSpPr>
          <p:cNvPr id="30" name="Rectangle 29">
            <a:extLst>
              <a:ext uri="{FF2B5EF4-FFF2-40B4-BE49-F238E27FC236}">
                <a16:creationId xmlns:a16="http://schemas.microsoft.com/office/drawing/2014/main" id="{702BB047-3D84-7B38-7D89-B4E69810EDC2}"/>
              </a:ext>
            </a:extLst>
          </p:cNvPr>
          <p:cNvSpPr/>
          <p:nvPr/>
        </p:nvSpPr>
        <p:spPr>
          <a:xfrm>
            <a:off x="6096000" y="1698244"/>
            <a:ext cx="1220999" cy="1220999"/>
          </a:xfrm>
          <a:prstGeom prst="rect">
            <a:avLst/>
          </a:prstGeom>
          <a:noFill/>
          <a:ln w="31750" cap="flat" cmpd="sng" algn="ctr">
            <a:gradFill>
              <a:gsLst>
                <a:gs pos="0">
                  <a:schemeClr val="accent1"/>
                </a:gs>
                <a:gs pos="40000">
                  <a:schemeClr val="accent2"/>
                </a:gs>
                <a:gs pos="100000">
                  <a:srgbClr val="06C7CC"/>
                </a:gs>
              </a:gsLst>
              <a:lin ang="10800000" scaled="0"/>
            </a:gra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48"/>
                </a:solidFill>
                <a:effectLst/>
                <a:uLnTx/>
                <a:uFillTx/>
                <a:ea typeface="+mn-ea"/>
                <a:cs typeface="Arial" panose="020B0604020202020204" pitchFamily="34" charset="0"/>
              </a:rPr>
              <a:t>270+</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Offices and digital</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hubs worldwide</a:t>
            </a:r>
          </a:p>
        </p:txBody>
      </p:sp>
      <p:sp>
        <p:nvSpPr>
          <p:cNvPr id="37" name="TextBox 36">
            <a:extLst>
              <a:ext uri="{FF2B5EF4-FFF2-40B4-BE49-F238E27FC236}">
                <a16:creationId xmlns:a16="http://schemas.microsoft.com/office/drawing/2014/main" id="{5C83457D-5352-21D4-294B-25957AAE825B}"/>
              </a:ext>
            </a:extLst>
          </p:cNvPr>
          <p:cNvSpPr txBox="1"/>
          <p:nvPr/>
        </p:nvSpPr>
        <p:spPr>
          <a:xfrm>
            <a:off x="457200" y="3243464"/>
            <a:ext cx="2031064" cy="323165"/>
          </a:xfrm>
          <a:prstGeom prst="rect">
            <a:avLst/>
          </a:prstGeom>
          <a:noFill/>
        </p:spPr>
        <p:txBody>
          <a:bodyPr wrap="square" lIns="0" tIns="0" rIns="0" bIns="0" rtlCol="0">
            <a:spAutoFit/>
          </a:bodyPr>
          <a:lstStyle>
            <a:defPPr>
              <a:defRPr lang="en-US"/>
            </a:defPPr>
            <a:lvl1pPr defTabSz="457200">
              <a:defRPr sz="1400" b="1">
                <a:solidFill>
                  <a:prstClr val="black"/>
                </a:solidFill>
              </a:defRPr>
            </a:lvl1pPr>
          </a:lstStyle>
          <a:p>
            <a:r>
              <a:rPr lang="en-US" sz="1050" b="0"/>
              <a:t>Diagonal gradient box</a:t>
            </a:r>
          </a:p>
          <a:p>
            <a:r>
              <a:rPr lang="en-US" sz="1050" b="0"/>
              <a:t>2.5pt</a:t>
            </a:r>
          </a:p>
        </p:txBody>
      </p:sp>
      <p:sp>
        <p:nvSpPr>
          <p:cNvPr id="35" name="Rectangle 34">
            <a:extLst>
              <a:ext uri="{FF2B5EF4-FFF2-40B4-BE49-F238E27FC236}">
                <a16:creationId xmlns:a16="http://schemas.microsoft.com/office/drawing/2014/main" id="{D53EC7A6-7AB6-741E-BC64-7B7328F5B444}"/>
              </a:ext>
            </a:extLst>
          </p:cNvPr>
          <p:cNvSpPr/>
          <p:nvPr/>
        </p:nvSpPr>
        <p:spPr>
          <a:xfrm>
            <a:off x="2567388" y="3243464"/>
            <a:ext cx="1220999" cy="1220999"/>
          </a:xfrm>
          <a:prstGeom prst="rect">
            <a:avLst/>
          </a:prstGeom>
          <a:noFill/>
          <a:ln w="31750" cap="flat" cmpd="sng" algn="ctr">
            <a:gradFill>
              <a:gsLst>
                <a:gs pos="0">
                  <a:schemeClr val="accent1"/>
                </a:gs>
                <a:gs pos="40000">
                  <a:schemeClr val="accent2"/>
                </a:gs>
                <a:gs pos="99000">
                  <a:srgbClr val="06C7CC"/>
                </a:gs>
              </a:gsLst>
              <a:lin ang="8400000" scaled="0"/>
            </a:gra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Work as one</a:t>
            </a:r>
            <a:endParaRPr kumimoji="0" lang="en-US" sz="8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I deliver solutions</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that draw upon the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full power and scale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 Cognizant</a:t>
            </a:r>
          </a:p>
        </p:txBody>
      </p:sp>
      <p:sp>
        <p:nvSpPr>
          <p:cNvPr id="36" name="Rectangle 35">
            <a:extLst>
              <a:ext uri="{FF2B5EF4-FFF2-40B4-BE49-F238E27FC236}">
                <a16:creationId xmlns:a16="http://schemas.microsoft.com/office/drawing/2014/main" id="{741F2821-47ED-BD89-1467-634A5A95429B}"/>
              </a:ext>
            </a:extLst>
          </p:cNvPr>
          <p:cNvSpPr/>
          <p:nvPr/>
        </p:nvSpPr>
        <p:spPr>
          <a:xfrm>
            <a:off x="4331694" y="3243464"/>
            <a:ext cx="1220999" cy="1220999"/>
          </a:xfrm>
          <a:prstGeom prst="rect">
            <a:avLst/>
          </a:prstGeom>
          <a:noFill/>
          <a:ln w="31750" cap="flat" cmpd="sng" algn="ctr">
            <a:gradFill>
              <a:gsLst>
                <a:gs pos="0">
                  <a:schemeClr val="accent1"/>
                </a:gs>
                <a:gs pos="40000">
                  <a:schemeClr val="accent2"/>
                </a:gs>
                <a:gs pos="100000">
                  <a:srgbClr val="06C7CC"/>
                </a:gs>
              </a:gsLst>
              <a:lin ang="8400000" scaled="0"/>
            </a:gra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Create conditions</a:t>
            </a:r>
            <a:b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for everyone</a:t>
            </a:r>
            <a:b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to thrive</a:t>
            </a:r>
            <a:endParaRPr kumimoji="0" lang="en-US" sz="800" b="0" i="0" u="none" strike="noStrike" kern="0" cap="none" spc="0" normalizeH="0" baseline="0" noProof="0">
              <a:ln>
                <a:noFill/>
              </a:ln>
              <a:solidFill>
                <a:srgbClr val="000048"/>
              </a:solidFill>
              <a:effectLst/>
              <a:uLnTx/>
              <a:uFillTx/>
              <a:ea typeface="+mn-ea"/>
              <a:cs typeface="Arial" panose="020B0604020202020204" pitchFamily="34" charset="0"/>
            </a:endParaRPr>
          </a:p>
        </p:txBody>
      </p:sp>
      <p:sp>
        <p:nvSpPr>
          <p:cNvPr id="34" name="Rectangle 33">
            <a:extLst>
              <a:ext uri="{FF2B5EF4-FFF2-40B4-BE49-F238E27FC236}">
                <a16:creationId xmlns:a16="http://schemas.microsoft.com/office/drawing/2014/main" id="{B70FF4D6-7990-2910-8A76-CF50E6B23FFC}"/>
              </a:ext>
            </a:extLst>
          </p:cNvPr>
          <p:cNvSpPr/>
          <p:nvPr/>
        </p:nvSpPr>
        <p:spPr>
          <a:xfrm>
            <a:off x="6096000" y="3243464"/>
            <a:ext cx="1220999" cy="1220999"/>
          </a:xfrm>
          <a:prstGeom prst="rect">
            <a:avLst/>
          </a:prstGeom>
          <a:noFill/>
          <a:ln w="31750" cap="flat" cmpd="sng" algn="ctr">
            <a:gradFill>
              <a:gsLst>
                <a:gs pos="0">
                  <a:schemeClr val="accent1"/>
                </a:gs>
                <a:gs pos="40000">
                  <a:schemeClr val="accent2"/>
                </a:gs>
                <a:gs pos="100000">
                  <a:srgbClr val="06C7CC"/>
                </a:gs>
              </a:gsLst>
              <a:lin ang="8400000" scaled="0"/>
            </a:gra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48"/>
                </a:solidFill>
                <a:effectLst/>
                <a:uLnTx/>
                <a:uFillTx/>
                <a:ea typeface="+mn-ea"/>
                <a:cs typeface="Arial" panose="020B0604020202020204" pitchFamily="34" charset="0"/>
              </a:rPr>
              <a:t>270+</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Offices and digital</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hubs worldwide</a:t>
            </a:r>
          </a:p>
        </p:txBody>
      </p:sp>
      <p:cxnSp>
        <p:nvCxnSpPr>
          <p:cNvPr id="68" name="Straight Connector 67">
            <a:extLst>
              <a:ext uri="{FF2B5EF4-FFF2-40B4-BE49-F238E27FC236}">
                <a16:creationId xmlns:a16="http://schemas.microsoft.com/office/drawing/2014/main" id="{1017B399-3C63-6DD4-FBD7-B8C0CD82CC97}"/>
              </a:ext>
              <a:ext uri="{C183D7F6-B498-43B3-948B-1728B52AA6E4}">
                <adec:decorative xmlns:adec="http://schemas.microsoft.com/office/drawing/2017/decorative" val="1"/>
              </a:ext>
            </a:extLst>
          </p:cNvPr>
          <p:cNvCxnSpPr>
            <a:cxnSpLocks/>
          </p:cNvCxnSpPr>
          <p:nvPr/>
        </p:nvCxnSpPr>
        <p:spPr>
          <a:xfrm>
            <a:off x="8159960" y="1563268"/>
            <a:ext cx="0" cy="4581389"/>
          </a:xfrm>
          <a:prstGeom prst="line">
            <a:avLst/>
          </a:prstGeom>
          <a:noFill/>
          <a:ln w="12700" cap="flat" cmpd="sng" algn="ctr">
            <a:solidFill>
              <a:srgbClr val="97999B"/>
            </a:solidFill>
            <a:prstDash val="solid"/>
            <a:miter lim="800000"/>
          </a:ln>
          <a:effectLst/>
        </p:spPr>
      </p:cxnSp>
      <p:sp>
        <p:nvSpPr>
          <p:cNvPr id="39" name="Rectangle 38">
            <a:extLst>
              <a:ext uri="{FF2B5EF4-FFF2-40B4-BE49-F238E27FC236}">
                <a16:creationId xmlns:a16="http://schemas.microsoft.com/office/drawing/2014/main" id="{E32EE4C5-92F9-5DA3-7472-C462221372B1}"/>
              </a:ext>
            </a:extLst>
          </p:cNvPr>
          <p:cNvSpPr/>
          <p:nvPr/>
        </p:nvSpPr>
        <p:spPr>
          <a:xfrm>
            <a:off x="2567388" y="4788684"/>
            <a:ext cx="1220999" cy="1220999"/>
          </a:xfrm>
          <a:prstGeom prst="rect">
            <a:avLst/>
          </a:prstGeom>
          <a:noFill/>
          <a:ln w="31750" cap="flat" cmpd="sng" algn="ctr">
            <a:solidFill>
              <a:schemeClr val="accent1"/>
            </a:soli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Work as one</a:t>
            </a:r>
            <a:endParaRPr kumimoji="0" lang="en-US" sz="8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I deliver solutions</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that draw upon the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full power and scale</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 Cognizant</a:t>
            </a:r>
          </a:p>
        </p:txBody>
      </p:sp>
      <p:sp>
        <p:nvSpPr>
          <p:cNvPr id="40" name="Rectangle 39">
            <a:extLst>
              <a:ext uri="{FF2B5EF4-FFF2-40B4-BE49-F238E27FC236}">
                <a16:creationId xmlns:a16="http://schemas.microsoft.com/office/drawing/2014/main" id="{2F366EED-D6D3-AAE3-51AF-08E3A237EA98}"/>
              </a:ext>
            </a:extLst>
          </p:cNvPr>
          <p:cNvSpPr/>
          <p:nvPr/>
        </p:nvSpPr>
        <p:spPr>
          <a:xfrm>
            <a:off x="4331694" y="4788684"/>
            <a:ext cx="1220999" cy="1220999"/>
          </a:xfrm>
          <a:prstGeom prst="rect">
            <a:avLst/>
          </a:prstGeom>
          <a:noFill/>
          <a:ln w="31750" cap="flat" cmpd="sng" algn="ctr">
            <a:solidFill>
              <a:schemeClr val="accent2"/>
            </a:soli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Create conditions</a:t>
            </a:r>
            <a:b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for everyone</a:t>
            </a:r>
            <a:b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1100" b="1" i="0" u="none" strike="noStrike" kern="0" cap="none" spc="0" normalizeH="0" baseline="0" noProof="0">
                <a:ln>
                  <a:noFill/>
                </a:ln>
                <a:solidFill>
                  <a:srgbClr val="000048"/>
                </a:solidFill>
                <a:effectLst/>
                <a:uLnTx/>
                <a:uFillTx/>
                <a:ea typeface="+mn-ea"/>
                <a:cs typeface="Arial" panose="020B0604020202020204" pitchFamily="34" charset="0"/>
              </a:rPr>
              <a:t>to thrive</a:t>
            </a:r>
            <a:endParaRPr kumimoji="0" lang="en-US" sz="800" b="0" i="0" u="none" strike="noStrike" kern="0" cap="none" spc="0" normalizeH="0" baseline="0" noProof="0">
              <a:ln>
                <a:noFill/>
              </a:ln>
              <a:solidFill>
                <a:srgbClr val="000048"/>
              </a:solidFill>
              <a:effectLst/>
              <a:uLnTx/>
              <a:uFillTx/>
              <a:ea typeface="+mn-ea"/>
              <a:cs typeface="Arial" panose="020B0604020202020204" pitchFamily="34" charset="0"/>
            </a:endParaRPr>
          </a:p>
        </p:txBody>
      </p:sp>
      <p:sp>
        <p:nvSpPr>
          <p:cNvPr id="38" name="Rectangle 37">
            <a:extLst>
              <a:ext uri="{FF2B5EF4-FFF2-40B4-BE49-F238E27FC236}">
                <a16:creationId xmlns:a16="http://schemas.microsoft.com/office/drawing/2014/main" id="{B5512615-7B05-60A5-E855-548DD14956DD}"/>
              </a:ext>
            </a:extLst>
          </p:cNvPr>
          <p:cNvSpPr/>
          <p:nvPr/>
        </p:nvSpPr>
        <p:spPr>
          <a:xfrm>
            <a:off x="6096000" y="4788684"/>
            <a:ext cx="1220999" cy="1220999"/>
          </a:xfrm>
          <a:prstGeom prst="rect">
            <a:avLst/>
          </a:prstGeom>
          <a:noFill/>
          <a:ln w="31750" cap="flat" cmpd="sng" algn="ctr">
            <a:solidFill>
              <a:schemeClr val="accent6">
                <a:alpha val="99000"/>
              </a:schemeClr>
            </a:solidFill>
            <a:prstDash val="solid"/>
            <a:miter lim="800000"/>
          </a:ln>
          <a:effectLst/>
        </p:spPr>
        <p:txBody>
          <a:bodyPr lIns="91440" tIns="91440" rIns="91440" bIns="91440" rtlCol="0" anchor="ctr"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400" b="1" i="0" u="none" strike="noStrike" kern="0" cap="none" spc="0" normalizeH="0" baseline="0" noProof="0">
                <a:ln>
                  <a:noFill/>
                </a:ln>
                <a:solidFill>
                  <a:srgbClr val="000048"/>
                </a:solidFill>
                <a:effectLst/>
                <a:uLnTx/>
                <a:uFillTx/>
                <a:ea typeface="+mn-ea"/>
                <a:cs typeface="Arial" panose="020B0604020202020204" pitchFamily="34" charset="0"/>
              </a:rPr>
              <a:t>270+</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600" b="0" i="0" u="none" strike="noStrike" kern="0" cap="none" spc="0" normalizeH="0" baseline="0" noProof="0">
              <a:ln>
                <a:noFill/>
              </a:ln>
              <a:solidFill>
                <a:srgbClr val="000048"/>
              </a:solidFill>
              <a:effectLst/>
              <a:uLnTx/>
              <a:uFillTx/>
              <a:ea typeface="+mn-ea"/>
              <a:cs typeface="Arial" panose="020B060402020202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Offices and digital</a:t>
            </a:r>
            <a:b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br>
            <a:r>
              <a:rPr kumimoji="0" lang="en-US" sz="800" b="0" i="0" u="none" strike="noStrike" kern="0" cap="none" spc="0" normalizeH="0" baseline="0" noProof="0">
                <a:ln>
                  <a:noFill/>
                </a:ln>
                <a:solidFill>
                  <a:srgbClr val="000048"/>
                </a:solidFill>
                <a:effectLst/>
                <a:uLnTx/>
                <a:uFillTx/>
                <a:ea typeface="+mn-ea"/>
                <a:cs typeface="Arial" panose="020B0604020202020204" pitchFamily="34" charset="0"/>
              </a:rPr>
              <a:t>hubs worldwide</a:t>
            </a:r>
          </a:p>
        </p:txBody>
      </p:sp>
      <p:sp>
        <p:nvSpPr>
          <p:cNvPr id="69" name="Text Placeholder 32">
            <a:extLst>
              <a:ext uri="{FF2B5EF4-FFF2-40B4-BE49-F238E27FC236}">
                <a16:creationId xmlns:a16="http://schemas.microsoft.com/office/drawing/2014/main" id="{257F1959-24B5-E539-422E-44D34FCF124B}"/>
              </a:ext>
            </a:extLst>
          </p:cNvPr>
          <p:cNvSpPr txBox="1">
            <a:spLocks/>
          </p:cNvSpPr>
          <p:nvPr/>
        </p:nvSpPr>
        <p:spPr>
          <a:xfrm>
            <a:off x="9023035" y="1063772"/>
            <a:ext cx="2467001" cy="276999"/>
          </a:xfrm>
          <a:prstGeom prst="rect">
            <a:avLst/>
          </a:prstGeom>
        </p:spPr>
        <p:txBody>
          <a:bodyPr vert="horz" wrap="square" lIns="0" tIns="0" rIns="0" bIns="0" rtlCol="0" anchor="t" anchorCtr="0">
            <a:noAutofit/>
          </a:bodyPr>
          <a:lstStyle>
            <a:lvl1pPr marL="0" indent="0" algn="l" defTabSz="914400" rtl="0" eaLnBrk="1" latinLnBrk="0" hangingPunct="1">
              <a:lnSpc>
                <a:spcPct val="100000"/>
              </a:lnSpc>
              <a:spcBef>
                <a:spcPts val="1000"/>
              </a:spcBef>
              <a:buFont typeface="Arial" panose="020B0604020202020204" pitchFamily="34" charset="0"/>
              <a:buNone/>
              <a:tabLst/>
              <a:defRPr sz="1800" b="0" kern="1200">
                <a:solidFill>
                  <a:schemeClr val="accent3"/>
                </a:solidFill>
                <a:latin typeface="+mn-lt"/>
                <a:ea typeface="+mn-ea"/>
                <a:cs typeface="+mn-cs"/>
              </a:defRPr>
            </a:lvl1pPr>
            <a:lvl2pPr marL="457200" indent="0" algn="l" defTabSz="914400" rtl="0" eaLnBrk="1" latinLnBrk="0" hangingPunct="1">
              <a:lnSpc>
                <a:spcPct val="100000"/>
              </a:lnSpc>
              <a:spcBef>
                <a:spcPts val="500"/>
              </a:spcBef>
              <a:buFont typeface="Arial" panose="020B0604020202020204" pitchFamily="34" charset="0"/>
              <a:buNone/>
              <a:tabLst/>
              <a:defRPr sz="2000" b="1" kern="1200">
                <a:solidFill>
                  <a:schemeClr val="tx1"/>
                </a:solidFill>
                <a:latin typeface="+mn-lt"/>
                <a:ea typeface="+mn-ea"/>
                <a:cs typeface="+mn-cs"/>
              </a:defRPr>
            </a:lvl2pPr>
            <a:lvl3pPr marL="914400" indent="0" algn="l" defTabSz="914400" rtl="0" eaLnBrk="1" latinLnBrk="0" hangingPunct="1">
              <a:lnSpc>
                <a:spcPct val="100000"/>
              </a:lnSpc>
              <a:spcBef>
                <a:spcPts val="500"/>
              </a:spcBef>
              <a:buFont typeface="Arial" panose="020B0604020202020204" pitchFamily="34" charset="0"/>
              <a:buNone/>
              <a:tabLst/>
              <a:defRPr sz="1800" b="1" kern="1200">
                <a:solidFill>
                  <a:schemeClr val="tx1"/>
                </a:solidFill>
                <a:latin typeface="+mn-lt"/>
                <a:ea typeface="+mn-ea"/>
                <a:cs typeface="+mn-cs"/>
              </a:defRPr>
            </a:lvl3pPr>
            <a:lvl4pPr marL="1371600" indent="0" algn="l" defTabSz="914400" rtl="0" eaLnBrk="1" latinLnBrk="0" hangingPunct="1">
              <a:lnSpc>
                <a:spcPct val="10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10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kumimoji="0" lang="en-US" sz="1050" b="0" i="0" u="none" strike="noStrike" kern="1200" cap="none" spc="0" normalizeH="0" baseline="0" noProof="0">
                <a:ln>
                  <a:noFill/>
                </a:ln>
                <a:solidFill>
                  <a:srgbClr val="000048"/>
                </a:solidFill>
                <a:effectLst/>
                <a:uLnTx/>
                <a:uFillTx/>
                <a:ea typeface="+mn-ea"/>
                <a:cs typeface="+mn-cs"/>
              </a:rPr>
              <a:t>Use thin lines to separate </a:t>
            </a:r>
            <a:br>
              <a:rPr kumimoji="0" lang="en-US" sz="1050" b="0" i="0" u="none" strike="noStrike" kern="1200" cap="none" spc="0" normalizeH="0" baseline="0" noProof="0">
                <a:ln>
                  <a:noFill/>
                </a:ln>
                <a:solidFill>
                  <a:srgbClr val="000048"/>
                </a:solidFill>
                <a:effectLst/>
                <a:uLnTx/>
                <a:uFillTx/>
                <a:ea typeface="+mn-ea"/>
                <a:cs typeface="+mn-cs"/>
              </a:rPr>
            </a:br>
            <a:r>
              <a:rPr kumimoji="0" lang="en-US" sz="1050" b="0" i="0" u="none" strike="noStrike" kern="1200" cap="none" spc="0" normalizeH="0" baseline="0" noProof="0">
                <a:ln>
                  <a:noFill/>
                </a:ln>
                <a:solidFill>
                  <a:srgbClr val="000048"/>
                </a:solidFill>
                <a:effectLst/>
                <a:uLnTx/>
                <a:uFillTx/>
                <a:ea typeface="+mn-ea"/>
                <a:cs typeface="+mn-cs"/>
              </a:rPr>
              <a:t>groups of information</a:t>
            </a:r>
          </a:p>
        </p:txBody>
      </p:sp>
      <p:sp>
        <p:nvSpPr>
          <p:cNvPr id="7" name="TextBox 6">
            <a:extLst>
              <a:ext uri="{FF2B5EF4-FFF2-40B4-BE49-F238E27FC236}">
                <a16:creationId xmlns:a16="http://schemas.microsoft.com/office/drawing/2014/main" id="{2EACA8F1-781D-6BAB-74A4-EDE4EAA6D17A}"/>
              </a:ext>
            </a:extLst>
          </p:cNvPr>
          <p:cNvSpPr txBox="1"/>
          <p:nvPr/>
        </p:nvSpPr>
        <p:spPr>
          <a:xfrm>
            <a:off x="9023035" y="1767694"/>
            <a:ext cx="2031064" cy="161583"/>
          </a:xfrm>
          <a:prstGeom prst="rect">
            <a:avLst/>
          </a:prstGeom>
          <a:noFill/>
        </p:spPr>
        <p:txBody>
          <a:bodyPr wrap="square" lIns="0" tIns="0" bIns="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F78C4"/>
                </a:solidFill>
                <a:effectLst/>
                <a:uLnTx/>
                <a:uFillTx/>
              </a:rPr>
              <a:t>Horizontal lines</a:t>
            </a:r>
          </a:p>
        </p:txBody>
      </p:sp>
      <p:sp>
        <p:nvSpPr>
          <p:cNvPr id="41" name="TextBox 40">
            <a:extLst>
              <a:ext uri="{FF2B5EF4-FFF2-40B4-BE49-F238E27FC236}">
                <a16:creationId xmlns:a16="http://schemas.microsoft.com/office/drawing/2014/main" id="{284D6C56-AF3F-6DA0-D095-E0FE4F8D440F}"/>
              </a:ext>
            </a:extLst>
          </p:cNvPr>
          <p:cNvSpPr txBox="1"/>
          <p:nvPr/>
        </p:nvSpPr>
        <p:spPr>
          <a:xfrm>
            <a:off x="457200" y="4788684"/>
            <a:ext cx="2031064" cy="323165"/>
          </a:xfrm>
          <a:prstGeom prst="rect">
            <a:avLst/>
          </a:prstGeom>
          <a:noFill/>
        </p:spPr>
        <p:txBody>
          <a:bodyPr wrap="square" lIns="0" tIns="0" rIns="0" bIns="0" rtlCol="0">
            <a:spAutoFit/>
          </a:bodyPr>
          <a:lstStyle>
            <a:defPPr>
              <a:defRPr lang="en-US"/>
            </a:defPPr>
            <a:lvl1pPr defTabSz="457200">
              <a:defRPr sz="1400" b="1">
                <a:solidFill>
                  <a:prstClr val="black"/>
                </a:solidFill>
              </a:defRPr>
            </a:lvl1pPr>
          </a:lstStyle>
          <a:p>
            <a:r>
              <a:rPr lang="en-US" sz="1050" b="0"/>
              <a:t>Single color box</a:t>
            </a:r>
          </a:p>
          <a:p>
            <a:r>
              <a:rPr lang="en-US" sz="1050" b="0"/>
              <a:t>2.5pt</a:t>
            </a:r>
          </a:p>
        </p:txBody>
      </p:sp>
      <p:sp>
        <p:nvSpPr>
          <p:cNvPr id="6" name="TextBox 5">
            <a:extLst>
              <a:ext uri="{FF2B5EF4-FFF2-40B4-BE49-F238E27FC236}">
                <a16:creationId xmlns:a16="http://schemas.microsoft.com/office/drawing/2014/main" id="{D2F8530A-25F9-3B72-89B2-F3D6532A9263}"/>
              </a:ext>
            </a:extLst>
          </p:cNvPr>
          <p:cNvSpPr txBox="1"/>
          <p:nvPr/>
        </p:nvSpPr>
        <p:spPr>
          <a:xfrm>
            <a:off x="9023035" y="3171885"/>
            <a:ext cx="1745508" cy="161583"/>
          </a:xfrm>
          <a:prstGeom prst="rect">
            <a:avLst/>
          </a:prstGeom>
          <a:noFill/>
        </p:spPr>
        <p:txBody>
          <a:bodyPr wrap="square" lIns="0" tIns="0" rIns="0" bIns="0"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050" b="0" i="0" u="none" strike="noStrike" kern="0" cap="none" spc="0" normalizeH="0" baseline="0" noProof="0">
                <a:ln>
                  <a:noFill/>
                </a:ln>
                <a:solidFill>
                  <a:srgbClr val="2F78C4"/>
                </a:solidFill>
                <a:effectLst/>
                <a:uLnTx/>
                <a:uFillTx/>
              </a:rPr>
              <a:t>Vertical lines</a:t>
            </a:r>
          </a:p>
        </p:txBody>
      </p:sp>
      <p:cxnSp>
        <p:nvCxnSpPr>
          <p:cNvPr id="71" name="Straight Connector 70">
            <a:extLst>
              <a:ext uri="{FF2B5EF4-FFF2-40B4-BE49-F238E27FC236}">
                <a16:creationId xmlns:a16="http://schemas.microsoft.com/office/drawing/2014/main" id="{433D40B1-ABA7-DDD6-739C-48C9B572DE56}"/>
              </a:ext>
              <a:ext uri="{C183D7F6-B498-43B3-948B-1728B52AA6E4}">
                <adec:decorative xmlns:adec="http://schemas.microsoft.com/office/drawing/2017/decorative" val="1"/>
              </a:ext>
            </a:extLst>
          </p:cNvPr>
          <p:cNvCxnSpPr>
            <a:cxnSpLocks/>
          </p:cNvCxnSpPr>
          <p:nvPr/>
        </p:nvCxnSpPr>
        <p:spPr>
          <a:xfrm>
            <a:off x="9068818" y="3548672"/>
            <a:ext cx="0" cy="1600200"/>
          </a:xfrm>
          <a:prstGeom prst="line">
            <a:avLst/>
          </a:prstGeom>
          <a:noFill/>
          <a:ln w="31750" cap="flat" cmpd="sng" algn="ctr">
            <a:gradFill flip="none" rotWithShape="1">
              <a:gsLst>
                <a:gs pos="0">
                  <a:schemeClr val="accent1"/>
                </a:gs>
                <a:gs pos="40000">
                  <a:schemeClr val="accent2"/>
                </a:gs>
                <a:gs pos="100000">
                  <a:srgbClr val="06C7CC"/>
                </a:gs>
              </a:gsLst>
              <a:lin ang="16200000" scaled="1"/>
              <a:tileRect/>
            </a:gradFill>
            <a:prstDash val="solid"/>
            <a:miter lim="800000"/>
          </a:ln>
          <a:effectLst/>
        </p:spPr>
      </p:cxnSp>
      <p:cxnSp>
        <p:nvCxnSpPr>
          <p:cNvPr id="72" name="Straight Connector 71">
            <a:extLst>
              <a:ext uri="{FF2B5EF4-FFF2-40B4-BE49-F238E27FC236}">
                <a16:creationId xmlns:a16="http://schemas.microsoft.com/office/drawing/2014/main" id="{7F85CA27-3205-6182-7551-9011D0E6A6E1}"/>
              </a:ext>
              <a:ext uri="{C183D7F6-B498-43B3-948B-1728B52AA6E4}">
                <adec:decorative xmlns:adec="http://schemas.microsoft.com/office/drawing/2017/decorative" val="1"/>
              </a:ext>
            </a:extLst>
          </p:cNvPr>
          <p:cNvCxnSpPr>
            <a:cxnSpLocks/>
          </p:cNvCxnSpPr>
          <p:nvPr/>
        </p:nvCxnSpPr>
        <p:spPr>
          <a:xfrm flipV="1">
            <a:off x="9659946" y="3548672"/>
            <a:ext cx="0" cy="1600200"/>
          </a:xfrm>
          <a:prstGeom prst="line">
            <a:avLst/>
          </a:prstGeom>
          <a:noFill/>
          <a:ln w="12700" cap="flat" cmpd="sng" algn="ctr">
            <a:solidFill>
              <a:schemeClr val="accent6"/>
            </a:solidFill>
            <a:prstDash val="solid"/>
            <a:miter lim="800000"/>
          </a:ln>
          <a:effectLst/>
        </p:spPr>
      </p:cxnSp>
      <p:cxnSp>
        <p:nvCxnSpPr>
          <p:cNvPr id="73" name="Straight Connector 72">
            <a:extLst>
              <a:ext uri="{FF2B5EF4-FFF2-40B4-BE49-F238E27FC236}">
                <a16:creationId xmlns:a16="http://schemas.microsoft.com/office/drawing/2014/main" id="{8D2E7180-3B83-FC7F-8731-FBC78834D795}"/>
              </a:ext>
              <a:ext uri="{C183D7F6-B498-43B3-948B-1728B52AA6E4}">
                <adec:decorative xmlns:adec="http://schemas.microsoft.com/office/drawing/2017/decorative" val="1"/>
              </a:ext>
            </a:extLst>
          </p:cNvPr>
          <p:cNvCxnSpPr>
            <a:cxnSpLocks/>
          </p:cNvCxnSpPr>
          <p:nvPr/>
        </p:nvCxnSpPr>
        <p:spPr>
          <a:xfrm flipV="1">
            <a:off x="9364382" y="3548672"/>
            <a:ext cx="0" cy="1600200"/>
          </a:xfrm>
          <a:prstGeom prst="line">
            <a:avLst/>
          </a:prstGeom>
          <a:noFill/>
          <a:ln w="12700" cap="flat" cmpd="sng" algn="ctr">
            <a:solidFill>
              <a:schemeClr val="accent2"/>
            </a:solidFill>
            <a:prstDash val="solid"/>
            <a:miter lim="800000"/>
          </a:ln>
          <a:effectLst/>
        </p:spPr>
      </p:cxnSp>
      <p:cxnSp>
        <p:nvCxnSpPr>
          <p:cNvPr id="75" name="Straight Connector 74">
            <a:extLst>
              <a:ext uri="{FF2B5EF4-FFF2-40B4-BE49-F238E27FC236}">
                <a16:creationId xmlns:a16="http://schemas.microsoft.com/office/drawing/2014/main" id="{26AB20CA-090B-D58F-6DB7-3B807FFA560F}"/>
              </a:ext>
              <a:ext uri="{C183D7F6-B498-43B3-948B-1728B52AA6E4}">
                <adec:decorative xmlns:adec="http://schemas.microsoft.com/office/drawing/2017/decorative" val="1"/>
              </a:ext>
            </a:extLst>
          </p:cNvPr>
          <p:cNvCxnSpPr>
            <a:cxnSpLocks/>
          </p:cNvCxnSpPr>
          <p:nvPr/>
        </p:nvCxnSpPr>
        <p:spPr>
          <a:xfrm rot="5400000">
            <a:off x="9868918" y="1368616"/>
            <a:ext cx="0" cy="1600200"/>
          </a:xfrm>
          <a:prstGeom prst="line">
            <a:avLst/>
          </a:prstGeom>
          <a:noFill/>
          <a:ln w="31750" cap="flat" cmpd="sng" algn="ctr">
            <a:gradFill flip="none" rotWithShape="1">
              <a:gsLst>
                <a:gs pos="0">
                  <a:schemeClr val="accent1"/>
                </a:gs>
                <a:gs pos="40000">
                  <a:schemeClr val="accent2"/>
                </a:gs>
                <a:gs pos="100000">
                  <a:srgbClr val="06C7CC"/>
                </a:gs>
              </a:gsLst>
              <a:lin ang="16200000" scaled="1"/>
              <a:tileRect/>
            </a:gradFill>
            <a:prstDash val="solid"/>
            <a:miter lim="800000"/>
          </a:ln>
          <a:effectLst/>
        </p:spPr>
      </p:cxnSp>
      <p:cxnSp>
        <p:nvCxnSpPr>
          <p:cNvPr id="76" name="Straight Connector 75">
            <a:extLst>
              <a:ext uri="{FF2B5EF4-FFF2-40B4-BE49-F238E27FC236}">
                <a16:creationId xmlns:a16="http://schemas.microsoft.com/office/drawing/2014/main" id="{069B5B4C-EB2C-18B7-A398-6C04D332740B}"/>
              </a:ext>
              <a:ext uri="{C183D7F6-B498-43B3-948B-1728B52AA6E4}">
                <adec:decorative xmlns:adec="http://schemas.microsoft.com/office/drawing/2017/decorative" val="1"/>
              </a:ext>
            </a:extLst>
          </p:cNvPr>
          <p:cNvCxnSpPr>
            <a:cxnSpLocks/>
          </p:cNvCxnSpPr>
          <p:nvPr/>
        </p:nvCxnSpPr>
        <p:spPr>
          <a:xfrm rot="5400000" flipV="1">
            <a:off x="9868918" y="1959744"/>
            <a:ext cx="0" cy="1600200"/>
          </a:xfrm>
          <a:prstGeom prst="line">
            <a:avLst/>
          </a:prstGeom>
          <a:noFill/>
          <a:ln w="12700" cap="flat" cmpd="sng" algn="ctr">
            <a:solidFill>
              <a:schemeClr val="accent6"/>
            </a:solidFill>
            <a:prstDash val="solid"/>
            <a:miter lim="800000"/>
          </a:ln>
          <a:effectLst/>
        </p:spPr>
      </p:cxnSp>
      <p:cxnSp>
        <p:nvCxnSpPr>
          <p:cNvPr id="77" name="Straight Connector 76">
            <a:extLst>
              <a:ext uri="{FF2B5EF4-FFF2-40B4-BE49-F238E27FC236}">
                <a16:creationId xmlns:a16="http://schemas.microsoft.com/office/drawing/2014/main" id="{F1541B65-5C7F-E186-10DC-443221712413}"/>
              </a:ext>
              <a:ext uri="{C183D7F6-B498-43B3-948B-1728B52AA6E4}">
                <adec:decorative xmlns:adec="http://schemas.microsoft.com/office/drawing/2017/decorative" val="1"/>
              </a:ext>
            </a:extLst>
          </p:cNvPr>
          <p:cNvCxnSpPr>
            <a:cxnSpLocks/>
          </p:cNvCxnSpPr>
          <p:nvPr/>
        </p:nvCxnSpPr>
        <p:spPr>
          <a:xfrm rot="5400000" flipV="1">
            <a:off x="9868918" y="1664180"/>
            <a:ext cx="0" cy="1600200"/>
          </a:xfrm>
          <a:prstGeom prst="line">
            <a:avLst/>
          </a:prstGeom>
          <a:noFill/>
          <a:ln w="12700" cap="flat" cmpd="sng" algn="ctr">
            <a:solidFill>
              <a:schemeClr val="accent2"/>
            </a:solidFill>
            <a:prstDash val="solid"/>
            <a:miter lim="800000"/>
          </a:ln>
          <a:effectLst/>
        </p:spPr>
      </p:cxnSp>
      <p:sp>
        <p:nvSpPr>
          <p:cNvPr id="3" name="Slide Number Placeholder 2">
            <a:extLst>
              <a:ext uri="{FF2B5EF4-FFF2-40B4-BE49-F238E27FC236}">
                <a16:creationId xmlns:a16="http://schemas.microsoft.com/office/drawing/2014/main" id="{A1307366-F45D-40DE-2A34-1F3B8650C06A}"/>
              </a:ext>
            </a:extLst>
          </p:cNvPr>
          <p:cNvSpPr>
            <a:spLocks noGrp="1"/>
          </p:cNvSpPr>
          <p:nvPr>
            <p:ph type="sldNum" sz="quarter" idx="12"/>
          </p:nvPr>
        </p:nvSpPr>
        <p:spPr/>
        <p:txBody>
          <a:bodyPr/>
          <a:lstStyle/>
          <a:p>
            <a:fld id="{C53E075B-3175-45CF-B3C7-FEDF3F5961E3}" type="slidenum">
              <a:rPr lang="en-US" smtClean="0"/>
              <a:pPr/>
              <a:t>6</a:t>
            </a:fld>
            <a:endParaRPr lang="en-US"/>
          </a:p>
        </p:txBody>
      </p:sp>
      <p:sp>
        <p:nvSpPr>
          <p:cNvPr id="9" name="Footer Placeholder 1">
            <a:extLst>
              <a:ext uri="{FF2B5EF4-FFF2-40B4-BE49-F238E27FC236}">
                <a16:creationId xmlns:a16="http://schemas.microsoft.com/office/drawing/2014/main" id="{1E819D4D-5BCE-DD36-3F77-921DEC6AEAFD}"/>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31156409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5C018843-7758-B586-7A16-CD3DFE2B01AC}"/>
              </a:ext>
            </a:extLst>
          </p:cNvPr>
          <p:cNvSpPr>
            <a:spLocks noGrp="1"/>
          </p:cNvSpPr>
          <p:nvPr>
            <p:ph type="title"/>
          </p:nvPr>
        </p:nvSpPr>
        <p:spPr/>
        <p:txBody>
          <a:bodyPr/>
          <a:lstStyle/>
          <a:p>
            <a:r>
              <a:rPr lang="en-US"/>
              <a:t>Our logo</a:t>
            </a:r>
          </a:p>
        </p:txBody>
      </p:sp>
      <p:sp>
        <p:nvSpPr>
          <p:cNvPr id="5" name="Slide Number Placeholder 4">
            <a:extLst>
              <a:ext uri="{FF2B5EF4-FFF2-40B4-BE49-F238E27FC236}">
                <a16:creationId xmlns:a16="http://schemas.microsoft.com/office/drawing/2014/main" id="{227D9691-C4F8-D51C-E4E9-1B8E57FA1685}"/>
              </a:ext>
            </a:extLst>
          </p:cNvPr>
          <p:cNvSpPr>
            <a:spLocks noGrp="1"/>
          </p:cNvSpPr>
          <p:nvPr>
            <p:ph type="sldNum" sz="quarter" idx="12"/>
          </p:nvPr>
        </p:nvSpPr>
        <p:spPr/>
        <p:txBody>
          <a:bodyPr/>
          <a:lstStyle/>
          <a:p>
            <a:fld id="{38826FC0-333C-E549-9FA3-0EE43DF298A3}" type="slidenum">
              <a:rPr lang="en-US" smtClean="0"/>
              <a:pPr/>
              <a:t>7</a:t>
            </a:fld>
            <a:endParaRPr lang="en-US"/>
          </a:p>
        </p:txBody>
      </p:sp>
      <p:sp>
        <p:nvSpPr>
          <p:cNvPr id="8" name="Rectangle 7">
            <a:extLst>
              <a:ext uri="{FF2B5EF4-FFF2-40B4-BE49-F238E27FC236}">
                <a16:creationId xmlns:a16="http://schemas.microsoft.com/office/drawing/2014/main" id="{9FAAB7F9-C079-4425-A4B4-A1BE79F5C582}"/>
              </a:ext>
              <a:ext uri="{C183D7F6-B498-43B3-948B-1728B52AA6E4}">
                <adec:decorative xmlns:adec="http://schemas.microsoft.com/office/drawing/2017/decorative" val="1"/>
              </a:ext>
            </a:extLst>
          </p:cNvPr>
          <p:cNvSpPr/>
          <p:nvPr/>
        </p:nvSpPr>
        <p:spPr>
          <a:xfrm>
            <a:off x="6096000" y="1"/>
            <a:ext cx="60960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8DC3ED-67C2-979E-0FD4-491F2DCB6B99}"/>
              </a:ext>
            </a:extLst>
          </p:cNvPr>
          <p:cNvSpPr txBox="1">
            <a:spLocks/>
          </p:cNvSpPr>
          <p:nvPr/>
        </p:nvSpPr>
        <p:spPr>
          <a:xfrm>
            <a:off x="809296" y="1758434"/>
            <a:ext cx="1879600" cy="18466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r>
              <a:rPr lang="en-US" sz="1200"/>
              <a:t>Use on light backgrounds</a:t>
            </a:r>
          </a:p>
        </p:txBody>
      </p:sp>
      <p:sp>
        <p:nvSpPr>
          <p:cNvPr id="3" name="Title 1">
            <a:extLst>
              <a:ext uri="{FF2B5EF4-FFF2-40B4-BE49-F238E27FC236}">
                <a16:creationId xmlns:a16="http://schemas.microsoft.com/office/drawing/2014/main" id="{F509FFDC-43A9-F065-FDF3-435A14746132}"/>
              </a:ext>
            </a:extLst>
          </p:cNvPr>
          <p:cNvSpPr txBox="1">
            <a:spLocks/>
          </p:cNvSpPr>
          <p:nvPr/>
        </p:nvSpPr>
        <p:spPr>
          <a:xfrm>
            <a:off x="6926843" y="1758434"/>
            <a:ext cx="1879600" cy="184666"/>
          </a:xfrm>
          <a:prstGeom prst="rect">
            <a:avLst/>
          </a:prstGeom>
        </p:spPr>
        <p:txBody>
          <a:bodyPr vert="horz" wrap="square" lIns="0" tIns="0" rIns="0" bIns="0" rtlCol="0" anchor="t" anchorCtr="0">
            <a:sp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pPr algn="ctr"/>
            <a:r>
              <a:rPr lang="en-US" sz="1200">
                <a:solidFill>
                  <a:schemeClr val="bg2">
                    <a:lumMod val="95000"/>
                  </a:schemeClr>
                </a:solidFill>
              </a:rPr>
              <a:t>Use on dark backgrounds</a:t>
            </a:r>
          </a:p>
        </p:txBody>
      </p:sp>
      <p:pic>
        <p:nvPicPr>
          <p:cNvPr id="34" name="Cognizant Logo_rgb_pos_2023" descr="Cognizant logo, SVG format">
            <a:extLst>
              <a:ext uri="{FF2B5EF4-FFF2-40B4-BE49-F238E27FC236}">
                <a16:creationId xmlns:a16="http://schemas.microsoft.com/office/drawing/2014/main" id="{1F17C2F8-D83C-085E-DAED-0DB09B0618F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4200" y="2644475"/>
            <a:ext cx="2387600" cy="419100"/>
          </a:xfrm>
          <a:prstGeom prst="rect">
            <a:avLst/>
          </a:prstGeom>
        </p:spPr>
      </p:pic>
      <p:pic>
        <p:nvPicPr>
          <p:cNvPr id="40" name="Cognizant Logo_rgb_rev_2023" descr="Cognizant logo reversed, SVG format">
            <a:extLst>
              <a:ext uri="{FF2B5EF4-FFF2-40B4-BE49-F238E27FC236}">
                <a16:creationId xmlns:a16="http://schemas.microsoft.com/office/drawing/2014/main" id="{96AB1CE1-D64F-4965-8162-B9F3CFF2383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950200" y="2644475"/>
            <a:ext cx="2387600" cy="419100"/>
          </a:xfrm>
          <a:prstGeom prst="rect">
            <a:avLst/>
          </a:prstGeom>
        </p:spPr>
      </p:pic>
      <p:pic>
        <p:nvPicPr>
          <p:cNvPr id="46" name="Cognizant Logo_rgb_pos_tgln_2023" descr="Cognizant logo with tagline, SVG format">
            <a:extLst>
              <a:ext uri="{FF2B5EF4-FFF2-40B4-BE49-F238E27FC236}">
                <a16:creationId xmlns:a16="http://schemas.microsoft.com/office/drawing/2014/main" id="{0F1E88B4-B824-D3F4-E3E3-937EBC34CDF1}"/>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54200" y="3648369"/>
            <a:ext cx="2387600" cy="584200"/>
          </a:xfrm>
          <a:prstGeom prst="rect">
            <a:avLst/>
          </a:prstGeom>
        </p:spPr>
      </p:pic>
      <p:pic>
        <p:nvPicPr>
          <p:cNvPr id="48" name="Cognizant Logo_rgb_rev_tgln_2023" descr="Cognizant logo reversed with tagline, SVG format">
            <a:extLst>
              <a:ext uri="{FF2B5EF4-FFF2-40B4-BE49-F238E27FC236}">
                <a16:creationId xmlns:a16="http://schemas.microsoft.com/office/drawing/2014/main" id="{7004264D-5C23-1E7C-54F7-5EBBE4CA659A}"/>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950200" y="3648369"/>
            <a:ext cx="2387600" cy="584200"/>
          </a:xfrm>
          <a:prstGeom prst="rect">
            <a:avLst/>
          </a:prstGeom>
        </p:spPr>
      </p:pic>
      <p:sp>
        <p:nvSpPr>
          <p:cNvPr id="9" name="Footer Placeholder 1">
            <a:extLst>
              <a:ext uri="{FF2B5EF4-FFF2-40B4-BE49-F238E27FC236}">
                <a16:creationId xmlns:a16="http://schemas.microsoft.com/office/drawing/2014/main" id="{C129F944-E103-3715-9518-AE8A99755AC0}"/>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378848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D432ECC-9CCC-1772-F9B9-FCBE5D5FAF4D}"/>
              </a:ext>
            </a:extLst>
          </p:cNvPr>
          <p:cNvSpPr>
            <a:spLocks noGrp="1"/>
          </p:cNvSpPr>
          <p:nvPr>
            <p:ph type="ctrTitle"/>
          </p:nvPr>
        </p:nvSpPr>
        <p:spPr>
          <a:xfrm>
            <a:off x="1005840" y="2437769"/>
            <a:ext cx="4013200" cy="1495794"/>
          </a:xfrm>
        </p:spPr>
        <p:txBody>
          <a:bodyPr>
            <a:spAutoFit/>
          </a:bodyPr>
          <a:lstStyle/>
          <a:p>
            <a:r>
              <a:rPr lang="en-US"/>
              <a:t>Presentation title will go here in Arial 36pt bold</a:t>
            </a:r>
          </a:p>
        </p:txBody>
      </p:sp>
      <p:sp>
        <p:nvSpPr>
          <p:cNvPr id="6" name="Subtitle 5">
            <a:extLst>
              <a:ext uri="{FF2B5EF4-FFF2-40B4-BE49-F238E27FC236}">
                <a16:creationId xmlns:a16="http://schemas.microsoft.com/office/drawing/2014/main" id="{1A5D0253-32A3-740A-3A30-F9019EBA4ECC}"/>
              </a:ext>
            </a:extLst>
          </p:cNvPr>
          <p:cNvSpPr>
            <a:spLocks noGrp="1"/>
          </p:cNvSpPr>
          <p:nvPr>
            <p:ph type="subTitle" idx="1"/>
          </p:nvPr>
        </p:nvSpPr>
        <p:spPr>
          <a:xfrm>
            <a:off x="1005840" y="4187952"/>
            <a:ext cx="4014215" cy="332399"/>
          </a:xfrm>
        </p:spPr>
        <p:txBody>
          <a:bodyPr/>
          <a:lstStyle/>
          <a:p>
            <a:r>
              <a:rPr lang="en-US"/>
              <a:t>Subtitle will go here</a:t>
            </a:r>
          </a:p>
        </p:txBody>
      </p:sp>
      <p:sp>
        <p:nvSpPr>
          <p:cNvPr id="7" name="Text Placeholder 6">
            <a:extLst>
              <a:ext uri="{FF2B5EF4-FFF2-40B4-BE49-F238E27FC236}">
                <a16:creationId xmlns:a16="http://schemas.microsoft.com/office/drawing/2014/main" id="{D075CDAF-5F74-4483-9374-2E8A1C7AA863}"/>
              </a:ext>
            </a:extLst>
          </p:cNvPr>
          <p:cNvSpPr>
            <a:spLocks noGrp="1"/>
          </p:cNvSpPr>
          <p:nvPr>
            <p:ph type="body" sz="quarter" idx="13"/>
          </p:nvPr>
        </p:nvSpPr>
        <p:spPr>
          <a:xfrm>
            <a:off x="1005840" y="5221923"/>
            <a:ext cx="4013200" cy="187359"/>
          </a:xfrm>
        </p:spPr>
        <p:txBody>
          <a:bodyPr/>
          <a:lstStyle/>
          <a:p>
            <a:r>
              <a:rPr lang="en-US"/>
              <a:t>Date will go here</a:t>
            </a:r>
          </a:p>
        </p:txBody>
      </p:sp>
      <p:sp>
        <p:nvSpPr>
          <p:cNvPr id="2" name="Slide Number Placeholder 1">
            <a:extLst>
              <a:ext uri="{FF2B5EF4-FFF2-40B4-BE49-F238E27FC236}">
                <a16:creationId xmlns:a16="http://schemas.microsoft.com/office/drawing/2014/main" id="{E7D11CB1-D50A-8AD8-84FC-812BBD6FADDE}"/>
              </a:ext>
            </a:extLst>
          </p:cNvPr>
          <p:cNvSpPr>
            <a:spLocks noGrp="1"/>
          </p:cNvSpPr>
          <p:nvPr>
            <p:ph type="sldNum" sz="quarter" idx="16"/>
          </p:nvPr>
        </p:nvSpPr>
        <p:spPr/>
        <p:txBody>
          <a:bodyPr/>
          <a:lstStyle/>
          <a:p>
            <a:fld id="{38826FC0-333C-E549-9FA3-0EE43DF298A3}" type="slidenum">
              <a:rPr lang="en-US" smtClean="0"/>
              <a:pPr/>
              <a:t>8</a:t>
            </a:fld>
            <a:endParaRPr lang="en-US"/>
          </a:p>
        </p:txBody>
      </p:sp>
      <p:sp>
        <p:nvSpPr>
          <p:cNvPr id="3" name="Footer Placeholder 2">
            <a:extLst>
              <a:ext uri="{FF2B5EF4-FFF2-40B4-BE49-F238E27FC236}">
                <a16:creationId xmlns:a16="http://schemas.microsoft.com/office/drawing/2014/main" id="{4A6F1191-0143-8C19-7E22-EDD7A15BF676}"/>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6648129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1EBB91A2-170D-5FF8-9900-AF80D95A3B9A}"/>
              </a:ext>
            </a:extLst>
          </p:cNvPr>
          <p:cNvSpPr>
            <a:spLocks noGrp="1"/>
          </p:cNvSpPr>
          <p:nvPr>
            <p:ph type="ctrTitle"/>
          </p:nvPr>
        </p:nvSpPr>
        <p:spPr>
          <a:xfrm>
            <a:off x="1005840" y="2431804"/>
            <a:ext cx="8712200" cy="997196"/>
          </a:xfrm>
        </p:spPr>
        <p:txBody>
          <a:bodyPr/>
          <a:lstStyle/>
          <a:p>
            <a:r>
              <a:rPr lang="en-US" dirty="0"/>
              <a:t>Extra-long presentation titles</a:t>
            </a:r>
            <a:br>
              <a:rPr lang="en-US" dirty="0"/>
            </a:br>
            <a:r>
              <a:rPr lang="en-US" dirty="0"/>
              <a:t>will go here in Arial 36pt bold</a:t>
            </a:r>
          </a:p>
        </p:txBody>
      </p:sp>
      <p:sp>
        <p:nvSpPr>
          <p:cNvPr id="8" name="Subtitle 7">
            <a:extLst>
              <a:ext uri="{FF2B5EF4-FFF2-40B4-BE49-F238E27FC236}">
                <a16:creationId xmlns:a16="http://schemas.microsoft.com/office/drawing/2014/main" id="{FA7F87DB-D969-637F-A784-7663C7EF62C8}"/>
              </a:ext>
            </a:extLst>
          </p:cNvPr>
          <p:cNvSpPr>
            <a:spLocks noGrp="1"/>
          </p:cNvSpPr>
          <p:nvPr>
            <p:ph type="subTitle" idx="1"/>
          </p:nvPr>
        </p:nvSpPr>
        <p:spPr>
          <a:xfrm>
            <a:off x="1005840" y="3885739"/>
            <a:ext cx="8712200" cy="276999"/>
          </a:xfrm>
        </p:spPr>
        <p:txBody>
          <a:bodyPr/>
          <a:lstStyle/>
          <a:p>
            <a:r>
              <a:rPr lang="en-US"/>
              <a:t>Subtitle will go here</a:t>
            </a:r>
          </a:p>
        </p:txBody>
      </p:sp>
      <p:sp>
        <p:nvSpPr>
          <p:cNvPr id="9" name="Text Placeholder 8">
            <a:extLst>
              <a:ext uri="{FF2B5EF4-FFF2-40B4-BE49-F238E27FC236}">
                <a16:creationId xmlns:a16="http://schemas.microsoft.com/office/drawing/2014/main" id="{F6498714-257E-029D-98C6-BDFD1A33766F}"/>
              </a:ext>
            </a:extLst>
          </p:cNvPr>
          <p:cNvSpPr>
            <a:spLocks noGrp="1"/>
          </p:cNvSpPr>
          <p:nvPr>
            <p:ph type="body" idx="12"/>
          </p:nvPr>
        </p:nvSpPr>
        <p:spPr>
          <a:xfrm>
            <a:off x="1005840" y="5221922"/>
            <a:ext cx="4013200" cy="187359"/>
          </a:xfrm>
        </p:spPr>
        <p:txBody>
          <a:bodyPr/>
          <a:lstStyle/>
          <a:p>
            <a:r>
              <a:rPr lang="en-US"/>
              <a:t>Date will go here</a:t>
            </a:r>
          </a:p>
        </p:txBody>
      </p:sp>
      <p:sp>
        <p:nvSpPr>
          <p:cNvPr id="3" name="Slide Number Placeholder 2">
            <a:extLst>
              <a:ext uri="{FF2B5EF4-FFF2-40B4-BE49-F238E27FC236}">
                <a16:creationId xmlns:a16="http://schemas.microsoft.com/office/drawing/2014/main" id="{3CEFC978-3047-626C-1114-9B4AE9107C18}"/>
              </a:ext>
            </a:extLst>
          </p:cNvPr>
          <p:cNvSpPr>
            <a:spLocks noGrp="1"/>
          </p:cNvSpPr>
          <p:nvPr>
            <p:ph type="sldNum" sz="quarter" idx="15"/>
          </p:nvPr>
        </p:nvSpPr>
        <p:spPr/>
        <p:txBody>
          <a:bodyPr/>
          <a:lstStyle/>
          <a:p>
            <a:fld id="{38826FC0-333C-E549-9FA3-0EE43DF298A3}" type="slidenum">
              <a:rPr lang="en-US" smtClean="0"/>
              <a:pPr/>
              <a:t>9</a:t>
            </a:fld>
            <a:endParaRPr lang="en-US"/>
          </a:p>
        </p:txBody>
      </p:sp>
      <p:sp>
        <p:nvSpPr>
          <p:cNvPr id="5" name="Footer Placeholder 2">
            <a:extLst>
              <a:ext uri="{FF2B5EF4-FFF2-40B4-BE49-F238E27FC236}">
                <a16:creationId xmlns:a16="http://schemas.microsoft.com/office/drawing/2014/main" id="{62C8E79B-E357-5736-7026-D3320E35FF02}"/>
              </a:ext>
            </a:extLst>
          </p:cNvPr>
          <p:cNvSpPr txBox="1">
            <a:spLocks/>
          </p:cNvSpPr>
          <p:nvPr/>
        </p:nvSpPr>
        <p:spPr>
          <a:xfrm>
            <a:off x="1005840" y="6400800"/>
            <a:ext cx="1371600" cy="228600"/>
          </a:xfrm>
          <a:prstGeom prst="rect">
            <a:avLst/>
          </a:prstGeom>
        </p:spPr>
        <p:txBody>
          <a:bodyPr vert="horz" lIns="0" tIns="0" rIns="0" bIns="0" rtlCol="0" anchor="ctr"/>
          <a:lstStyle>
            <a:defPPr>
              <a:defRPr lang="en-US"/>
            </a:defPPr>
            <a:lvl1pPr marL="0" algn="l" defTabSz="914400" rtl="0" eaLnBrk="1" latinLnBrk="0" hangingPunct="1">
              <a:defRPr sz="700" b="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 2025–2027 Cognizant | Private</a:t>
            </a:r>
          </a:p>
        </p:txBody>
      </p:sp>
    </p:spTree>
    <p:extLst>
      <p:ext uri="{BB962C8B-B14F-4D97-AF65-F5344CB8AC3E}">
        <p14:creationId xmlns:p14="http://schemas.microsoft.com/office/powerpoint/2010/main" val="255533390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6E2D063B-A987-7A0C-6602-227D9CB4C024}"/>
              </a:ext>
            </a:extLst>
          </p:cNvPr>
          <p:cNvSpPr>
            <a:spLocks noGrp="1"/>
          </p:cNvSpPr>
          <p:nvPr>
            <p:ph type="title"/>
          </p:nvPr>
        </p:nvSpPr>
        <p:spPr>
          <a:xfrm>
            <a:off x="457201" y="2930402"/>
            <a:ext cx="4754880" cy="997196"/>
          </a:xfrm>
        </p:spPr>
        <p:txBody>
          <a:bodyPr/>
          <a:lstStyle/>
          <a:p>
            <a:r>
              <a:rPr lang="en-US"/>
              <a:t>Agenda</a:t>
            </a:r>
          </a:p>
        </p:txBody>
      </p:sp>
      <p:sp>
        <p:nvSpPr>
          <p:cNvPr id="10" name="Slide Number Placeholder 9">
            <a:extLst>
              <a:ext uri="{FF2B5EF4-FFF2-40B4-BE49-F238E27FC236}">
                <a16:creationId xmlns:a16="http://schemas.microsoft.com/office/drawing/2014/main" id="{63D78B60-20A4-EA0A-53D0-4C43EB24B6E5}"/>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10</a:t>
            </a:fld>
            <a:endParaRPr lang="en-US"/>
          </a:p>
        </p:txBody>
      </p:sp>
      <p:sp>
        <p:nvSpPr>
          <p:cNvPr id="13" name="Content Placeholder 12">
            <a:extLst>
              <a:ext uri="{FF2B5EF4-FFF2-40B4-BE49-F238E27FC236}">
                <a16:creationId xmlns:a16="http://schemas.microsoft.com/office/drawing/2014/main" id="{1B47FC7F-176D-74FC-4BC8-07ECECDA8D19}"/>
              </a:ext>
            </a:extLst>
          </p:cNvPr>
          <p:cNvSpPr>
            <a:spLocks noGrp="1"/>
          </p:cNvSpPr>
          <p:nvPr>
            <p:ph idx="1"/>
          </p:nvPr>
        </p:nvSpPr>
        <p:spPr>
          <a:xfrm>
            <a:off x="6096000" y="914400"/>
            <a:ext cx="5635752" cy="5029200"/>
          </a:xfrm>
        </p:spPr>
        <p:txBody>
          <a:bodyPr/>
          <a:lstStyle/>
          <a:p>
            <a:r>
              <a:rPr lang="en-US"/>
              <a:t>Topic 1</a:t>
            </a:r>
          </a:p>
          <a:p>
            <a:r>
              <a:rPr lang="en-US"/>
              <a:t>Topic 2</a:t>
            </a:r>
          </a:p>
          <a:p>
            <a:r>
              <a:rPr lang="en-US"/>
              <a:t>Topic 3</a:t>
            </a:r>
          </a:p>
          <a:p>
            <a:r>
              <a:rPr lang="en-US"/>
              <a:t>Topic 4</a:t>
            </a:r>
          </a:p>
          <a:p>
            <a:r>
              <a:rPr lang="en-US"/>
              <a:t>Topic 5</a:t>
            </a:r>
          </a:p>
        </p:txBody>
      </p:sp>
      <p:sp>
        <p:nvSpPr>
          <p:cNvPr id="7" name="Footer Placeholder 6">
            <a:extLst>
              <a:ext uri="{FF2B5EF4-FFF2-40B4-BE49-F238E27FC236}">
                <a16:creationId xmlns:a16="http://schemas.microsoft.com/office/drawing/2014/main" id="{AB962165-9663-FEAB-D6FD-AF59B5D0467D}"/>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4717730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9754DA-BFF1-65AE-EE3A-23219FB264B8}"/>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439B87A-3347-99EE-5983-66F466E413C6}"/>
              </a:ext>
            </a:extLst>
          </p:cNvPr>
          <p:cNvSpPr>
            <a:spLocks noGrp="1"/>
          </p:cNvSpPr>
          <p:nvPr>
            <p:ph type="title"/>
          </p:nvPr>
        </p:nvSpPr>
        <p:spPr/>
        <p:txBody>
          <a:bodyPr/>
          <a:lstStyle/>
          <a:p>
            <a:r>
              <a:rPr lang="en-US"/>
              <a:t>Agenda with bullets</a:t>
            </a:r>
          </a:p>
        </p:txBody>
      </p:sp>
      <p:sp>
        <p:nvSpPr>
          <p:cNvPr id="10" name="Slide Number Placeholder 9">
            <a:extLst>
              <a:ext uri="{FF2B5EF4-FFF2-40B4-BE49-F238E27FC236}">
                <a16:creationId xmlns:a16="http://schemas.microsoft.com/office/drawing/2014/main" id="{41487185-1F82-0310-AC96-981C7FE9F2DD}"/>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11</a:t>
            </a:fld>
            <a:endParaRPr lang="en-US"/>
          </a:p>
        </p:txBody>
      </p:sp>
      <p:sp>
        <p:nvSpPr>
          <p:cNvPr id="13" name="Content Placeholder 12">
            <a:extLst>
              <a:ext uri="{FF2B5EF4-FFF2-40B4-BE49-F238E27FC236}">
                <a16:creationId xmlns:a16="http://schemas.microsoft.com/office/drawing/2014/main" id="{457370C0-58AC-BF22-7257-45A5B8420AA9}"/>
              </a:ext>
            </a:extLst>
          </p:cNvPr>
          <p:cNvSpPr>
            <a:spLocks noGrp="1"/>
          </p:cNvSpPr>
          <p:nvPr>
            <p:ph idx="1"/>
          </p:nvPr>
        </p:nvSpPr>
        <p:spPr/>
        <p:txBody>
          <a:bodyPr/>
          <a:lstStyle/>
          <a:p>
            <a:r>
              <a:rPr lang="en-US"/>
              <a:t>Topic 1</a:t>
            </a:r>
          </a:p>
          <a:p>
            <a:pPr lvl="1"/>
            <a:r>
              <a:rPr lang="en-US"/>
              <a:t>Bullet point</a:t>
            </a:r>
          </a:p>
          <a:p>
            <a:pPr lvl="1"/>
            <a:r>
              <a:rPr lang="en-US"/>
              <a:t>Bullet point</a:t>
            </a:r>
          </a:p>
          <a:p>
            <a:pPr lvl="1"/>
            <a:r>
              <a:rPr lang="en-US"/>
              <a:t>Bullet point</a:t>
            </a:r>
          </a:p>
          <a:p>
            <a:r>
              <a:rPr lang="en-US"/>
              <a:t>Topic 2</a:t>
            </a:r>
          </a:p>
          <a:p>
            <a:pPr lvl="1"/>
            <a:r>
              <a:rPr lang="en-US"/>
              <a:t>Bullet point</a:t>
            </a:r>
          </a:p>
          <a:p>
            <a:pPr lvl="1"/>
            <a:r>
              <a:rPr lang="en-US"/>
              <a:t>Bullet point</a:t>
            </a:r>
          </a:p>
          <a:p>
            <a:pPr lvl="1"/>
            <a:r>
              <a:rPr lang="en-US"/>
              <a:t>Bullet point</a:t>
            </a:r>
          </a:p>
          <a:p>
            <a:r>
              <a:rPr lang="en-US"/>
              <a:t>Topic 3</a:t>
            </a:r>
          </a:p>
          <a:p>
            <a:pPr lvl="1"/>
            <a:r>
              <a:rPr lang="en-US"/>
              <a:t>Bullet point</a:t>
            </a:r>
          </a:p>
          <a:p>
            <a:pPr lvl="1"/>
            <a:r>
              <a:rPr lang="en-US"/>
              <a:t>Bullet point</a:t>
            </a:r>
          </a:p>
          <a:p>
            <a:pPr lvl="1"/>
            <a:r>
              <a:rPr lang="en-US"/>
              <a:t>Bullet point</a:t>
            </a:r>
          </a:p>
        </p:txBody>
      </p:sp>
      <p:sp>
        <p:nvSpPr>
          <p:cNvPr id="3" name="Footer Placeholder 2">
            <a:extLst>
              <a:ext uri="{FF2B5EF4-FFF2-40B4-BE49-F238E27FC236}">
                <a16:creationId xmlns:a16="http://schemas.microsoft.com/office/drawing/2014/main" id="{A9D4BC35-705A-9F2F-5278-1FEA8DB73F0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38538186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D8BA93-81FF-A7B5-7552-65DE206CDF1B}"/>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C9A32B1-C6BA-4976-3ADE-1E6FB66F8121}"/>
              </a:ext>
            </a:extLst>
          </p:cNvPr>
          <p:cNvSpPr>
            <a:spLocks noGrp="1"/>
          </p:cNvSpPr>
          <p:nvPr>
            <p:ph type="title"/>
          </p:nvPr>
        </p:nvSpPr>
        <p:spPr>
          <a:xfrm>
            <a:off x="457201" y="2930402"/>
            <a:ext cx="4754880" cy="997196"/>
          </a:xfrm>
        </p:spPr>
        <p:txBody>
          <a:bodyPr/>
          <a:lstStyle/>
          <a:p>
            <a:r>
              <a:rPr lang="en-US"/>
              <a:t>Agenda</a:t>
            </a:r>
          </a:p>
        </p:txBody>
      </p:sp>
      <p:sp>
        <p:nvSpPr>
          <p:cNvPr id="10" name="Slide Number Placeholder 9">
            <a:extLst>
              <a:ext uri="{FF2B5EF4-FFF2-40B4-BE49-F238E27FC236}">
                <a16:creationId xmlns:a16="http://schemas.microsoft.com/office/drawing/2014/main" id="{5C5AAF25-351A-FF1C-9419-39A4174CBDCE}"/>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12</a:t>
            </a:fld>
            <a:endParaRPr lang="en-US"/>
          </a:p>
        </p:txBody>
      </p:sp>
      <p:sp>
        <p:nvSpPr>
          <p:cNvPr id="13" name="Content Placeholder 12">
            <a:extLst>
              <a:ext uri="{FF2B5EF4-FFF2-40B4-BE49-F238E27FC236}">
                <a16:creationId xmlns:a16="http://schemas.microsoft.com/office/drawing/2014/main" id="{B758914C-DE97-D22D-61F5-AFBCE9F61655}"/>
              </a:ext>
            </a:extLst>
          </p:cNvPr>
          <p:cNvSpPr>
            <a:spLocks noGrp="1"/>
          </p:cNvSpPr>
          <p:nvPr>
            <p:ph idx="1"/>
          </p:nvPr>
        </p:nvSpPr>
        <p:spPr>
          <a:xfrm>
            <a:off x="6096000" y="914400"/>
            <a:ext cx="5635752" cy="5029200"/>
          </a:xfrm>
        </p:spPr>
        <p:txBody>
          <a:bodyPr/>
          <a:lstStyle/>
          <a:p>
            <a:r>
              <a:rPr lang="en-US"/>
              <a:t>Topic 1</a:t>
            </a:r>
          </a:p>
          <a:p>
            <a:r>
              <a:rPr lang="en-US"/>
              <a:t>Topic 2</a:t>
            </a:r>
          </a:p>
          <a:p>
            <a:r>
              <a:rPr lang="en-US"/>
              <a:t>Topic 3</a:t>
            </a:r>
          </a:p>
          <a:p>
            <a:r>
              <a:rPr lang="en-US"/>
              <a:t>Topic 4</a:t>
            </a:r>
          </a:p>
          <a:p>
            <a:r>
              <a:rPr lang="en-US"/>
              <a:t>Topic 5</a:t>
            </a:r>
          </a:p>
        </p:txBody>
      </p:sp>
      <p:sp>
        <p:nvSpPr>
          <p:cNvPr id="2" name="Footer Placeholder 1">
            <a:extLst>
              <a:ext uri="{FF2B5EF4-FFF2-40B4-BE49-F238E27FC236}">
                <a16:creationId xmlns:a16="http://schemas.microsoft.com/office/drawing/2014/main" id="{D6B55197-67BB-B841-9C78-A03057FCCEB8}"/>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8507763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3C2B48-62A5-A5EE-7956-6A746ACCE33E}"/>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B080E171-6A9D-E072-6D96-B4FF306DD37E}"/>
              </a:ext>
            </a:extLst>
          </p:cNvPr>
          <p:cNvSpPr>
            <a:spLocks noGrp="1"/>
          </p:cNvSpPr>
          <p:nvPr>
            <p:ph type="title"/>
          </p:nvPr>
        </p:nvSpPr>
        <p:spPr>
          <a:xfrm>
            <a:off x="457200" y="3179701"/>
            <a:ext cx="4754563" cy="498598"/>
          </a:xfrm>
        </p:spPr>
        <p:txBody>
          <a:bodyPr/>
          <a:lstStyle/>
          <a:p>
            <a:r>
              <a:rPr lang="en-US"/>
              <a:t>Agenda with bullets</a:t>
            </a:r>
          </a:p>
        </p:txBody>
      </p:sp>
      <p:sp>
        <p:nvSpPr>
          <p:cNvPr id="10" name="Slide Number Placeholder 9">
            <a:extLst>
              <a:ext uri="{FF2B5EF4-FFF2-40B4-BE49-F238E27FC236}">
                <a16:creationId xmlns:a16="http://schemas.microsoft.com/office/drawing/2014/main" id="{B8227574-F8FE-5483-3420-DCB7A4F2F2DD}"/>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13</a:t>
            </a:fld>
            <a:endParaRPr lang="en-US"/>
          </a:p>
        </p:txBody>
      </p:sp>
      <p:sp>
        <p:nvSpPr>
          <p:cNvPr id="13" name="Content Placeholder 12">
            <a:extLst>
              <a:ext uri="{FF2B5EF4-FFF2-40B4-BE49-F238E27FC236}">
                <a16:creationId xmlns:a16="http://schemas.microsoft.com/office/drawing/2014/main" id="{7AC7D6BF-03D0-326C-6E13-EE1AFB2108F9}"/>
              </a:ext>
            </a:extLst>
          </p:cNvPr>
          <p:cNvSpPr>
            <a:spLocks noGrp="1"/>
          </p:cNvSpPr>
          <p:nvPr>
            <p:ph idx="1"/>
          </p:nvPr>
        </p:nvSpPr>
        <p:spPr>
          <a:xfrm>
            <a:off x="6096000" y="914400"/>
            <a:ext cx="5635752" cy="5029200"/>
          </a:xfrm>
        </p:spPr>
        <p:txBody>
          <a:bodyPr/>
          <a:lstStyle/>
          <a:p>
            <a:r>
              <a:rPr lang="en-US"/>
              <a:t>Topic 1</a:t>
            </a:r>
          </a:p>
          <a:p>
            <a:pPr lvl="1"/>
            <a:r>
              <a:rPr lang="en-US"/>
              <a:t>Bullet point</a:t>
            </a:r>
          </a:p>
          <a:p>
            <a:pPr lvl="1"/>
            <a:r>
              <a:rPr lang="en-US"/>
              <a:t>Bullet point</a:t>
            </a:r>
          </a:p>
          <a:p>
            <a:pPr lvl="1"/>
            <a:r>
              <a:rPr lang="en-US"/>
              <a:t>Bullet point</a:t>
            </a:r>
          </a:p>
          <a:p>
            <a:r>
              <a:rPr lang="en-US"/>
              <a:t>Topic 2</a:t>
            </a:r>
          </a:p>
          <a:p>
            <a:pPr lvl="1"/>
            <a:r>
              <a:rPr lang="en-US"/>
              <a:t>Bullet point</a:t>
            </a:r>
          </a:p>
          <a:p>
            <a:pPr lvl="1"/>
            <a:r>
              <a:rPr lang="en-US"/>
              <a:t>Bullet point</a:t>
            </a:r>
          </a:p>
          <a:p>
            <a:pPr lvl="1"/>
            <a:r>
              <a:rPr lang="en-US"/>
              <a:t>Bullet point</a:t>
            </a:r>
          </a:p>
          <a:p>
            <a:r>
              <a:rPr lang="en-US"/>
              <a:t>Topic 3</a:t>
            </a:r>
          </a:p>
          <a:p>
            <a:pPr lvl="1"/>
            <a:r>
              <a:rPr lang="en-US"/>
              <a:t>Bullet point</a:t>
            </a:r>
          </a:p>
          <a:p>
            <a:pPr lvl="1"/>
            <a:r>
              <a:rPr lang="en-US"/>
              <a:t>Bullet point</a:t>
            </a:r>
          </a:p>
          <a:p>
            <a:pPr lvl="1"/>
            <a:r>
              <a:rPr lang="en-US"/>
              <a:t>Bullet point</a:t>
            </a:r>
          </a:p>
        </p:txBody>
      </p:sp>
      <p:sp>
        <p:nvSpPr>
          <p:cNvPr id="4" name="Footer Placeholder 1">
            <a:extLst>
              <a:ext uri="{FF2B5EF4-FFF2-40B4-BE49-F238E27FC236}">
                <a16:creationId xmlns:a16="http://schemas.microsoft.com/office/drawing/2014/main" id="{A05D4EFF-C0B6-DDE4-F5EC-8C3A2E580946}"/>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8369842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489615-79C0-7B05-E9EF-1AE42DDEF1C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324FAF1-43F0-F081-E79A-FE1E8BF32C36}"/>
              </a:ext>
            </a:extLst>
          </p:cNvPr>
          <p:cNvSpPr>
            <a:spLocks noGrp="1"/>
          </p:cNvSpPr>
          <p:nvPr>
            <p:ph type="title"/>
          </p:nvPr>
        </p:nvSpPr>
        <p:spPr/>
        <p:txBody>
          <a:bodyPr/>
          <a:lstStyle/>
          <a:p>
            <a:r>
              <a:rPr lang="en-US"/>
              <a:t>Divider title will go here on one</a:t>
            </a:r>
            <a:br>
              <a:rPr lang="en-US"/>
            </a:br>
            <a:r>
              <a:rPr lang="en-US"/>
              <a:t>or two lines in Arial 36pt bold</a:t>
            </a:r>
          </a:p>
        </p:txBody>
      </p:sp>
      <p:sp>
        <p:nvSpPr>
          <p:cNvPr id="5" name="Slide Number Placeholder 4">
            <a:extLst>
              <a:ext uri="{FF2B5EF4-FFF2-40B4-BE49-F238E27FC236}">
                <a16:creationId xmlns:a16="http://schemas.microsoft.com/office/drawing/2014/main" id="{2BF42F22-345B-03B3-BF09-214519C78E10}"/>
              </a:ext>
            </a:extLst>
          </p:cNvPr>
          <p:cNvSpPr>
            <a:spLocks noGrp="1"/>
          </p:cNvSpPr>
          <p:nvPr>
            <p:ph type="sldNum" sz="quarter" idx="12"/>
          </p:nvPr>
        </p:nvSpPr>
        <p:spPr/>
        <p:txBody>
          <a:bodyPr/>
          <a:lstStyle/>
          <a:p>
            <a:fld id="{38826FC0-333C-E549-9FA3-0EE43DF298A3}" type="slidenum">
              <a:rPr lang="en-US" smtClean="0"/>
              <a:pPr/>
              <a:t>14</a:t>
            </a:fld>
            <a:endParaRPr lang="en-US"/>
          </a:p>
        </p:txBody>
      </p:sp>
      <p:sp>
        <p:nvSpPr>
          <p:cNvPr id="4" name="Footer Placeholder 1">
            <a:extLst>
              <a:ext uri="{FF2B5EF4-FFF2-40B4-BE49-F238E27FC236}">
                <a16:creationId xmlns:a16="http://schemas.microsoft.com/office/drawing/2014/main" id="{52E939AE-7605-A46C-DF5C-B095BF05B05E}"/>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33972707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071E-8DB2-20AC-EC83-A05DDE5498D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5A53CF7-A821-254C-86F3-980712B519CB}"/>
              </a:ext>
            </a:extLst>
          </p:cNvPr>
          <p:cNvSpPr>
            <a:spLocks noGrp="1"/>
          </p:cNvSpPr>
          <p:nvPr>
            <p:ph type="title"/>
          </p:nvPr>
        </p:nvSpPr>
        <p:spPr/>
        <p:txBody>
          <a:bodyPr/>
          <a:lstStyle/>
          <a:p>
            <a:r>
              <a:rPr lang="en-US"/>
              <a:t>Divider title will go here on one</a:t>
            </a:r>
            <a:br>
              <a:rPr lang="en-US"/>
            </a:br>
            <a:r>
              <a:rPr lang="en-US"/>
              <a:t>or two lines in Arial 36pt bold</a:t>
            </a:r>
          </a:p>
        </p:txBody>
      </p:sp>
      <p:sp>
        <p:nvSpPr>
          <p:cNvPr id="5" name="Slide Number Placeholder 4">
            <a:extLst>
              <a:ext uri="{FF2B5EF4-FFF2-40B4-BE49-F238E27FC236}">
                <a16:creationId xmlns:a16="http://schemas.microsoft.com/office/drawing/2014/main" id="{CFCD8B14-3973-4100-A290-2658ADE3E66A}"/>
              </a:ext>
            </a:extLst>
          </p:cNvPr>
          <p:cNvSpPr>
            <a:spLocks noGrp="1"/>
          </p:cNvSpPr>
          <p:nvPr>
            <p:ph type="sldNum" sz="quarter" idx="12"/>
          </p:nvPr>
        </p:nvSpPr>
        <p:spPr/>
        <p:txBody>
          <a:bodyPr/>
          <a:lstStyle/>
          <a:p>
            <a:fld id="{38826FC0-333C-E549-9FA3-0EE43DF298A3}" type="slidenum">
              <a:rPr lang="en-US" smtClean="0"/>
              <a:pPr/>
              <a:t>15</a:t>
            </a:fld>
            <a:endParaRPr lang="en-US"/>
          </a:p>
        </p:txBody>
      </p:sp>
      <p:sp>
        <p:nvSpPr>
          <p:cNvPr id="4" name="Footer Placeholder 1">
            <a:extLst>
              <a:ext uri="{FF2B5EF4-FFF2-40B4-BE49-F238E27FC236}">
                <a16:creationId xmlns:a16="http://schemas.microsoft.com/office/drawing/2014/main" id="{67E489EE-06BF-A3E0-0DA7-42EB386C0596}"/>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170104149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FD71DE-4D27-DDFF-13CB-8FD559167663}"/>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C1C040DA-3C0D-9BD7-CE33-5D1BA8691DEA}"/>
              </a:ext>
            </a:extLst>
          </p:cNvPr>
          <p:cNvSpPr>
            <a:spLocks noGrp="1"/>
          </p:cNvSpPr>
          <p:nvPr>
            <p:ph type="title"/>
          </p:nvPr>
        </p:nvSpPr>
        <p:spPr/>
        <p:txBody>
          <a:bodyPr/>
          <a:lstStyle/>
          <a:p>
            <a:r>
              <a:rPr lang="en-US" dirty="0"/>
              <a:t>Divider title will go here on one</a:t>
            </a:r>
            <a:br>
              <a:rPr lang="en-US"/>
            </a:br>
            <a:r>
              <a:rPr lang="en-US" dirty="0"/>
              <a:t>or two lines in Arial 36pt bold</a:t>
            </a:r>
          </a:p>
        </p:txBody>
      </p:sp>
      <p:sp>
        <p:nvSpPr>
          <p:cNvPr id="5" name="Slide Number Placeholder 4">
            <a:extLst>
              <a:ext uri="{FF2B5EF4-FFF2-40B4-BE49-F238E27FC236}">
                <a16:creationId xmlns:a16="http://schemas.microsoft.com/office/drawing/2014/main" id="{E316CBA3-2384-B1A6-6B1C-50E64C375009}"/>
              </a:ext>
            </a:extLst>
          </p:cNvPr>
          <p:cNvSpPr>
            <a:spLocks noGrp="1"/>
          </p:cNvSpPr>
          <p:nvPr>
            <p:ph type="sldNum" sz="quarter" idx="12"/>
          </p:nvPr>
        </p:nvSpPr>
        <p:spPr/>
        <p:txBody>
          <a:bodyPr/>
          <a:lstStyle/>
          <a:p>
            <a:fld id="{38826FC0-333C-E549-9FA3-0EE43DF298A3}" type="slidenum">
              <a:rPr lang="en-US" smtClean="0"/>
              <a:pPr/>
              <a:t>16</a:t>
            </a:fld>
            <a:endParaRPr lang="en-US"/>
          </a:p>
        </p:txBody>
      </p:sp>
      <p:sp>
        <p:nvSpPr>
          <p:cNvPr id="4" name="Footer Placeholder 1">
            <a:extLst>
              <a:ext uri="{FF2B5EF4-FFF2-40B4-BE49-F238E27FC236}">
                <a16:creationId xmlns:a16="http://schemas.microsoft.com/office/drawing/2014/main" id="{C4AC43AC-68F4-B63C-F4D1-56F471FF2219}"/>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3664671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57AA00-E314-C467-9DC0-3F4B208C2C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98CD8F-0338-1E1B-4E29-B94B74E329F5}"/>
              </a:ext>
            </a:extLst>
          </p:cNvPr>
          <p:cNvSpPr>
            <a:spLocks noGrp="1"/>
          </p:cNvSpPr>
          <p:nvPr>
            <p:ph type="title"/>
          </p:nvPr>
        </p:nvSpPr>
        <p:spPr/>
        <p:txBody>
          <a:bodyPr/>
          <a:lstStyle/>
          <a:p>
            <a:r>
              <a:rPr lang="en-US" dirty="0"/>
              <a:t>Basic title and content - light</a:t>
            </a:r>
          </a:p>
        </p:txBody>
      </p:sp>
      <p:sp>
        <p:nvSpPr>
          <p:cNvPr id="3" name="Content Placeholder 2">
            <a:extLst>
              <a:ext uri="{FF2B5EF4-FFF2-40B4-BE49-F238E27FC236}">
                <a16:creationId xmlns:a16="http://schemas.microsoft.com/office/drawing/2014/main" id="{3497C1FB-C7FA-B9BE-D081-5DA108FFD338}"/>
              </a:ext>
            </a:extLst>
          </p:cNvPr>
          <p:cNvSpPr>
            <a:spLocks noGrp="1"/>
          </p:cNvSpPr>
          <p:nvPr>
            <p:ph idx="1"/>
          </p:nvPr>
        </p:nvSpPr>
        <p:spPr/>
        <p:txBody>
          <a:bodyPr/>
          <a:lstStyle/>
          <a:p>
            <a:pPr marL="0" indent="0">
              <a:buNone/>
            </a:pPr>
            <a:r>
              <a:rPr lang="en-US" dirty="0"/>
              <a:t>1st level text</a:t>
            </a:r>
          </a:p>
          <a:p>
            <a:pPr lvl="1"/>
            <a:r>
              <a:rPr lang="en-US" dirty="0"/>
              <a:t>2nd level text</a:t>
            </a:r>
          </a:p>
          <a:p>
            <a:pPr lvl="2"/>
            <a:r>
              <a:rPr lang="en-US" dirty="0"/>
              <a:t>3rd level text</a:t>
            </a:r>
          </a:p>
        </p:txBody>
      </p:sp>
      <p:sp>
        <p:nvSpPr>
          <p:cNvPr id="7" name="Slide Number Placeholder 6">
            <a:extLst>
              <a:ext uri="{FF2B5EF4-FFF2-40B4-BE49-F238E27FC236}">
                <a16:creationId xmlns:a16="http://schemas.microsoft.com/office/drawing/2014/main" id="{320DA4E4-FB3A-9A75-07A8-8E3636076ABC}"/>
              </a:ext>
            </a:extLst>
          </p:cNvPr>
          <p:cNvSpPr>
            <a:spLocks noGrp="1"/>
          </p:cNvSpPr>
          <p:nvPr>
            <p:ph type="sldNum" sz="quarter" idx="12"/>
          </p:nvPr>
        </p:nvSpPr>
        <p:spPr/>
        <p:txBody>
          <a:bodyPr/>
          <a:lstStyle/>
          <a:p>
            <a:fld id="{38826FC0-333C-E549-9FA3-0EE43DF298A3}" type="slidenum">
              <a:rPr lang="en-US" smtClean="0"/>
              <a:pPr/>
              <a:t>17</a:t>
            </a:fld>
            <a:endParaRPr lang="en-US"/>
          </a:p>
        </p:txBody>
      </p:sp>
      <p:sp>
        <p:nvSpPr>
          <p:cNvPr id="4" name="Footer Placeholder 3">
            <a:extLst>
              <a:ext uri="{FF2B5EF4-FFF2-40B4-BE49-F238E27FC236}">
                <a16:creationId xmlns:a16="http://schemas.microsoft.com/office/drawing/2014/main" id="{A84C2A7E-3F72-1E1B-CE4A-4B5E01968A1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3256733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5D331-95C7-8B06-8146-FCBF75AA5F3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8E5F3F-B0A3-4975-69A4-0CBB57366F8E}"/>
              </a:ext>
            </a:extLst>
          </p:cNvPr>
          <p:cNvSpPr>
            <a:spLocks noGrp="1"/>
          </p:cNvSpPr>
          <p:nvPr>
            <p:ph type="title"/>
          </p:nvPr>
        </p:nvSpPr>
        <p:spPr>
          <a:xfrm>
            <a:off x="457200" y="457200"/>
            <a:ext cx="11277600" cy="332399"/>
          </a:xfrm>
        </p:spPr>
        <p:txBody>
          <a:bodyPr/>
          <a:lstStyle/>
          <a:p>
            <a:r>
              <a:rPr lang="en-US" dirty="0"/>
              <a:t>Title, super head, subhead and footnote - light </a:t>
            </a:r>
          </a:p>
        </p:txBody>
      </p:sp>
      <p:sp>
        <p:nvSpPr>
          <p:cNvPr id="14" name="Text Placeholder 13">
            <a:extLst>
              <a:ext uri="{FF2B5EF4-FFF2-40B4-BE49-F238E27FC236}">
                <a16:creationId xmlns:a16="http://schemas.microsoft.com/office/drawing/2014/main" id="{7F6EF4E1-E6B5-3C80-2928-43222476F9A0}"/>
              </a:ext>
            </a:extLst>
          </p:cNvPr>
          <p:cNvSpPr>
            <a:spLocks noGrp="1"/>
          </p:cNvSpPr>
          <p:nvPr>
            <p:ph type="body" sz="quarter" idx="14"/>
          </p:nvPr>
        </p:nvSpPr>
        <p:spPr>
          <a:xfrm>
            <a:off x="457200" y="228600"/>
            <a:ext cx="11277600" cy="163956"/>
          </a:xfrm>
        </p:spPr>
        <p:txBody>
          <a:bodyPr/>
          <a:lstStyle/>
          <a:p>
            <a:r>
              <a:rPr lang="en-US"/>
              <a:t>Super head</a:t>
            </a:r>
          </a:p>
        </p:txBody>
      </p:sp>
      <p:sp>
        <p:nvSpPr>
          <p:cNvPr id="15" name="Text Placeholder 14">
            <a:extLst>
              <a:ext uri="{FF2B5EF4-FFF2-40B4-BE49-F238E27FC236}">
                <a16:creationId xmlns:a16="http://schemas.microsoft.com/office/drawing/2014/main" id="{6AF021A3-1F35-0F04-2A14-03BD06FE8181}"/>
              </a:ext>
            </a:extLst>
          </p:cNvPr>
          <p:cNvSpPr>
            <a:spLocks noGrp="1"/>
          </p:cNvSpPr>
          <p:nvPr>
            <p:ph type="body" sz="quarter" idx="15"/>
          </p:nvPr>
        </p:nvSpPr>
        <p:spPr>
          <a:xfrm>
            <a:off x="457200" y="822960"/>
            <a:ext cx="11277600" cy="281039"/>
          </a:xfrm>
        </p:spPr>
        <p:txBody>
          <a:bodyPr/>
          <a:lstStyle/>
          <a:p>
            <a:r>
              <a:rPr lang="en-US"/>
              <a:t>Subhead</a:t>
            </a:r>
          </a:p>
        </p:txBody>
      </p:sp>
      <p:sp>
        <p:nvSpPr>
          <p:cNvPr id="5" name="Content Placeholder 4">
            <a:extLst>
              <a:ext uri="{FF2B5EF4-FFF2-40B4-BE49-F238E27FC236}">
                <a16:creationId xmlns:a16="http://schemas.microsoft.com/office/drawing/2014/main" id="{36176448-E5A9-F455-EC87-7CF8CB710D10}"/>
              </a:ext>
            </a:extLst>
          </p:cNvPr>
          <p:cNvSpPr>
            <a:spLocks noGrp="1"/>
          </p:cNvSpPr>
          <p:nvPr>
            <p:ph idx="1"/>
          </p:nvPr>
        </p:nvSpPr>
        <p:spPr/>
        <p:txBody>
          <a:bodyPr/>
          <a:lstStyle/>
          <a:p>
            <a:pPr marL="0" indent="0">
              <a:buNone/>
            </a:pPr>
            <a:r>
              <a:rPr lang="en-US" dirty="0"/>
              <a:t>1st level text</a:t>
            </a:r>
          </a:p>
          <a:p>
            <a:pPr lvl="1"/>
            <a:r>
              <a:rPr lang="en-US" dirty="0"/>
              <a:t>2nd level text</a:t>
            </a:r>
          </a:p>
          <a:p>
            <a:pPr lvl="2"/>
            <a:r>
              <a:rPr lang="en-US" dirty="0"/>
              <a:t>3rd level text</a:t>
            </a:r>
          </a:p>
        </p:txBody>
      </p:sp>
      <p:sp>
        <p:nvSpPr>
          <p:cNvPr id="16" name="Text Placeholder 15">
            <a:extLst>
              <a:ext uri="{FF2B5EF4-FFF2-40B4-BE49-F238E27FC236}">
                <a16:creationId xmlns:a16="http://schemas.microsoft.com/office/drawing/2014/main" id="{78E84771-8B30-2AC3-CEE6-31E987302143}"/>
              </a:ext>
            </a:extLst>
          </p:cNvPr>
          <p:cNvSpPr>
            <a:spLocks noGrp="1"/>
          </p:cNvSpPr>
          <p:nvPr>
            <p:ph type="body" sz="quarter" idx="16"/>
          </p:nvPr>
        </p:nvSpPr>
        <p:spPr>
          <a:xfrm>
            <a:off x="457200" y="5947090"/>
            <a:ext cx="7518400" cy="124906"/>
          </a:xfrm>
        </p:spPr>
        <p:txBody>
          <a:bodyPr/>
          <a:lstStyle/>
          <a:p>
            <a:r>
              <a:rPr lang="en-US"/>
              <a:t>Insert source or footnote here</a:t>
            </a:r>
          </a:p>
        </p:txBody>
      </p:sp>
      <p:sp>
        <p:nvSpPr>
          <p:cNvPr id="6" name="Slide Number Placeholder 5">
            <a:extLst>
              <a:ext uri="{FF2B5EF4-FFF2-40B4-BE49-F238E27FC236}">
                <a16:creationId xmlns:a16="http://schemas.microsoft.com/office/drawing/2014/main" id="{84FBD04D-F1D1-D15F-BB94-1B37D0885FB4}"/>
              </a:ext>
            </a:extLst>
          </p:cNvPr>
          <p:cNvSpPr>
            <a:spLocks noGrp="1"/>
          </p:cNvSpPr>
          <p:nvPr>
            <p:ph type="sldNum" sz="quarter" idx="19"/>
          </p:nvPr>
        </p:nvSpPr>
        <p:spPr>
          <a:xfrm>
            <a:off x="457200" y="6400799"/>
            <a:ext cx="365760" cy="228600"/>
          </a:xfrm>
        </p:spPr>
        <p:txBody>
          <a:bodyPr/>
          <a:lstStyle/>
          <a:p>
            <a:fld id="{38826FC0-333C-E549-9FA3-0EE43DF298A3}" type="slidenum">
              <a:rPr lang="en-US" smtClean="0"/>
              <a:pPr/>
              <a:t>18</a:t>
            </a:fld>
            <a:endParaRPr lang="en-US"/>
          </a:p>
        </p:txBody>
      </p:sp>
      <p:sp>
        <p:nvSpPr>
          <p:cNvPr id="3" name="Footer Placeholder 2">
            <a:extLst>
              <a:ext uri="{FF2B5EF4-FFF2-40B4-BE49-F238E27FC236}">
                <a16:creationId xmlns:a16="http://schemas.microsoft.com/office/drawing/2014/main" id="{2643B1EA-0EAF-2F89-AEC6-893A4E35A428}"/>
              </a:ext>
            </a:extLst>
          </p:cNvPr>
          <p:cNvSpPr>
            <a:spLocks noGrp="1"/>
          </p:cNvSpPr>
          <p:nvPr>
            <p:ph type="ftr" sz="quarter" idx="18"/>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40447672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B19DFD4F-0093-195A-FDEC-3BB236EFB083}"/>
              </a:ext>
            </a:extLst>
          </p:cNvPr>
          <p:cNvSpPr>
            <a:spLocks noGrp="1"/>
          </p:cNvSpPr>
          <p:nvPr>
            <p:ph type="title"/>
          </p:nvPr>
        </p:nvSpPr>
        <p:spPr/>
        <p:txBody>
          <a:bodyPr/>
          <a:lstStyle/>
          <a:p>
            <a:r>
              <a:rPr lang="en-US"/>
              <a:t>Title only - light</a:t>
            </a:r>
          </a:p>
        </p:txBody>
      </p:sp>
      <p:sp>
        <p:nvSpPr>
          <p:cNvPr id="8" name="Slide Number Placeholder 7">
            <a:extLst>
              <a:ext uri="{FF2B5EF4-FFF2-40B4-BE49-F238E27FC236}">
                <a16:creationId xmlns:a16="http://schemas.microsoft.com/office/drawing/2014/main" id="{7A44F74F-9C5B-6CAA-CE2F-9F572FFB56DA}"/>
              </a:ext>
            </a:extLst>
          </p:cNvPr>
          <p:cNvSpPr>
            <a:spLocks noGrp="1"/>
          </p:cNvSpPr>
          <p:nvPr>
            <p:ph type="sldNum" sz="quarter" idx="12"/>
          </p:nvPr>
        </p:nvSpPr>
        <p:spPr/>
        <p:txBody>
          <a:bodyPr/>
          <a:lstStyle/>
          <a:p>
            <a:fld id="{38826FC0-333C-E549-9FA3-0EE43DF298A3}" type="slidenum">
              <a:rPr lang="en-US" smtClean="0"/>
              <a:pPr/>
              <a:t>19</a:t>
            </a:fld>
            <a:endParaRPr lang="en-US"/>
          </a:p>
        </p:txBody>
      </p:sp>
      <p:sp>
        <p:nvSpPr>
          <p:cNvPr id="7" name="Footer Placeholder 6">
            <a:extLst>
              <a:ext uri="{FF2B5EF4-FFF2-40B4-BE49-F238E27FC236}">
                <a16:creationId xmlns:a16="http://schemas.microsoft.com/office/drawing/2014/main" id="{DA616218-CB09-5628-691C-593AFC243986}"/>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3504248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E0B3A-BAED-52FF-C348-3A1F8949EB51}"/>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CFC61F03-B1A7-539E-35D0-5FD8DDB0B697}"/>
              </a:ext>
            </a:extLst>
          </p:cNvPr>
          <p:cNvSpPr>
            <a:spLocks noGrp="1"/>
          </p:cNvSpPr>
          <p:nvPr>
            <p:ph type="title"/>
          </p:nvPr>
        </p:nvSpPr>
        <p:spPr/>
        <p:txBody>
          <a:bodyPr/>
          <a:lstStyle/>
          <a:p>
            <a:r>
              <a:rPr lang="en-US"/>
              <a:t>Blank</a:t>
            </a:r>
          </a:p>
        </p:txBody>
      </p:sp>
      <p:sp>
        <p:nvSpPr>
          <p:cNvPr id="8" name="Slide Number Placeholder 7">
            <a:extLst>
              <a:ext uri="{FF2B5EF4-FFF2-40B4-BE49-F238E27FC236}">
                <a16:creationId xmlns:a16="http://schemas.microsoft.com/office/drawing/2014/main" id="{64870195-311A-0E7D-CBDC-064F564EEC61}"/>
              </a:ext>
            </a:extLst>
          </p:cNvPr>
          <p:cNvSpPr>
            <a:spLocks noGrp="1"/>
          </p:cNvSpPr>
          <p:nvPr>
            <p:ph type="sldNum" sz="quarter" idx="12"/>
          </p:nvPr>
        </p:nvSpPr>
        <p:spPr/>
        <p:txBody>
          <a:bodyPr/>
          <a:lstStyle/>
          <a:p>
            <a:fld id="{38826FC0-333C-E549-9FA3-0EE43DF298A3}" type="slidenum">
              <a:rPr lang="en-US" smtClean="0"/>
              <a:pPr/>
              <a:t>20</a:t>
            </a:fld>
            <a:endParaRPr lang="en-US"/>
          </a:p>
        </p:txBody>
      </p:sp>
      <p:sp>
        <p:nvSpPr>
          <p:cNvPr id="7" name="Footer Placeholder 6">
            <a:extLst>
              <a:ext uri="{FF2B5EF4-FFF2-40B4-BE49-F238E27FC236}">
                <a16:creationId xmlns:a16="http://schemas.microsoft.com/office/drawing/2014/main" id="{B7022987-D2D8-0B60-2AE8-0BBE0187C018}"/>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40078245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15BAA4A-DCCC-3EE8-1D39-0EF9F4CE86DF}"/>
              </a:ext>
            </a:extLst>
          </p:cNvPr>
          <p:cNvSpPr>
            <a:spLocks noGrp="1"/>
          </p:cNvSpPr>
          <p:nvPr>
            <p:ph type="title"/>
          </p:nvPr>
        </p:nvSpPr>
        <p:spPr>
          <a:xfrm>
            <a:off x="457200" y="457200"/>
            <a:ext cx="11277600" cy="332399"/>
          </a:xfrm>
        </p:spPr>
        <p:txBody>
          <a:bodyPr/>
          <a:lstStyle/>
          <a:p>
            <a:r>
              <a:rPr lang="en-US"/>
              <a:t>Two content</a:t>
            </a:r>
          </a:p>
        </p:txBody>
      </p:sp>
      <p:sp>
        <p:nvSpPr>
          <p:cNvPr id="7" name="Content Placeholder 6">
            <a:extLst>
              <a:ext uri="{FF2B5EF4-FFF2-40B4-BE49-F238E27FC236}">
                <a16:creationId xmlns:a16="http://schemas.microsoft.com/office/drawing/2014/main" id="{6D90656B-8259-CB23-9831-89A8B862AB3F}"/>
              </a:ext>
            </a:extLst>
          </p:cNvPr>
          <p:cNvSpPr>
            <a:spLocks noGrp="1"/>
          </p:cNvSpPr>
          <p:nvPr>
            <p:ph sz="half" idx="1"/>
          </p:nvPr>
        </p:nvSpPr>
        <p:spPr>
          <a:xfrm>
            <a:off x="457200" y="1444751"/>
            <a:ext cx="5212080" cy="4572000"/>
          </a:xfrm>
        </p:spPr>
        <p:txBody>
          <a:bodyPr/>
          <a:lstStyle/>
          <a:p>
            <a:pPr marL="0" indent="0">
              <a:buNone/>
            </a:pPr>
            <a:r>
              <a:rPr lang="en-US"/>
              <a:t>1st level text</a:t>
            </a:r>
          </a:p>
          <a:p>
            <a:pPr lvl="1"/>
            <a:r>
              <a:rPr lang="en-US"/>
              <a:t>2nd level text</a:t>
            </a:r>
          </a:p>
        </p:txBody>
      </p:sp>
      <p:sp>
        <p:nvSpPr>
          <p:cNvPr id="13" name="Content Placeholder 12">
            <a:extLst>
              <a:ext uri="{FF2B5EF4-FFF2-40B4-BE49-F238E27FC236}">
                <a16:creationId xmlns:a16="http://schemas.microsoft.com/office/drawing/2014/main" id="{35B485D0-5356-C1E4-85A2-FB0D21713469}"/>
              </a:ext>
            </a:extLst>
          </p:cNvPr>
          <p:cNvSpPr>
            <a:spLocks noGrp="1"/>
          </p:cNvSpPr>
          <p:nvPr>
            <p:ph sz="half" idx="2"/>
          </p:nvPr>
        </p:nvSpPr>
        <p:spPr>
          <a:xfrm>
            <a:off x="6522720" y="1444750"/>
            <a:ext cx="5212080" cy="4571999"/>
          </a:xfrm>
        </p:spPr>
        <p:txBody>
          <a:bodyPr/>
          <a:lstStyle/>
          <a:p>
            <a:pPr marL="0" indent="0">
              <a:buNone/>
            </a:pPr>
            <a:r>
              <a:rPr lang="en-US"/>
              <a:t>1st level text</a:t>
            </a:r>
          </a:p>
          <a:p>
            <a:pPr lvl="1"/>
            <a:r>
              <a:rPr lang="en-US"/>
              <a:t>2nd level text</a:t>
            </a:r>
          </a:p>
        </p:txBody>
      </p:sp>
      <p:sp>
        <p:nvSpPr>
          <p:cNvPr id="5" name="Slide Number Placeholder 4">
            <a:extLst>
              <a:ext uri="{FF2B5EF4-FFF2-40B4-BE49-F238E27FC236}">
                <a16:creationId xmlns:a16="http://schemas.microsoft.com/office/drawing/2014/main" id="{256FDB68-46FC-EDC8-499D-F1A471096B9E}"/>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21</a:t>
            </a:fld>
            <a:endParaRPr lang="en-US"/>
          </a:p>
        </p:txBody>
      </p:sp>
      <p:sp>
        <p:nvSpPr>
          <p:cNvPr id="2" name="Footer Placeholder 1">
            <a:extLst>
              <a:ext uri="{FF2B5EF4-FFF2-40B4-BE49-F238E27FC236}">
                <a16:creationId xmlns:a16="http://schemas.microsoft.com/office/drawing/2014/main" id="{500472C7-5690-0AB7-6E25-A05383129B73}"/>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83690900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725694-F0AC-E689-B501-B403F85D1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16DAC9-EDA3-77C2-4056-CFDDBA2CEB0B}"/>
              </a:ext>
            </a:extLst>
          </p:cNvPr>
          <p:cNvSpPr>
            <a:spLocks noGrp="1"/>
          </p:cNvSpPr>
          <p:nvPr>
            <p:ph type="title"/>
          </p:nvPr>
        </p:nvSpPr>
        <p:spPr/>
        <p:txBody>
          <a:bodyPr/>
          <a:lstStyle/>
          <a:p>
            <a:r>
              <a:rPr lang="en-US"/>
              <a:t>Two column - light </a:t>
            </a:r>
          </a:p>
        </p:txBody>
      </p:sp>
      <p:sp>
        <p:nvSpPr>
          <p:cNvPr id="19" name="Text Placeholder 18">
            <a:extLst>
              <a:ext uri="{FF2B5EF4-FFF2-40B4-BE49-F238E27FC236}">
                <a16:creationId xmlns:a16="http://schemas.microsoft.com/office/drawing/2014/main" id="{839C6BB1-ABD6-FBC8-9E15-5475DB103811}"/>
              </a:ext>
            </a:extLst>
          </p:cNvPr>
          <p:cNvSpPr>
            <a:spLocks noGrp="1"/>
          </p:cNvSpPr>
          <p:nvPr>
            <p:ph type="body" idx="1"/>
          </p:nvPr>
        </p:nvSpPr>
        <p:spPr>
          <a:xfrm>
            <a:off x="457200" y="1447800"/>
            <a:ext cx="5157787" cy="281103"/>
          </a:xfrm>
        </p:spPr>
        <p:txBody>
          <a:bodyPr/>
          <a:lstStyle/>
          <a:p>
            <a:r>
              <a:rPr lang="en-US"/>
              <a:t>Subtitle </a:t>
            </a:r>
          </a:p>
        </p:txBody>
      </p:sp>
      <p:sp>
        <p:nvSpPr>
          <p:cNvPr id="20" name="Content Placeholder 19">
            <a:extLst>
              <a:ext uri="{FF2B5EF4-FFF2-40B4-BE49-F238E27FC236}">
                <a16:creationId xmlns:a16="http://schemas.microsoft.com/office/drawing/2014/main" id="{B51A5C8A-A8A4-EFD3-7856-9D71BDC7656B}"/>
              </a:ext>
            </a:extLst>
          </p:cNvPr>
          <p:cNvSpPr>
            <a:spLocks noGrp="1"/>
          </p:cNvSpPr>
          <p:nvPr>
            <p:ph sz="half" idx="2"/>
          </p:nvPr>
        </p:nvSpPr>
        <p:spPr/>
        <p:txBody>
          <a:bodyPr/>
          <a:lstStyle/>
          <a:p>
            <a:pPr marL="0" indent="0">
              <a:buNone/>
            </a:pPr>
            <a:r>
              <a:rPr lang="en-US"/>
              <a:t>1st level text</a:t>
            </a:r>
          </a:p>
          <a:p>
            <a:pPr lvl="1"/>
            <a:r>
              <a:rPr lang="en-US"/>
              <a:t>2nd level text</a:t>
            </a:r>
            <a:endParaRPr lang="en-US" dirty="0"/>
          </a:p>
        </p:txBody>
      </p:sp>
      <p:sp>
        <p:nvSpPr>
          <p:cNvPr id="21" name="Text Placeholder 20">
            <a:extLst>
              <a:ext uri="{FF2B5EF4-FFF2-40B4-BE49-F238E27FC236}">
                <a16:creationId xmlns:a16="http://schemas.microsoft.com/office/drawing/2014/main" id="{0611F7D6-4628-E1EB-0996-522831B2045D}"/>
              </a:ext>
            </a:extLst>
          </p:cNvPr>
          <p:cNvSpPr>
            <a:spLocks noGrp="1"/>
          </p:cNvSpPr>
          <p:nvPr>
            <p:ph type="body" sz="quarter" idx="3"/>
          </p:nvPr>
        </p:nvSpPr>
        <p:spPr/>
        <p:txBody>
          <a:bodyPr/>
          <a:lstStyle/>
          <a:p>
            <a:r>
              <a:rPr lang="en-US"/>
              <a:t>Subtitle</a:t>
            </a:r>
          </a:p>
        </p:txBody>
      </p:sp>
      <p:sp>
        <p:nvSpPr>
          <p:cNvPr id="22" name="Content Placeholder 21">
            <a:extLst>
              <a:ext uri="{FF2B5EF4-FFF2-40B4-BE49-F238E27FC236}">
                <a16:creationId xmlns:a16="http://schemas.microsoft.com/office/drawing/2014/main" id="{F373D539-3234-BE79-3CAB-BA4257BBD724}"/>
              </a:ext>
            </a:extLst>
          </p:cNvPr>
          <p:cNvSpPr>
            <a:spLocks noGrp="1"/>
          </p:cNvSpPr>
          <p:nvPr>
            <p:ph sz="quarter" idx="4"/>
          </p:nvPr>
        </p:nvSpPr>
        <p:spPr/>
        <p:txBody>
          <a:bodyPr/>
          <a:lstStyle/>
          <a:p>
            <a:pPr marL="0" indent="0">
              <a:buNone/>
            </a:pPr>
            <a:r>
              <a:rPr lang="en-US"/>
              <a:t>1st level text</a:t>
            </a:r>
          </a:p>
          <a:p>
            <a:pPr lvl="1"/>
            <a:r>
              <a:rPr lang="en-US"/>
              <a:t>2nd level text</a:t>
            </a:r>
            <a:endParaRPr lang="en-US" dirty="0"/>
          </a:p>
        </p:txBody>
      </p:sp>
      <p:sp>
        <p:nvSpPr>
          <p:cNvPr id="6" name="Slide Number Placeholder 5">
            <a:extLst>
              <a:ext uri="{FF2B5EF4-FFF2-40B4-BE49-F238E27FC236}">
                <a16:creationId xmlns:a16="http://schemas.microsoft.com/office/drawing/2014/main" id="{4342E57C-E265-7774-E410-3DA3B3575172}"/>
              </a:ext>
            </a:extLst>
          </p:cNvPr>
          <p:cNvSpPr>
            <a:spLocks noGrp="1"/>
          </p:cNvSpPr>
          <p:nvPr>
            <p:ph type="sldNum" sz="quarter" idx="12"/>
          </p:nvPr>
        </p:nvSpPr>
        <p:spPr/>
        <p:txBody>
          <a:bodyPr/>
          <a:lstStyle/>
          <a:p>
            <a:fld id="{38826FC0-333C-E549-9FA3-0EE43DF298A3}" type="slidenum">
              <a:rPr lang="en-US" smtClean="0"/>
              <a:pPr/>
              <a:t>22</a:t>
            </a:fld>
            <a:endParaRPr lang="en-US"/>
          </a:p>
        </p:txBody>
      </p:sp>
      <p:sp>
        <p:nvSpPr>
          <p:cNvPr id="5" name="Footer Placeholder 1">
            <a:extLst>
              <a:ext uri="{FF2B5EF4-FFF2-40B4-BE49-F238E27FC236}">
                <a16:creationId xmlns:a16="http://schemas.microsoft.com/office/drawing/2014/main" id="{65085510-B12B-260C-EFCD-F0080E51C177}"/>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28857878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16249-0A64-720F-7812-3E470B6F66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4FA73F-5B04-ED5D-873C-EBE3A61C19C1}"/>
              </a:ext>
            </a:extLst>
          </p:cNvPr>
          <p:cNvSpPr>
            <a:spLocks noGrp="1"/>
          </p:cNvSpPr>
          <p:nvPr>
            <p:ph type="title"/>
          </p:nvPr>
        </p:nvSpPr>
        <p:spPr/>
        <p:txBody>
          <a:bodyPr/>
          <a:lstStyle/>
          <a:p>
            <a:r>
              <a:rPr lang="en-US"/>
              <a:t>Three column - light </a:t>
            </a:r>
          </a:p>
        </p:txBody>
      </p:sp>
      <p:sp>
        <p:nvSpPr>
          <p:cNvPr id="7" name="Text Placeholder 6">
            <a:extLst>
              <a:ext uri="{FF2B5EF4-FFF2-40B4-BE49-F238E27FC236}">
                <a16:creationId xmlns:a16="http://schemas.microsoft.com/office/drawing/2014/main" id="{A88DBF83-D0A9-712D-2465-C4C898988542}"/>
              </a:ext>
            </a:extLst>
          </p:cNvPr>
          <p:cNvSpPr>
            <a:spLocks noGrp="1"/>
          </p:cNvSpPr>
          <p:nvPr>
            <p:ph type="body" idx="1"/>
          </p:nvPr>
        </p:nvSpPr>
        <p:spPr/>
        <p:txBody>
          <a:bodyPr/>
          <a:lstStyle/>
          <a:p>
            <a:r>
              <a:rPr lang="en-US"/>
              <a:t>Subtitle</a:t>
            </a:r>
          </a:p>
        </p:txBody>
      </p:sp>
      <p:sp>
        <p:nvSpPr>
          <p:cNvPr id="8" name="Content Placeholder 7">
            <a:extLst>
              <a:ext uri="{FF2B5EF4-FFF2-40B4-BE49-F238E27FC236}">
                <a16:creationId xmlns:a16="http://schemas.microsoft.com/office/drawing/2014/main" id="{6C48EBD5-AF82-983F-6EA6-B735C6FADD83}"/>
              </a:ext>
            </a:extLst>
          </p:cNvPr>
          <p:cNvSpPr>
            <a:spLocks noGrp="1"/>
          </p:cNvSpPr>
          <p:nvPr>
            <p:ph sz="half" idx="2"/>
          </p:nvPr>
        </p:nvSpPr>
        <p:spPr/>
        <p:txBody>
          <a:bodyPr/>
          <a:lstStyle/>
          <a:p>
            <a:pPr marL="0" indent="0">
              <a:buNone/>
            </a:pPr>
            <a:r>
              <a:rPr lang="en-US"/>
              <a:t>1st level text</a:t>
            </a:r>
          </a:p>
          <a:p>
            <a:pPr lvl="1"/>
            <a:r>
              <a:rPr lang="en-US"/>
              <a:t>2nd level text</a:t>
            </a:r>
            <a:endParaRPr lang="en-US" dirty="0"/>
          </a:p>
        </p:txBody>
      </p:sp>
      <p:sp>
        <p:nvSpPr>
          <p:cNvPr id="9" name="Text Placeholder 8">
            <a:extLst>
              <a:ext uri="{FF2B5EF4-FFF2-40B4-BE49-F238E27FC236}">
                <a16:creationId xmlns:a16="http://schemas.microsoft.com/office/drawing/2014/main" id="{38E411AD-6301-EDB2-D51F-1D91DA96B0EA}"/>
              </a:ext>
            </a:extLst>
          </p:cNvPr>
          <p:cNvSpPr>
            <a:spLocks noGrp="1"/>
          </p:cNvSpPr>
          <p:nvPr>
            <p:ph type="body" sz="quarter" idx="3"/>
          </p:nvPr>
        </p:nvSpPr>
        <p:spPr/>
        <p:txBody>
          <a:bodyPr/>
          <a:lstStyle/>
          <a:p>
            <a:r>
              <a:rPr lang="en-US"/>
              <a:t>Subtitle</a:t>
            </a:r>
          </a:p>
        </p:txBody>
      </p:sp>
      <p:sp>
        <p:nvSpPr>
          <p:cNvPr id="10" name="Content Placeholder 9">
            <a:extLst>
              <a:ext uri="{FF2B5EF4-FFF2-40B4-BE49-F238E27FC236}">
                <a16:creationId xmlns:a16="http://schemas.microsoft.com/office/drawing/2014/main" id="{E51E2B58-ECAA-69E4-69A8-62C84450B996}"/>
              </a:ext>
            </a:extLst>
          </p:cNvPr>
          <p:cNvSpPr>
            <a:spLocks noGrp="1"/>
          </p:cNvSpPr>
          <p:nvPr>
            <p:ph sz="quarter" idx="4"/>
          </p:nvPr>
        </p:nvSpPr>
        <p:spPr/>
        <p:txBody>
          <a:bodyPr/>
          <a:lstStyle/>
          <a:p>
            <a:pPr marL="0" indent="0">
              <a:buNone/>
            </a:pPr>
            <a:r>
              <a:rPr lang="en-US"/>
              <a:t>1st level text</a:t>
            </a:r>
          </a:p>
          <a:p>
            <a:pPr lvl="1"/>
            <a:r>
              <a:rPr lang="en-US"/>
              <a:t>2nd level text</a:t>
            </a:r>
            <a:endParaRPr lang="en-US" dirty="0"/>
          </a:p>
        </p:txBody>
      </p:sp>
      <p:sp>
        <p:nvSpPr>
          <p:cNvPr id="11" name="Text Placeholder 10">
            <a:extLst>
              <a:ext uri="{FF2B5EF4-FFF2-40B4-BE49-F238E27FC236}">
                <a16:creationId xmlns:a16="http://schemas.microsoft.com/office/drawing/2014/main" id="{E547363D-1F07-9C7F-B202-89B3AFEF8A08}"/>
              </a:ext>
            </a:extLst>
          </p:cNvPr>
          <p:cNvSpPr>
            <a:spLocks noGrp="1"/>
          </p:cNvSpPr>
          <p:nvPr>
            <p:ph type="body" sz="quarter" idx="14"/>
          </p:nvPr>
        </p:nvSpPr>
        <p:spPr/>
        <p:txBody>
          <a:bodyPr/>
          <a:lstStyle/>
          <a:p>
            <a:r>
              <a:rPr lang="en-US"/>
              <a:t>Subtitle</a:t>
            </a:r>
          </a:p>
        </p:txBody>
      </p:sp>
      <p:sp>
        <p:nvSpPr>
          <p:cNvPr id="12" name="Content Placeholder 11">
            <a:extLst>
              <a:ext uri="{FF2B5EF4-FFF2-40B4-BE49-F238E27FC236}">
                <a16:creationId xmlns:a16="http://schemas.microsoft.com/office/drawing/2014/main" id="{FD3ABBB6-9E99-C967-8D5B-CC42D522B3BB}"/>
              </a:ext>
            </a:extLst>
          </p:cNvPr>
          <p:cNvSpPr>
            <a:spLocks noGrp="1"/>
          </p:cNvSpPr>
          <p:nvPr>
            <p:ph sz="quarter" idx="15"/>
          </p:nvPr>
        </p:nvSpPr>
        <p:spPr/>
        <p:txBody>
          <a:bodyPr/>
          <a:lstStyle/>
          <a:p>
            <a:pPr marL="0" indent="0">
              <a:buNone/>
            </a:pPr>
            <a:r>
              <a:rPr lang="en-US"/>
              <a:t>1st level text</a:t>
            </a:r>
          </a:p>
          <a:p>
            <a:pPr lvl="1"/>
            <a:r>
              <a:rPr lang="en-US"/>
              <a:t>2nd level text</a:t>
            </a:r>
            <a:endParaRPr lang="en-US" dirty="0"/>
          </a:p>
        </p:txBody>
      </p:sp>
      <p:sp>
        <p:nvSpPr>
          <p:cNvPr id="6" name="Slide Number Placeholder 5">
            <a:extLst>
              <a:ext uri="{FF2B5EF4-FFF2-40B4-BE49-F238E27FC236}">
                <a16:creationId xmlns:a16="http://schemas.microsoft.com/office/drawing/2014/main" id="{ABEF37E8-797A-4F83-8A6E-170A22FCE62C}"/>
              </a:ext>
            </a:extLst>
          </p:cNvPr>
          <p:cNvSpPr>
            <a:spLocks noGrp="1"/>
          </p:cNvSpPr>
          <p:nvPr>
            <p:ph type="sldNum" sz="quarter" idx="18"/>
          </p:nvPr>
        </p:nvSpPr>
        <p:spPr/>
        <p:txBody>
          <a:bodyPr/>
          <a:lstStyle/>
          <a:p>
            <a:fld id="{38826FC0-333C-E549-9FA3-0EE43DF298A3}" type="slidenum">
              <a:rPr lang="en-US" smtClean="0"/>
              <a:pPr/>
              <a:t>23</a:t>
            </a:fld>
            <a:endParaRPr lang="en-US"/>
          </a:p>
        </p:txBody>
      </p:sp>
      <p:sp>
        <p:nvSpPr>
          <p:cNvPr id="3" name="Footer Placeholder 2">
            <a:extLst>
              <a:ext uri="{FF2B5EF4-FFF2-40B4-BE49-F238E27FC236}">
                <a16:creationId xmlns:a16="http://schemas.microsoft.com/office/drawing/2014/main" id="{BDDC3DE1-E44A-3B22-22E9-6B254AD143B3}"/>
              </a:ext>
            </a:extLst>
          </p:cNvPr>
          <p:cNvSpPr>
            <a:spLocks noGrp="1"/>
          </p:cNvSpPr>
          <p:nvPr>
            <p:ph type="ftr" sz="quarter" idx="17"/>
          </p:nvPr>
        </p:nvSpPr>
        <p:spPr/>
        <p:txBody>
          <a:bodyPr/>
          <a:lstStyle/>
          <a:p>
            <a:r>
              <a:rPr lang="en-US" dirty="0"/>
              <a:t>© 2025–2027 Cognizant | Private</a:t>
            </a:r>
          </a:p>
        </p:txBody>
      </p:sp>
    </p:spTree>
    <p:extLst>
      <p:ext uri="{BB962C8B-B14F-4D97-AF65-F5344CB8AC3E}">
        <p14:creationId xmlns:p14="http://schemas.microsoft.com/office/powerpoint/2010/main" val="152694865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D6325C-0223-FD38-DA31-4D3DAE63E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C5AEB-E739-AD4F-5443-3B972753B9BB}"/>
              </a:ext>
            </a:extLst>
          </p:cNvPr>
          <p:cNvSpPr>
            <a:spLocks noGrp="1"/>
          </p:cNvSpPr>
          <p:nvPr>
            <p:ph type="title"/>
          </p:nvPr>
        </p:nvSpPr>
        <p:spPr>
          <a:xfrm>
            <a:off x="457200" y="457200"/>
            <a:ext cx="11277600" cy="332399"/>
          </a:xfrm>
        </p:spPr>
        <p:txBody>
          <a:bodyPr/>
          <a:lstStyle/>
          <a:p>
            <a:r>
              <a:rPr lang="en-US" dirty="0"/>
              <a:t>Comparison horizontal - light </a:t>
            </a:r>
          </a:p>
        </p:txBody>
      </p:sp>
      <p:sp>
        <p:nvSpPr>
          <p:cNvPr id="12" name="Text Placeholder 11">
            <a:extLst>
              <a:ext uri="{FF2B5EF4-FFF2-40B4-BE49-F238E27FC236}">
                <a16:creationId xmlns:a16="http://schemas.microsoft.com/office/drawing/2014/main" id="{F4C3FD5B-21B2-5076-D8D0-108DF4B9FD21}"/>
              </a:ext>
            </a:extLst>
          </p:cNvPr>
          <p:cNvSpPr>
            <a:spLocks noGrp="1"/>
          </p:cNvSpPr>
          <p:nvPr>
            <p:ph type="body" sz="quarter" idx="13"/>
          </p:nvPr>
        </p:nvSpPr>
        <p:spPr>
          <a:xfrm>
            <a:off x="457200" y="1447800"/>
            <a:ext cx="2971800" cy="1308100"/>
          </a:xfrm>
        </p:spPr>
        <p:txBody>
          <a:bodyPr/>
          <a:lstStyle/>
          <a:p>
            <a:r>
              <a:rPr lang="en-US" b="1" dirty="0"/>
              <a:t>Subtitle</a:t>
            </a:r>
          </a:p>
        </p:txBody>
      </p:sp>
      <p:sp>
        <p:nvSpPr>
          <p:cNvPr id="11" name="Content Placeholder 10">
            <a:extLst>
              <a:ext uri="{FF2B5EF4-FFF2-40B4-BE49-F238E27FC236}">
                <a16:creationId xmlns:a16="http://schemas.microsoft.com/office/drawing/2014/main" id="{8B00E494-4C72-81E2-1E11-02671E2D8674}"/>
              </a:ext>
            </a:extLst>
          </p:cNvPr>
          <p:cNvSpPr>
            <a:spLocks noGrp="1"/>
          </p:cNvSpPr>
          <p:nvPr>
            <p:ph idx="1"/>
          </p:nvPr>
        </p:nvSpPr>
        <p:spPr>
          <a:xfrm>
            <a:off x="3962400" y="1447800"/>
            <a:ext cx="7772400" cy="1308100"/>
          </a:xfrm>
        </p:spPr>
        <p:txBody>
          <a:bodyPr/>
          <a:lstStyle/>
          <a:p>
            <a:pPr marL="0" indent="0">
              <a:buNone/>
            </a:pPr>
            <a:r>
              <a:rPr lang="en-US" dirty="0"/>
              <a:t>1st level text</a:t>
            </a:r>
          </a:p>
          <a:p>
            <a:pPr lvl="1"/>
            <a:r>
              <a:rPr lang="en-US" dirty="0"/>
              <a:t>2nd level text</a:t>
            </a:r>
          </a:p>
        </p:txBody>
      </p:sp>
      <p:sp>
        <p:nvSpPr>
          <p:cNvPr id="14" name="Text Placeholder 13">
            <a:extLst>
              <a:ext uri="{FF2B5EF4-FFF2-40B4-BE49-F238E27FC236}">
                <a16:creationId xmlns:a16="http://schemas.microsoft.com/office/drawing/2014/main" id="{6C25B5F2-D4A4-08FF-D34C-3E77A805CEB2}"/>
              </a:ext>
            </a:extLst>
          </p:cNvPr>
          <p:cNvSpPr>
            <a:spLocks noGrp="1"/>
          </p:cNvSpPr>
          <p:nvPr>
            <p:ph type="body" sz="quarter" idx="15"/>
          </p:nvPr>
        </p:nvSpPr>
        <p:spPr>
          <a:xfrm>
            <a:off x="457200" y="2939080"/>
            <a:ext cx="2971800" cy="1308100"/>
          </a:xfrm>
        </p:spPr>
        <p:txBody>
          <a:bodyPr/>
          <a:lstStyle/>
          <a:p>
            <a:r>
              <a:rPr lang="en-US" b="1" dirty="0"/>
              <a:t>Subtitle</a:t>
            </a:r>
          </a:p>
        </p:txBody>
      </p:sp>
      <p:sp>
        <p:nvSpPr>
          <p:cNvPr id="13" name="Content Placeholder 12">
            <a:extLst>
              <a:ext uri="{FF2B5EF4-FFF2-40B4-BE49-F238E27FC236}">
                <a16:creationId xmlns:a16="http://schemas.microsoft.com/office/drawing/2014/main" id="{2DE7F62F-3622-24C7-6FD1-3FD9911EEEE2}"/>
              </a:ext>
            </a:extLst>
          </p:cNvPr>
          <p:cNvSpPr>
            <a:spLocks noGrp="1"/>
          </p:cNvSpPr>
          <p:nvPr>
            <p:ph idx="14"/>
          </p:nvPr>
        </p:nvSpPr>
        <p:spPr>
          <a:xfrm>
            <a:off x="3962400" y="2939080"/>
            <a:ext cx="7772400" cy="1308100"/>
          </a:xfrm>
        </p:spPr>
        <p:txBody>
          <a:bodyPr/>
          <a:lstStyle/>
          <a:p>
            <a:pPr marL="0" indent="0">
              <a:buNone/>
            </a:pPr>
            <a:r>
              <a:rPr lang="en-US" dirty="0"/>
              <a:t>1st level text</a:t>
            </a:r>
          </a:p>
          <a:p>
            <a:pPr lvl="1"/>
            <a:r>
              <a:rPr lang="en-US" dirty="0"/>
              <a:t>2nd level text</a:t>
            </a:r>
          </a:p>
        </p:txBody>
      </p:sp>
      <p:sp>
        <p:nvSpPr>
          <p:cNvPr id="16" name="Text Placeholder 15">
            <a:extLst>
              <a:ext uri="{FF2B5EF4-FFF2-40B4-BE49-F238E27FC236}">
                <a16:creationId xmlns:a16="http://schemas.microsoft.com/office/drawing/2014/main" id="{EE71F03F-AA41-795B-69DF-1B73DEE47E6B}"/>
              </a:ext>
            </a:extLst>
          </p:cNvPr>
          <p:cNvSpPr>
            <a:spLocks noGrp="1"/>
          </p:cNvSpPr>
          <p:nvPr>
            <p:ph type="body" sz="quarter" idx="17"/>
          </p:nvPr>
        </p:nvSpPr>
        <p:spPr>
          <a:xfrm>
            <a:off x="457200" y="4430359"/>
            <a:ext cx="2971800" cy="1308100"/>
          </a:xfrm>
        </p:spPr>
        <p:txBody>
          <a:bodyPr/>
          <a:lstStyle/>
          <a:p>
            <a:r>
              <a:rPr lang="en-US" b="1" dirty="0"/>
              <a:t>Subtitle</a:t>
            </a:r>
          </a:p>
        </p:txBody>
      </p:sp>
      <p:sp>
        <p:nvSpPr>
          <p:cNvPr id="15" name="Content Placeholder 14">
            <a:extLst>
              <a:ext uri="{FF2B5EF4-FFF2-40B4-BE49-F238E27FC236}">
                <a16:creationId xmlns:a16="http://schemas.microsoft.com/office/drawing/2014/main" id="{AF87E558-2AA9-3F4A-B689-DC2E143C4A34}"/>
              </a:ext>
            </a:extLst>
          </p:cNvPr>
          <p:cNvSpPr>
            <a:spLocks noGrp="1"/>
          </p:cNvSpPr>
          <p:nvPr>
            <p:ph idx="16"/>
          </p:nvPr>
        </p:nvSpPr>
        <p:spPr>
          <a:xfrm>
            <a:off x="3962400" y="4430359"/>
            <a:ext cx="7772400" cy="1308100"/>
          </a:xfrm>
        </p:spPr>
        <p:txBody>
          <a:bodyPr/>
          <a:lstStyle/>
          <a:p>
            <a:pPr marL="0" indent="0">
              <a:buNone/>
            </a:pPr>
            <a:r>
              <a:rPr lang="en-US" dirty="0"/>
              <a:t>1st level text</a:t>
            </a:r>
          </a:p>
          <a:p>
            <a:pPr lvl="1"/>
            <a:r>
              <a:rPr lang="en-US" dirty="0"/>
              <a:t>2nd level text</a:t>
            </a:r>
          </a:p>
        </p:txBody>
      </p:sp>
      <p:sp>
        <p:nvSpPr>
          <p:cNvPr id="6" name="Slide Number Placeholder 5">
            <a:extLst>
              <a:ext uri="{FF2B5EF4-FFF2-40B4-BE49-F238E27FC236}">
                <a16:creationId xmlns:a16="http://schemas.microsoft.com/office/drawing/2014/main" id="{7A5E4FD2-12B4-1D77-D717-02DD71CA6015}"/>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24</a:t>
            </a:fld>
            <a:endParaRPr lang="en-US"/>
          </a:p>
        </p:txBody>
      </p:sp>
      <p:sp>
        <p:nvSpPr>
          <p:cNvPr id="21" name="Footer Placeholder 20">
            <a:extLst>
              <a:ext uri="{FF2B5EF4-FFF2-40B4-BE49-F238E27FC236}">
                <a16:creationId xmlns:a16="http://schemas.microsoft.com/office/drawing/2014/main" id="{BC343FC6-06F9-AEDE-0357-3516EC581801}"/>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13382271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AD3B98-2E99-9597-BAB7-337D22FFEB42}"/>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96F48376-C0B9-E0E2-CBDE-F238D0F2334D}"/>
              </a:ext>
            </a:extLst>
          </p:cNvPr>
          <p:cNvSpPr>
            <a:spLocks noGrp="1"/>
          </p:cNvSpPr>
          <p:nvPr>
            <p:ph type="title"/>
          </p:nvPr>
        </p:nvSpPr>
        <p:spPr>
          <a:xfrm>
            <a:off x="457200" y="457200"/>
            <a:ext cx="11277600" cy="332399"/>
          </a:xfrm>
        </p:spPr>
        <p:txBody>
          <a:bodyPr/>
          <a:lstStyle/>
          <a:p>
            <a:r>
              <a:rPr lang="en-US"/>
              <a:t>Content with caption</a:t>
            </a:r>
          </a:p>
        </p:txBody>
      </p:sp>
      <p:sp>
        <p:nvSpPr>
          <p:cNvPr id="2" name="Text Placeholder 1">
            <a:extLst>
              <a:ext uri="{FF2B5EF4-FFF2-40B4-BE49-F238E27FC236}">
                <a16:creationId xmlns:a16="http://schemas.microsoft.com/office/drawing/2014/main" id="{0393BE40-14C9-36AB-995F-BC3FD6344DFE}"/>
              </a:ext>
            </a:extLst>
          </p:cNvPr>
          <p:cNvSpPr>
            <a:spLocks noGrp="1"/>
          </p:cNvSpPr>
          <p:nvPr>
            <p:ph type="body" sz="half" idx="2"/>
          </p:nvPr>
        </p:nvSpPr>
        <p:spPr>
          <a:xfrm>
            <a:off x="457199" y="1447799"/>
            <a:ext cx="4754880" cy="4663440"/>
          </a:xfrm>
        </p:spPr>
        <p:txBody>
          <a:bodyPr/>
          <a:lstStyle/>
          <a:p>
            <a:r>
              <a:rPr lang="en-US"/>
              <a:t>Subtitle</a:t>
            </a:r>
            <a:endParaRPr lang="en-US" dirty="0"/>
          </a:p>
        </p:txBody>
      </p:sp>
      <p:sp>
        <p:nvSpPr>
          <p:cNvPr id="7" name="Content Placeholder 6">
            <a:extLst>
              <a:ext uri="{FF2B5EF4-FFF2-40B4-BE49-F238E27FC236}">
                <a16:creationId xmlns:a16="http://schemas.microsoft.com/office/drawing/2014/main" id="{BB92D503-DFEF-F8F5-727B-A8DAFD764F1D}"/>
              </a:ext>
            </a:extLst>
          </p:cNvPr>
          <p:cNvSpPr>
            <a:spLocks noGrp="1"/>
          </p:cNvSpPr>
          <p:nvPr>
            <p:ph idx="1"/>
          </p:nvPr>
        </p:nvSpPr>
        <p:spPr>
          <a:xfrm>
            <a:off x="6096000" y="1447799"/>
            <a:ext cx="5638800" cy="4663440"/>
          </a:xfrm>
        </p:spPr>
        <p:txBody>
          <a:bodyPr/>
          <a:lstStyle/>
          <a:p>
            <a:pPr marL="0" indent="0">
              <a:buNone/>
            </a:pPr>
            <a:r>
              <a:rPr lang="en-US"/>
              <a:t>1st level text</a:t>
            </a:r>
          </a:p>
          <a:p>
            <a:pPr lvl="1"/>
            <a:r>
              <a:rPr lang="en-US"/>
              <a:t>2nd level text</a:t>
            </a:r>
            <a:endParaRPr lang="en-US" dirty="0"/>
          </a:p>
        </p:txBody>
      </p:sp>
      <p:sp>
        <p:nvSpPr>
          <p:cNvPr id="5" name="Slide Number Placeholder 4">
            <a:extLst>
              <a:ext uri="{FF2B5EF4-FFF2-40B4-BE49-F238E27FC236}">
                <a16:creationId xmlns:a16="http://schemas.microsoft.com/office/drawing/2014/main" id="{8F5BEB67-D3F5-04AE-28B7-EAF7562888DC}"/>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25</a:t>
            </a:fld>
            <a:endParaRPr lang="en-US"/>
          </a:p>
        </p:txBody>
      </p:sp>
      <p:sp>
        <p:nvSpPr>
          <p:cNvPr id="3" name="Footer Placeholder 2">
            <a:extLst>
              <a:ext uri="{FF2B5EF4-FFF2-40B4-BE49-F238E27FC236}">
                <a16:creationId xmlns:a16="http://schemas.microsoft.com/office/drawing/2014/main" id="{7FFFD953-6460-0219-1062-388FC85977FA}"/>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1017909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8F2A8C-15C7-5DDB-C988-82AF4CB274B9}"/>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C434370E-47E6-B1B1-FD64-C39C0A9061ED}"/>
              </a:ext>
            </a:extLst>
          </p:cNvPr>
          <p:cNvSpPr>
            <a:spLocks noGrp="1"/>
          </p:cNvSpPr>
          <p:nvPr>
            <p:ph type="title"/>
          </p:nvPr>
        </p:nvSpPr>
        <p:spPr>
          <a:xfrm>
            <a:off x="457200" y="457200"/>
            <a:ext cx="11277600" cy="332399"/>
          </a:xfrm>
        </p:spPr>
        <p:txBody>
          <a:bodyPr/>
          <a:lstStyle/>
          <a:p>
            <a:r>
              <a:rPr lang="en-US"/>
              <a:t>Picture with caption</a:t>
            </a:r>
          </a:p>
        </p:txBody>
      </p:sp>
      <p:sp>
        <p:nvSpPr>
          <p:cNvPr id="2" name="Text Placeholder 1">
            <a:extLst>
              <a:ext uri="{FF2B5EF4-FFF2-40B4-BE49-F238E27FC236}">
                <a16:creationId xmlns:a16="http://schemas.microsoft.com/office/drawing/2014/main" id="{9BF4EFC9-E0C9-A732-170D-12BD2D85B818}"/>
              </a:ext>
            </a:extLst>
          </p:cNvPr>
          <p:cNvSpPr>
            <a:spLocks noGrp="1"/>
          </p:cNvSpPr>
          <p:nvPr>
            <p:ph type="body" sz="half" idx="2"/>
          </p:nvPr>
        </p:nvSpPr>
        <p:spPr>
          <a:xfrm>
            <a:off x="457199" y="1447799"/>
            <a:ext cx="4754880" cy="4663440"/>
          </a:xfrm>
        </p:spPr>
        <p:txBody>
          <a:bodyPr/>
          <a:lstStyle/>
          <a:p>
            <a:r>
              <a:rPr lang="en-US"/>
              <a:t>Subtitle</a:t>
            </a:r>
          </a:p>
        </p:txBody>
      </p:sp>
      <p:sp>
        <p:nvSpPr>
          <p:cNvPr id="5" name="Slide Number Placeholder 4">
            <a:extLst>
              <a:ext uri="{FF2B5EF4-FFF2-40B4-BE49-F238E27FC236}">
                <a16:creationId xmlns:a16="http://schemas.microsoft.com/office/drawing/2014/main" id="{97A47431-DB5B-6414-CD4A-54437304A764}"/>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26</a:t>
            </a:fld>
            <a:endParaRPr lang="en-US"/>
          </a:p>
        </p:txBody>
      </p:sp>
      <p:sp>
        <p:nvSpPr>
          <p:cNvPr id="3" name="Footer Placeholder 2">
            <a:extLst>
              <a:ext uri="{FF2B5EF4-FFF2-40B4-BE49-F238E27FC236}">
                <a16:creationId xmlns:a16="http://schemas.microsoft.com/office/drawing/2014/main" id="{ECE312FF-EC0B-B8E6-806D-A7DB7C21F219}"/>
              </a:ext>
            </a:extLst>
          </p:cNvPr>
          <p:cNvSpPr>
            <a:spLocks noGrp="1"/>
          </p:cNvSpPr>
          <p:nvPr>
            <p:ph type="ftr" sz="quarter" idx="11"/>
          </p:nvPr>
        </p:nvSpPr>
        <p:spPr/>
        <p:txBody>
          <a:bodyPr/>
          <a:lstStyle/>
          <a:p>
            <a:r>
              <a:rPr lang="en-US" dirty="0"/>
              <a:t>© 2025–2027 Cognizant | Private</a:t>
            </a:r>
          </a:p>
        </p:txBody>
      </p:sp>
      <p:pic>
        <p:nvPicPr>
          <p:cNvPr id="15" name="Picture Placeholder 14" descr="Abstract placeholder image">
            <a:extLst>
              <a:ext uri="{FF2B5EF4-FFF2-40B4-BE49-F238E27FC236}">
                <a16:creationId xmlns:a16="http://schemas.microsoft.com/office/drawing/2014/main" id="{CF00C346-10DA-E06A-2ADD-4E021D816F49}"/>
              </a:ext>
            </a:extLst>
          </p:cNvPr>
          <p:cNvPicPr>
            <a:picLocks noGrp="1" noChangeAspect="1"/>
          </p:cNvPicPr>
          <p:nvPr>
            <p:ph type="pic" idx="1"/>
          </p:nvPr>
        </p:nvPicPr>
        <p:blipFill>
          <a:blip r:embed="rId3"/>
          <a:srcRect l="15962" r="15962"/>
          <a:stretch>
            <a:fillRect/>
          </a:stretch>
        </p:blipFill>
        <p:spPr/>
      </p:pic>
    </p:spTree>
    <p:extLst>
      <p:ext uri="{BB962C8B-B14F-4D97-AF65-F5344CB8AC3E}">
        <p14:creationId xmlns:p14="http://schemas.microsoft.com/office/powerpoint/2010/main" val="31382450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CB77B-804E-350B-5F63-C2BDC3CBF0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00C70-EC47-7EAD-C316-81BF4167466F}"/>
              </a:ext>
            </a:extLst>
          </p:cNvPr>
          <p:cNvSpPr>
            <a:spLocks noGrp="1"/>
          </p:cNvSpPr>
          <p:nvPr>
            <p:ph type="ctrTitle"/>
          </p:nvPr>
        </p:nvSpPr>
        <p:spPr/>
        <p:txBody>
          <a:bodyPr/>
          <a:lstStyle/>
          <a:p>
            <a:r>
              <a:rPr lang="en-US"/>
              <a:t>Statement or quote will go here</a:t>
            </a:r>
            <a:br>
              <a:rPr lang="en-US"/>
            </a:br>
            <a:r>
              <a:rPr lang="en-US"/>
              <a:t>in Arial 36pt bold</a:t>
            </a:r>
          </a:p>
        </p:txBody>
      </p:sp>
      <p:sp>
        <p:nvSpPr>
          <p:cNvPr id="5" name="Text Placeholder 4">
            <a:extLst>
              <a:ext uri="{FF2B5EF4-FFF2-40B4-BE49-F238E27FC236}">
                <a16:creationId xmlns:a16="http://schemas.microsoft.com/office/drawing/2014/main" id="{4B00A796-7A4E-F609-6B44-908F16D98B16}"/>
              </a:ext>
            </a:extLst>
          </p:cNvPr>
          <p:cNvSpPr>
            <a:spLocks noGrp="1"/>
          </p:cNvSpPr>
          <p:nvPr>
            <p:ph type="body" sz="quarter" idx="13"/>
          </p:nvPr>
        </p:nvSpPr>
        <p:spPr/>
        <p:txBody>
          <a:bodyPr/>
          <a:lstStyle/>
          <a:p>
            <a:r>
              <a:rPr lang="en-US"/>
              <a:t>Attributor name is 16pt Arial</a:t>
            </a:r>
          </a:p>
        </p:txBody>
      </p:sp>
      <p:sp>
        <p:nvSpPr>
          <p:cNvPr id="7" name="Slide Number Placeholder 6">
            <a:extLst>
              <a:ext uri="{FF2B5EF4-FFF2-40B4-BE49-F238E27FC236}">
                <a16:creationId xmlns:a16="http://schemas.microsoft.com/office/drawing/2014/main" id="{5DA118E6-3D1A-AC44-6E2D-36EE5ABAB7DF}"/>
              </a:ext>
            </a:extLst>
          </p:cNvPr>
          <p:cNvSpPr>
            <a:spLocks noGrp="1"/>
          </p:cNvSpPr>
          <p:nvPr>
            <p:ph type="sldNum" sz="quarter" idx="16"/>
          </p:nvPr>
        </p:nvSpPr>
        <p:spPr/>
        <p:txBody>
          <a:bodyPr/>
          <a:lstStyle/>
          <a:p>
            <a:fld id="{38826FC0-333C-E549-9FA3-0EE43DF298A3}" type="slidenum">
              <a:rPr lang="en-US" smtClean="0"/>
              <a:pPr/>
              <a:t>27</a:t>
            </a:fld>
            <a:endParaRPr lang="en-US"/>
          </a:p>
        </p:txBody>
      </p:sp>
      <p:sp>
        <p:nvSpPr>
          <p:cNvPr id="3" name="Footer Placeholder 2">
            <a:extLst>
              <a:ext uri="{FF2B5EF4-FFF2-40B4-BE49-F238E27FC236}">
                <a16:creationId xmlns:a16="http://schemas.microsoft.com/office/drawing/2014/main" id="{51695577-4E8C-951C-7FDC-CF819A641FAD}"/>
              </a:ext>
            </a:extLst>
          </p:cNvPr>
          <p:cNvSpPr>
            <a:spLocks noGrp="1"/>
          </p:cNvSpPr>
          <p:nvPr>
            <p:ph type="ftr" sz="quarter" idx="15"/>
          </p:nvPr>
        </p:nvSpPr>
        <p:spPr/>
        <p:txBody>
          <a:bodyPr/>
          <a:lstStyle/>
          <a:p>
            <a:r>
              <a:rPr lang="en-US" dirty="0"/>
              <a:t>© 2025–2027 Cognizant | Private</a:t>
            </a:r>
          </a:p>
        </p:txBody>
      </p:sp>
    </p:spTree>
    <p:extLst>
      <p:ext uri="{BB962C8B-B14F-4D97-AF65-F5344CB8AC3E}">
        <p14:creationId xmlns:p14="http://schemas.microsoft.com/office/powerpoint/2010/main" val="411472296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61B12-54A2-DFAA-D19C-9AEDF0BE0D16}"/>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4E68954-6DA6-F213-8D6D-669797660041}"/>
              </a:ext>
            </a:extLst>
          </p:cNvPr>
          <p:cNvSpPr>
            <a:spLocks noGrp="1"/>
          </p:cNvSpPr>
          <p:nvPr>
            <p:ph type="title"/>
          </p:nvPr>
        </p:nvSpPr>
        <p:spPr>
          <a:xfrm>
            <a:off x="457199" y="2819603"/>
            <a:ext cx="4652347" cy="1218795"/>
          </a:xfrm>
        </p:spPr>
        <p:txBody>
          <a:bodyPr/>
          <a:lstStyle/>
          <a:p>
            <a:r>
              <a:rPr lang="en-US"/>
              <a:t>Click to add </a:t>
            </a:r>
            <a:br>
              <a:rPr lang="en-US"/>
            </a:br>
            <a:r>
              <a:rPr lang="en-US"/>
              <a:t>big statement</a:t>
            </a:r>
          </a:p>
        </p:txBody>
      </p:sp>
      <p:sp>
        <p:nvSpPr>
          <p:cNvPr id="2" name="Slide Number Placeholder 1">
            <a:extLst>
              <a:ext uri="{FF2B5EF4-FFF2-40B4-BE49-F238E27FC236}">
                <a16:creationId xmlns:a16="http://schemas.microsoft.com/office/drawing/2014/main" id="{8435FCAF-0FAC-9479-727F-C048D7ADE005}"/>
              </a:ext>
            </a:extLst>
          </p:cNvPr>
          <p:cNvSpPr>
            <a:spLocks noGrp="1"/>
          </p:cNvSpPr>
          <p:nvPr>
            <p:ph type="sldNum" sz="quarter" idx="25"/>
          </p:nvPr>
        </p:nvSpPr>
        <p:spPr>
          <a:xfrm>
            <a:off x="457200" y="6400799"/>
            <a:ext cx="365760" cy="228600"/>
          </a:xfrm>
        </p:spPr>
        <p:txBody>
          <a:bodyPr/>
          <a:lstStyle/>
          <a:p>
            <a:fld id="{C53E075B-3175-45CF-B3C7-FEDF3F5961E3}" type="slidenum">
              <a:rPr lang="en-US" smtClean="0"/>
              <a:pPr/>
              <a:t>28</a:t>
            </a:fld>
            <a:endParaRPr lang="en-US"/>
          </a:p>
        </p:txBody>
      </p:sp>
      <p:sp>
        <p:nvSpPr>
          <p:cNvPr id="3" name="Footer Placeholder 2">
            <a:extLst>
              <a:ext uri="{FF2B5EF4-FFF2-40B4-BE49-F238E27FC236}">
                <a16:creationId xmlns:a16="http://schemas.microsoft.com/office/drawing/2014/main" id="{E457BED6-17C4-C078-B355-E2C02EECB70C}"/>
              </a:ext>
            </a:extLst>
          </p:cNvPr>
          <p:cNvSpPr>
            <a:spLocks noGrp="1"/>
          </p:cNvSpPr>
          <p:nvPr>
            <p:ph type="ftr" sz="quarter" idx="24"/>
          </p:nvPr>
        </p:nvSpPr>
        <p:spPr>
          <a:xfrm>
            <a:off x="1005840" y="6400800"/>
            <a:ext cx="1371600" cy="228600"/>
          </a:xfrm>
        </p:spPr>
        <p:txBody>
          <a:bodyPr/>
          <a:lstStyle/>
          <a:p>
            <a:r>
              <a:rPr lang="en-US" dirty="0"/>
              <a:t>© 2025–2027 Cognizant | Private</a:t>
            </a:r>
          </a:p>
        </p:txBody>
      </p:sp>
      <p:pic>
        <p:nvPicPr>
          <p:cNvPr id="8" name="Picture Placeholder 14" descr="Abstract placeholder image">
            <a:extLst>
              <a:ext uri="{FF2B5EF4-FFF2-40B4-BE49-F238E27FC236}">
                <a16:creationId xmlns:a16="http://schemas.microsoft.com/office/drawing/2014/main" id="{727C832E-15EC-65E6-1205-50CF60627061}"/>
              </a:ext>
            </a:extLst>
          </p:cNvPr>
          <p:cNvPicPr>
            <a:picLocks noGrp="1" noChangeAspect="1"/>
          </p:cNvPicPr>
          <p:nvPr>
            <p:ph type="pic" sz="quarter" idx="22"/>
          </p:nvPr>
        </p:nvPicPr>
        <p:blipFill>
          <a:blip r:embed="rId3"/>
          <a:srcRect l="25039" r="25039"/>
          <a:stretch/>
        </p:blipFill>
        <p:spPr>
          <a:xfrm>
            <a:off x="6111240" y="0"/>
            <a:ext cx="6080760" cy="6858000"/>
          </a:xfrm>
        </p:spPr>
      </p:pic>
    </p:spTree>
    <p:extLst>
      <p:ext uri="{BB962C8B-B14F-4D97-AF65-F5344CB8AC3E}">
        <p14:creationId xmlns:p14="http://schemas.microsoft.com/office/powerpoint/2010/main" val="9455417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1FA1E-7D49-472F-8E9F-C163633464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9E4656-0432-9087-74B1-F3F34FED4396}"/>
              </a:ext>
            </a:extLst>
          </p:cNvPr>
          <p:cNvSpPr>
            <a:spLocks noGrp="1"/>
          </p:cNvSpPr>
          <p:nvPr>
            <p:ph type="title"/>
          </p:nvPr>
        </p:nvSpPr>
        <p:spPr/>
        <p:txBody>
          <a:bodyPr/>
          <a:lstStyle/>
          <a:p>
            <a:r>
              <a:rPr lang="en-US"/>
              <a:t>Basic title and content - dark</a:t>
            </a:r>
          </a:p>
        </p:txBody>
      </p:sp>
      <p:sp>
        <p:nvSpPr>
          <p:cNvPr id="5" name="Content Placeholder 4">
            <a:extLst>
              <a:ext uri="{FF2B5EF4-FFF2-40B4-BE49-F238E27FC236}">
                <a16:creationId xmlns:a16="http://schemas.microsoft.com/office/drawing/2014/main" id="{A5E26CF0-9454-6DE6-58AF-DE8C53899A0F}"/>
              </a:ext>
            </a:extLst>
          </p:cNvPr>
          <p:cNvSpPr>
            <a:spLocks noGrp="1"/>
          </p:cNvSpPr>
          <p:nvPr>
            <p:ph idx="1"/>
          </p:nvPr>
        </p:nvSpPr>
        <p:spPr/>
        <p:txBody>
          <a:bodyPr/>
          <a:lstStyle/>
          <a:p>
            <a:pPr marL="0" indent="0">
              <a:buNone/>
            </a:pPr>
            <a:r>
              <a:rPr lang="en-US" dirty="0"/>
              <a:t>1st level text</a:t>
            </a:r>
          </a:p>
          <a:p>
            <a:pPr lvl="1"/>
            <a:r>
              <a:rPr lang="en-US" dirty="0"/>
              <a:t>2nd level text</a:t>
            </a:r>
          </a:p>
        </p:txBody>
      </p:sp>
      <p:sp>
        <p:nvSpPr>
          <p:cNvPr id="7" name="Slide Number Placeholder 6">
            <a:extLst>
              <a:ext uri="{FF2B5EF4-FFF2-40B4-BE49-F238E27FC236}">
                <a16:creationId xmlns:a16="http://schemas.microsoft.com/office/drawing/2014/main" id="{78960912-7061-957D-FA64-DC9758929447}"/>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t>29</a:t>
            </a:fld>
            <a:endParaRPr lang="en-US"/>
          </a:p>
        </p:txBody>
      </p:sp>
      <p:sp>
        <p:nvSpPr>
          <p:cNvPr id="3" name="Footer Placeholder 2">
            <a:extLst>
              <a:ext uri="{FF2B5EF4-FFF2-40B4-BE49-F238E27FC236}">
                <a16:creationId xmlns:a16="http://schemas.microsoft.com/office/drawing/2014/main" id="{E675C42D-D155-7125-D650-F2065A2DEF6E}"/>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6543319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5AEE69-FFFD-67E9-525F-53D92D4A4C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C5C80-B87A-156A-147D-9A42F6104CAA}"/>
              </a:ext>
            </a:extLst>
          </p:cNvPr>
          <p:cNvSpPr>
            <a:spLocks noGrp="1"/>
          </p:cNvSpPr>
          <p:nvPr>
            <p:ph type="title"/>
          </p:nvPr>
        </p:nvSpPr>
        <p:spPr/>
        <p:txBody>
          <a:bodyPr/>
          <a:lstStyle/>
          <a:p>
            <a:r>
              <a:rPr lang="en-US" dirty="0"/>
              <a:t>Title, super head, subhead and footnote - dark </a:t>
            </a:r>
          </a:p>
        </p:txBody>
      </p:sp>
      <p:sp>
        <p:nvSpPr>
          <p:cNvPr id="8" name="Text Placeholder 7">
            <a:extLst>
              <a:ext uri="{FF2B5EF4-FFF2-40B4-BE49-F238E27FC236}">
                <a16:creationId xmlns:a16="http://schemas.microsoft.com/office/drawing/2014/main" id="{4E5C87E5-2F01-392A-A0DA-77ED966F9B30}"/>
              </a:ext>
            </a:extLst>
          </p:cNvPr>
          <p:cNvSpPr>
            <a:spLocks noGrp="1"/>
          </p:cNvSpPr>
          <p:nvPr>
            <p:ph type="body" sz="quarter" idx="14"/>
          </p:nvPr>
        </p:nvSpPr>
        <p:spPr/>
        <p:txBody>
          <a:bodyPr/>
          <a:lstStyle/>
          <a:p>
            <a:r>
              <a:rPr lang="en-US"/>
              <a:t>Super head</a:t>
            </a:r>
          </a:p>
        </p:txBody>
      </p:sp>
      <p:sp>
        <p:nvSpPr>
          <p:cNvPr id="9" name="Text Placeholder 8">
            <a:extLst>
              <a:ext uri="{FF2B5EF4-FFF2-40B4-BE49-F238E27FC236}">
                <a16:creationId xmlns:a16="http://schemas.microsoft.com/office/drawing/2014/main" id="{D8F7CB1E-1AC5-8053-5638-CBF6E740A0DA}"/>
              </a:ext>
            </a:extLst>
          </p:cNvPr>
          <p:cNvSpPr>
            <a:spLocks noGrp="1"/>
          </p:cNvSpPr>
          <p:nvPr>
            <p:ph type="body" sz="quarter" idx="15"/>
          </p:nvPr>
        </p:nvSpPr>
        <p:spPr/>
        <p:txBody>
          <a:bodyPr/>
          <a:lstStyle/>
          <a:p>
            <a:r>
              <a:rPr lang="en-US"/>
              <a:t>Subhead</a:t>
            </a:r>
          </a:p>
        </p:txBody>
      </p:sp>
      <p:sp>
        <p:nvSpPr>
          <p:cNvPr id="5" name="Content Placeholder 4">
            <a:extLst>
              <a:ext uri="{FF2B5EF4-FFF2-40B4-BE49-F238E27FC236}">
                <a16:creationId xmlns:a16="http://schemas.microsoft.com/office/drawing/2014/main" id="{BB01A44E-529C-4827-8E18-B33FD1A2645F}"/>
              </a:ext>
            </a:extLst>
          </p:cNvPr>
          <p:cNvSpPr>
            <a:spLocks noGrp="1"/>
          </p:cNvSpPr>
          <p:nvPr>
            <p:ph idx="1"/>
          </p:nvPr>
        </p:nvSpPr>
        <p:spPr/>
        <p:txBody>
          <a:bodyPr/>
          <a:lstStyle/>
          <a:p>
            <a:pPr marL="0" indent="0">
              <a:buNone/>
            </a:pPr>
            <a:r>
              <a:rPr lang="en-US" dirty="0"/>
              <a:t>1st level text</a:t>
            </a:r>
          </a:p>
          <a:p>
            <a:pPr lvl="1"/>
            <a:r>
              <a:rPr lang="en-US" dirty="0"/>
              <a:t>2nd level text</a:t>
            </a:r>
          </a:p>
        </p:txBody>
      </p:sp>
      <p:sp>
        <p:nvSpPr>
          <p:cNvPr id="10" name="Text Placeholder 9">
            <a:extLst>
              <a:ext uri="{FF2B5EF4-FFF2-40B4-BE49-F238E27FC236}">
                <a16:creationId xmlns:a16="http://schemas.microsoft.com/office/drawing/2014/main" id="{85C059EC-621F-E73E-9969-3C6F0DEB0D88}"/>
              </a:ext>
            </a:extLst>
          </p:cNvPr>
          <p:cNvSpPr>
            <a:spLocks noGrp="1"/>
          </p:cNvSpPr>
          <p:nvPr>
            <p:ph type="body" sz="quarter" idx="16"/>
          </p:nvPr>
        </p:nvSpPr>
        <p:spPr/>
        <p:txBody>
          <a:bodyPr/>
          <a:lstStyle/>
          <a:p>
            <a:r>
              <a:rPr lang="en-US"/>
              <a:t>Insert source or footnote here</a:t>
            </a:r>
          </a:p>
        </p:txBody>
      </p:sp>
      <p:sp>
        <p:nvSpPr>
          <p:cNvPr id="6" name="Slide Number Placeholder 5">
            <a:extLst>
              <a:ext uri="{FF2B5EF4-FFF2-40B4-BE49-F238E27FC236}">
                <a16:creationId xmlns:a16="http://schemas.microsoft.com/office/drawing/2014/main" id="{05C3B954-124C-D2C9-1E98-D56A14234564}"/>
              </a:ext>
            </a:extLst>
          </p:cNvPr>
          <p:cNvSpPr>
            <a:spLocks noGrp="1"/>
          </p:cNvSpPr>
          <p:nvPr>
            <p:ph type="sldNum" sz="quarter" idx="19"/>
          </p:nvPr>
        </p:nvSpPr>
        <p:spPr/>
        <p:txBody>
          <a:bodyPr/>
          <a:lstStyle/>
          <a:p>
            <a:fld id="{38826FC0-333C-E549-9FA3-0EE43DF298A3}" type="slidenum">
              <a:rPr lang="en-US" smtClean="0"/>
              <a:t>30</a:t>
            </a:fld>
            <a:endParaRPr lang="en-US"/>
          </a:p>
        </p:txBody>
      </p:sp>
      <p:sp>
        <p:nvSpPr>
          <p:cNvPr id="3" name="Footer Placeholder 2">
            <a:extLst>
              <a:ext uri="{FF2B5EF4-FFF2-40B4-BE49-F238E27FC236}">
                <a16:creationId xmlns:a16="http://schemas.microsoft.com/office/drawing/2014/main" id="{22031601-311D-07E9-F7ED-E51B0D8928CA}"/>
              </a:ext>
            </a:extLst>
          </p:cNvPr>
          <p:cNvSpPr>
            <a:spLocks noGrp="1"/>
          </p:cNvSpPr>
          <p:nvPr>
            <p:ph type="ftr" sz="quarter" idx="18"/>
          </p:nvPr>
        </p:nvSpPr>
        <p:spPr/>
        <p:txBody>
          <a:bodyPr/>
          <a:lstStyle/>
          <a:p>
            <a:r>
              <a:rPr lang="en-US" dirty="0"/>
              <a:t>© 2025–2027 Cognizant | Private</a:t>
            </a:r>
          </a:p>
        </p:txBody>
      </p:sp>
    </p:spTree>
    <p:extLst>
      <p:ext uri="{BB962C8B-B14F-4D97-AF65-F5344CB8AC3E}">
        <p14:creationId xmlns:p14="http://schemas.microsoft.com/office/powerpoint/2010/main" val="38877933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A42718-F531-B00D-7ADC-DEE16FF135D2}"/>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39FDDDF9-773B-7927-23D0-FEE8AA5E305F}"/>
              </a:ext>
            </a:extLst>
          </p:cNvPr>
          <p:cNvSpPr>
            <a:spLocks noGrp="1"/>
          </p:cNvSpPr>
          <p:nvPr>
            <p:ph type="title"/>
          </p:nvPr>
        </p:nvSpPr>
        <p:spPr/>
        <p:txBody>
          <a:bodyPr/>
          <a:lstStyle/>
          <a:p>
            <a:r>
              <a:rPr lang="en-US"/>
              <a:t>Title only - dark</a:t>
            </a:r>
          </a:p>
        </p:txBody>
      </p:sp>
      <p:sp>
        <p:nvSpPr>
          <p:cNvPr id="8" name="Slide Number Placeholder 7">
            <a:extLst>
              <a:ext uri="{FF2B5EF4-FFF2-40B4-BE49-F238E27FC236}">
                <a16:creationId xmlns:a16="http://schemas.microsoft.com/office/drawing/2014/main" id="{82F15CEB-3EC8-31C1-0B80-4C9D0C52DD3B}"/>
              </a:ext>
            </a:extLst>
          </p:cNvPr>
          <p:cNvSpPr>
            <a:spLocks noGrp="1"/>
          </p:cNvSpPr>
          <p:nvPr>
            <p:ph type="sldNum" sz="quarter" idx="12"/>
          </p:nvPr>
        </p:nvSpPr>
        <p:spPr/>
        <p:txBody>
          <a:bodyPr/>
          <a:lstStyle/>
          <a:p>
            <a:fld id="{38826FC0-333C-E549-9FA3-0EE43DF298A3}" type="slidenum">
              <a:rPr lang="en-US" smtClean="0"/>
              <a:pPr/>
              <a:t>31</a:t>
            </a:fld>
            <a:endParaRPr lang="en-US"/>
          </a:p>
        </p:txBody>
      </p:sp>
      <p:sp>
        <p:nvSpPr>
          <p:cNvPr id="7" name="Footer Placeholder 6">
            <a:extLst>
              <a:ext uri="{FF2B5EF4-FFF2-40B4-BE49-F238E27FC236}">
                <a16:creationId xmlns:a16="http://schemas.microsoft.com/office/drawing/2014/main" id="{A8380D6F-1DEF-3B6A-B90A-62B02E3C9D1D}"/>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22676286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F90D1-0336-9DEC-9F7B-A1C822AE6955}"/>
            </a:ext>
          </a:extLst>
        </p:cNvPr>
        <p:cNvGrpSpPr/>
        <p:nvPr/>
      </p:nvGrpSpPr>
      <p:grpSpPr>
        <a:xfrm>
          <a:off x="0" y="0"/>
          <a:ext cx="0" cy="0"/>
          <a:chOff x="0" y="0"/>
          <a:chExt cx="0" cy="0"/>
        </a:xfrm>
      </p:grpSpPr>
      <p:sp>
        <p:nvSpPr>
          <p:cNvPr id="9" name="Title 8">
            <a:extLst>
              <a:ext uri="{FF2B5EF4-FFF2-40B4-BE49-F238E27FC236}">
                <a16:creationId xmlns:a16="http://schemas.microsoft.com/office/drawing/2014/main" id="{5B3E2753-4404-D6DD-A64E-2ABFDAA8760A}"/>
              </a:ext>
            </a:extLst>
          </p:cNvPr>
          <p:cNvSpPr>
            <a:spLocks noGrp="1"/>
          </p:cNvSpPr>
          <p:nvPr>
            <p:ph type="title"/>
          </p:nvPr>
        </p:nvSpPr>
        <p:spPr/>
        <p:txBody>
          <a:bodyPr/>
          <a:lstStyle/>
          <a:p>
            <a:r>
              <a:rPr lang="en-US"/>
              <a:t>Blank - dark</a:t>
            </a:r>
          </a:p>
        </p:txBody>
      </p:sp>
      <p:sp>
        <p:nvSpPr>
          <p:cNvPr id="8" name="Slide Number Placeholder 7">
            <a:extLst>
              <a:ext uri="{FF2B5EF4-FFF2-40B4-BE49-F238E27FC236}">
                <a16:creationId xmlns:a16="http://schemas.microsoft.com/office/drawing/2014/main" id="{B8DCF9DA-E458-16A2-0F71-16AF587C1E2C}"/>
              </a:ext>
            </a:extLst>
          </p:cNvPr>
          <p:cNvSpPr>
            <a:spLocks noGrp="1"/>
          </p:cNvSpPr>
          <p:nvPr>
            <p:ph type="sldNum" sz="quarter" idx="12"/>
          </p:nvPr>
        </p:nvSpPr>
        <p:spPr/>
        <p:txBody>
          <a:bodyPr/>
          <a:lstStyle/>
          <a:p>
            <a:fld id="{38826FC0-333C-E549-9FA3-0EE43DF298A3}" type="slidenum">
              <a:rPr lang="en-US" smtClean="0"/>
              <a:pPr/>
              <a:t>32</a:t>
            </a:fld>
            <a:endParaRPr lang="en-US"/>
          </a:p>
        </p:txBody>
      </p:sp>
      <p:sp>
        <p:nvSpPr>
          <p:cNvPr id="7" name="Footer Placeholder 6">
            <a:extLst>
              <a:ext uri="{FF2B5EF4-FFF2-40B4-BE49-F238E27FC236}">
                <a16:creationId xmlns:a16="http://schemas.microsoft.com/office/drawing/2014/main" id="{B0A7515B-90B6-3425-F444-5A6FF838A81F}"/>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119063056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89587-4906-AFE5-E4E0-E70BC8A0FCD7}"/>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101402FA-DDA7-266B-FF60-181CF747DEAD}"/>
              </a:ext>
            </a:extLst>
          </p:cNvPr>
          <p:cNvSpPr>
            <a:spLocks noGrp="1"/>
          </p:cNvSpPr>
          <p:nvPr>
            <p:ph type="title"/>
          </p:nvPr>
        </p:nvSpPr>
        <p:spPr/>
        <p:txBody>
          <a:bodyPr/>
          <a:lstStyle/>
          <a:p>
            <a:r>
              <a:rPr lang="en-US"/>
              <a:t>Two content - dark</a:t>
            </a:r>
          </a:p>
        </p:txBody>
      </p:sp>
      <p:sp>
        <p:nvSpPr>
          <p:cNvPr id="7" name="Content Placeholder 6">
            <a:extLst>
              <a:ext uri="{FF2B5EF4-FFF2-40B4-BE49-F238E27FC236}">
                <a16:creationId xmlns:a16="http://schemas.microsoft.com/office/drawing/2014/main" id="{72D84ED1-9E5E-607C-5810-C1B176DDE395}"/>
              </a:ext>
            </a:extLst>
          </p:cNvPr>
          <p:cNvSpPr>
            <a:spLocks noGrp="1"/>
          </p:cNvSpPr>
          <p:nvPr>
            <p:ph sz="half" idx="1"/>
          </p:nvPr>
        </p:nvSpPr>
        <p:spPr/>
        <p:txBody>
          <a:bodyPr/>
          <a:lstStyle/>
          <a:p>
            <a:pPr marL="0" indent="0">
              <a:buNone/>
            </a:pPr>
            <a:r>
              <a:rPr lang="en-US" dirty="0"/>
              <a:t>1st level text</a:t>
            </a:r>
          </a:p>
          <a:p>
            <a:pPr lvl="1"/>
            <a:r>
              <a:rPr lang="en-US" dirty="0"/>
              <a:t>2nd level text</a:t>
            </a:r>
          </a:p>
        </p:txBody>
      </p:sp>
      <p:sp>
        <p:nvSpPr>
          <p:cNvPr id="13" name="Content Placeholder 12">
            <a:extLst>
              <a:ext uri="{FF2B5EF4-FFF2-40B4-BE49-F238E27FC236}">
                <a16:creationId xmlns:a16="http://schemas.microsoft.com/office/drawing/2014/main" id="{1D4CB456-2D84-9E02-1450-830701A679D1}"/>
              </a:ext>
            </a:extLst>
          </p:cNvPr>
          <p:cNvSpPr>
            <a:spLocks noGrp="1"/>
          </p:cNvSpPr>
          <p:nvPr>
            <p:ph sz="half" idx="2"/>
          </p:nvPr>
        </p:nvSpPr>
        <p:spPr/>
        <p:txBody>
          <a:bodyPr/>
          <a:lstStyle/>
          <a:p>
            <a:pPr marL="0" indent="0">
              <a:buNone/>
            </a:pPr>
            <a:r>
              <a:rPr lang="en-US" dirty="0"/>
              <a:t>1st level text</a:t>
            </a:r>
          </a:p>
          <a:p>
            <a:pPr lvl="1"/>
            <a:r>
              <a:rPr lang="en-US" dirty="0"/>
              <a:t>2nd level text</a:t>
            </a:r>
          </a:p>
        </p:txBody>
      </p:sp>
      <p:sp>
        <p:nvSpPr>
          <p:cNvPr id="5" name="Slide Number Placeholder 4">
            <a:extLst>
              <a:ext uri="{FF2B5EF4-FFF2-40B4-BE49-F238E27FC236}">
                <a16:creationId xmlns:a16="http://schemas.microsoft.com/office/drawing/2014/main" id="{8ED1DBA0-9FBC-3618-6FBC-5E08BEBA5B8B}"/>
              </a:ext>
            </a:extLst>
          </p:cNvPr>
          <p:cNvSpPr>
            <a:spLocks noGrp="1"/>
          </p:cNvSpPr>
          <p:nvPr>
            <p:ph type="sldNum" sz="quarter" idx="12"/>
          </p:nvPr>
        </p:nvSpPr>
        <p:spPr/>
        <p:txBody>
          <a:bodyPr/>
          <a:lstStyle/>
          <a:p>
            <a:fld id="{38826FC0-333C-E549-9FA3-0EE43DF298A3}" type="slidenum">
              <a:rPr lang="en-US" smtClean="0"/>
              <a:pPr/>
              <a:t>33</a:t>
            </a:fld>
            <a:endParaRPr lang="en-US"/>
          </a:p>
        </p:txBody>
      </p:sp>
      <p:sp>
        <p:nvSpPr>
          <p:cNvPr id="2" name="Footer Placeholder 1">
            <a:extLst>
              <a:ext uri="{FF2B5EF4-FFF2-40B4-BE49-F238E27FC236}">
                <a16:creationId xmlns:a16="http://schemas.microsoft.com/office/drawing/2014/main" id="{E8279F0B-C063-32D3-277D-57C2D3848BF5}"/>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13296154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EAD45-853D-655A-96A4-25B148DBA7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052FA5-6C79-6254-BA32-77CDB58D6D59}"/>
              </a:ext>
            </a:extLst>
          </p:cNvPr>
          <p:cNvSpPr>
            <a:spLocks noGrp="1"/>
          </p:cNvSpPr>
          <p:nvPr>
            <p:ph type="title"/>
          </p:nvPr>
        </p:nvSpPr>
        <p:spPr/>
        <p:txBody>
          <a:bodyPr/>
          <a:lstStyle/>
          <a:p>
            <a:r>
              <a:rPr lang="en-US"/>
              <a:t>Two column - dark </a:t>
            </a:r>
          </a:p>
        </p:txBody>
      </p:sp>
      <p:sp>
        <p:nvSpPr>
          <p:cNvPr id="5" name="Text Placeholder 4">
            <a:extLst>
              <a:ext uri="{FF2B5EF4-FFF2-40B4-BE49-F238E27FC236}">
                <a16:creationId xmlns:a16="http://schemas.microsoft.com/office/drawing/2014/main" id="{DBF71BC9-1B28-4C44-47CF-7E75187AD53E}"/>
              </a:ext>
            </a:extLst>
          </p:cNvPr>
          <p:cNvSpPr>
            <a:spLocks noGrp="1"/>
          </p:cNvSpPr>
          <p:nvPr>
            <p:ph type="body" idx="1"/>
          </p:nvPr>
        </p:nvSpPr>
        <p:spPr>
          <a:xfrm>
            <a:off x="457200" y="1451904"/>
            <a:ext cx="5157787" cy="276999"/>
          </a:xfrm>
        </p:spPr>
        <p:txBody>
          <a:bodyPr/>
          <a:lstStyle/>
          <a:p>
            <a:r>
              <a:rPr lang="en-US"/>
              <a:t>Subtitle here</a:t>
            </a:r>
          </a:p>
        </p:txBody>
      </p:sp>
      <p:sp>
        <p:nvSpPr>
          <p:cNvPr id="8" name="Content Placeholder 7">
            <a:extLst>
              <a:ext uri="{FF2B5EF4-FFF2-40B4-BE49-F238E27FC236}">
                <a16:creationId xmlns:a16="http://schemas.microsoft.com/office/drawing/2014/main" id="{73916983-35EC-6572-5CC5-1D454EE5B7D4}"/>
              </a:ext>
            </a:extLst>
          </p:cNvPr>
          <p:cNvSpPr>
            <a:spLocks noGrp="1"/>
          </p:cNvSpPr>
          <p:nvPr>
            <p:ph sz="half" idx="2"/>
          </p:nvPr>
        </p:nvSpPr>
        <p:spPr/>
        <p:txBody>
          <a:bodyPr/>
          <a:lstStyle/>
          <a:p>
            <a:pPr marL="0" indent="0">
              <a:buNone/>
            </a:pPr>
            <a:r>
              <a:rPr lang="en-US"/>
              <a:t>1st level text</a:t>
            </a:r>
          </a:p>
          <a:p>
            <a:pPr lvl="1"/>
            <a:r>
              <a:rPr lang="en-US"/>
              <a:t>2nd level text</a:t>
            </a:r>
            <a:endParaRPr lang="en-US" dirty="0"/>
          </a:p>
        </p:txBody>
      </p:sp>
      <p:sp>
        <p:nvSpPr>
          <p:cNvPr id="6" name="Slide Number Placeholder 5">
            <a:extLst>
              <a:ext uri="{FF2B5EF4-FFF2-40B4-BE49-F238E27FC236}">
                <a16:creationId xmlns:a16="http://schemas.microsoft.com/office/drawing/2014/main" id="{A423C72B-3CCB-48F5-CD67-B7D978AB382A}"/>
              </a:ext>
            </a:extLst>
          </p:cNvPr>
          <p:cNvSpPr>
            <a:spLocks noGrp="1"/>
          </p:cNvSpPr>
          <p:nvPr>
            <p:ph type="sldNum" sz="quarter" idx="12"/>
          </p:nvPr>
        </p:nvSpPr>
        <p:spPr/>
        <p:txBody>
          <a:bodyPr/>
          <a:lstStyle/>
          <a:p>
            <a:fld id="{38826FC0-333C-E549-9FA3-0EE43DF298A3}" type="slidenum">
              <a:rPr lang="en-US" smtClean="0"/>
              <a:t>34</a:t>
            </a:fld>
            <a:endParaRPr lang="en-US"/>
          </a:p>
        </p:txBody>
      </p:sp>
      <p:sp>
        <p:nvSpPr>
          <p:cNvPr id="3" name="Footer Placeholder 2">
            <a:extLst>
              <a:ext uri="{FF2B5EF4-FFF2-40B4-BE49-F238E27FC236}">
                <a16:creationId xmlns:a16="http://schemas.microsoft.com/office/drawing/2014/main" id="{2F18761B-8409-48CF-DEC1-53A569F12944}"/>
              </a:ext>
            </a:extLst>
          </p:cNvPr>
          <p:cNvSpPr>
            <a:spLocks noGrp="1"/>
          </p:cNvSpPr>
          <p:nvPr>
            <p:ph type="ftr" sz="quarter" idx="11"/>
          </p:nvPr>
        </p:nvSpPr>
        <p:spPr/>
        <p:txBody>
          <a:bodyPr/>
          <a:lstStyle/>
          <a:p>
            <a:r>
              <a:rPr lang="en-US" dirty="0"/>
              <a:t>© 2025–2027 Cognizant | Private</a:t>
            </a:r>
          </a:p>
        </p:txBody>
      </p:sp>
      <p:sp>
        <p:nvSpPr>
          <p:cNvPr id="9" name="Text Placeholder 8">
            <a:extLst>
              <a:ext uri="{FF2B5EF4-FFF2-40B4-BE49-F238E27FC236}">
                <a16:creationId xmlns:a16="http://schemas.microsoft.com/office/drawing/2014/main" id="{242D7734-F751-B746-41BE-A3BA3A5DFE21}"/>
              </a:ext>
            </a:extLst>
          </p:cNvPr>
          <p:cNvSpPr>
            <a:spLocks noGrp="1"/>
          </p:cNvSpPr>
          <p:nvPr>
            <p:ph type="body" sz="quarter" idx="3"/>
          </p:nvPr>
        </p:nvSpPr>
        <p:spPr>
          <a:xfrm>
            <a:off x="6522720" y="1451904"/>
            <a:ext cx="5183188" cy="276999"/>
          </a:xfrm>
        </p:spPr>
        <p:txBody>
          <a:bodyPr/>
          <a:lstStyle/>
          <a:p>
            <a:r>
              <a:rPr lang="en-US"/>
              <a:t>Subtitle here</a:t>
            </a:r>
          </a:p>
        </p:txBody>
      </p:sp>
      <p:sp>
        <p:nvSpPr>
          <p:cNvPr id="10" name="Content Placeholder 9">
            <a:extLst>
              <a:ext uri="{FF2B5EF4-FFF2-40B4-BE49-F238E27FC236}">
                <a16:creationId xmlns:a16="http://schemas.microsoft.com/office/drawing/2014/main" id="{54182C33-B139-D3E5-4378-F59AA6024811}"/>
              </a:ext>
            </a:extLst>
          </p:cNvPr>
          <p:cNvSpPr>
            <a:spLocks noGrp="1"/>
          </p:cNvSpPr>
          <p:nvPr>
            <p:ph sz="quarter" idx="4"/>
          </p:nvPr>
        </p:nvSpPr>
        <p:spPr/>
        <p:txBody>
          <a:bodyPr/>
          <a:lstStyle/>
          <a:p>
            <a:pPr marL="0" indent="0">
              <a:buNone/>
            </a:pPr>
            <a:r>
              <a:rPr lang="en-US"/>
              <a:t>1st level text</a:t>
            </a:r>
          </a:p>
          <a:p>
            <a:pPr lvl="1"/>
            <a:r>
              <a:rPr lang="en-US"/>
              <a:t>2nd level text</a:t>
            </a:r>
            <a:endParaRPr lang="en-US" dirty="0"/>
          </a:p>
        </p:txBody>
      </p:sp>
    </p:spTree>
    <p:extLst>
      <p:ext uri="{BB962C8B-B14F-4D97-AF65-F5344CB8AC3E}">
        <p14:creationId xmlns:p14="http://schemas.microsoft.com/office/powerpoint/2010/main" val="245860957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0075C-52D9-E9CD-4ACB-97CCFE23E9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1BBDB7-637F-6CA4-788E-9E2F3A82A796}"/>
              </a:ext>
            </a:extLst>
          </p:cNvPr>
          <p:cNvSpPr>
            <a:spLocks noGrp="1"/>
          </p:cNvSpPr>
          <p:nvPr>
            <p:ph type="title"/>
          </p:nvPr>
        </p:nvSpPr>
        <p:spPr/>
        <p:txBody>
          <a:bodyPr/>
          <a:lstStyle/>
          <a:p>
            <a:r>
              <a:rPr lang="en-US"/>
              <a:t>Three column - dark </a:t>
            </a:r>
          </a:p>
        </p:txBody>
      </p:sp>
      <p:sp>
        <p:nvSpPr>
          <p:cNvPr id="5" name="Text Placeholder 4">
            <a:extLst>
              <a:ext uri="{FF2B5EF4-FFF2-40B4-BE49-F238E27FC236}">
                <a16:creationId xmlns:a16="http://schemas.microsoft.com/office/drawing/2014/main" id="{D7D4B06A-5179-F4D6-C9A2-4B8EFD4E2DDF}"/>
              </a:ext>
            </a:extLst>
          </p:cNvPr>
          <p:cNvSpPr>
            <a:spLocks noGrp="1"/>
          </p:cNvSpPr>
          <p:nvPr>
            <p:ph type="body" idx="1"/>
          </p:nvPr>
        </p:nvSpPr>
        <p:spPr/>
        <p:txBody>
          <a:bodyPr/>
          <a:lstStyle/>
          <a:p>
            <a:r>
              <a:rPr lang="en-US"/>
              <a:t>Subtitle</a:t>
            </a:r>
          </a:p>
        </p:txBody>
      </p:sp>
      <p:sp>
        <p:nvSpPr>
          <p:cNvPr id="8" name="Content Placeholder 7">
            <a:extLst>
              <a:ext uri="{FF2B5EF4-FFF2-40B4-BE49-F238E27FC236}">
                <a16:creationId xmlns:a16="http://schemas.microsoft.com/office/drawing/2014/main" id="{F71D0FC3-732B-138F-88EE-C40A2BF08659}"/>
              </a:ext>
            </a:extLst>
          </p:cNvPr>
          <p:cNvSpPr>
            <a:spLocks noGrp="1"/>
          </p:cNvSpPr>
          <p:nvPr>
            <p:ph sz="half" idx="2"/>
          </p:nvPr>
        </p:nvSpPr>
        <p:spPr/>
        <p:txBody>
          <a:bodyPr/>
          <a:lstStyle/>
          <a:p>
            <a:pPr marL="0" indent="0">
              <a:buNone/>
            </a:pPr>
            <a:r>
              <a:rPr lang="en-US"/>
              <a:t>1st level text</a:t>
            </a:r>
          </a:p>
          <a:p>
            <a:pPr lvl="1"/>
            <a:r>
              <a:rPr lang="en-US"/>
              <a:t>2nd level text</a:t>
            </a:r>
            <a:endParaRPr lang="en-US" dirty="0"/>
          </a:p>
        </p:txBody>
      </p:sp>
      <p:sp>
        <p:nvSpPr>
          <p:cNvPr id="9" name="Text Placeholder 8">
            <a:extLst>
              <a:ext uri="{FF2B5EF4-FFF2-40B4-BE49-F238E27FC236}">
                <a16:creationId xmlns:a16="http://schemas.microsoft.com/office/drawing/2014/main" id="{B49E933B-83FA-4EC7-0D79-E89222817035}"/>
              </a:ext>
            </a:extLst>
          </p:cNvPr>
          <p:cNvSpPr>
            <a:spLocks noGrp="1"/>
          </p:cNvSpPr>
          <p:nvPr>
            <p:ph type="body" sz="quarter" idx="3"/>
          </p:nvPr>
        </p:nvSpPr>
        <p:spPr>
          <a:xfrm>
            <a:off x="4358640" y="1448856"/>
            <a:ext cx="3474720" cy="276999"/>
          </a:xfrm>
        </p:spPr>
        <p:txBody>
          <a:bodyPr/>
          <a:lstStyle/>
          <a:p>
            <a:r>
              <a:rPr lang="en-US"/>
              <a:t>Subtitle</a:t>
            </a:r>
          </a:p>
        </p:txBody>
      </p:sp>
      <p:sp>
        <p:nvSpPr>
          <p:cNvPr id="10" name="Content Placeholder 9">
            <a:extLst>
              <a:ext uri="{FF2B5EF4-FFF2-40B4-BE49-F238E27FC236}">
                <a16:creationId xmlns:a16="http://schemas.microsoft.com/office/drawing/2014/main" id="{1E8D81B7-E5CF-6C1E-86DB-DDBC04EBD9C9}"/>
              </a:ext>
            </a:extLst>
          </p:cNvPr>
          <p:cNvSpPr>
            <a:spLocks noGrp="1"/>
          </p:cNvSpPr>
          <p:nvPr>
            <p:ph sz="quarter" idx="4"/>
          </p:nvPr>
        </p:nvSpPr>
        <p:spPr/>
        <p:txBody>
          <a:bodyPr/>
          <a:lstStyle/>
          <a:p>
            <a:pPr marL="0" indent="0">
              <a:buNone/>
            </a:pPr>
            <a:r>
              <a:rPr lang="en-US"/>
              <a:t>1st level text</a:t>
            </a:r>
          </a:p>
          <a:p>
            <a:pPr lvl="1"/>
            <a:r>
              <a:rPr lang="en-US"/>
              <a:t>2nd level text</a:t>
            </a:r>
            <a:endParaRPr lang="en-US" dirty="0"/>
          </a:p>
        </p:txBody>
      </p:sp>
      <p:sp>
        <p:nvSpPr>
          <p:cNvPr id="11" name="Text Placeholder 10">
            <a:extLst>
              <a:ext uri="{FF2B5EF4-FFF2-40B4-BE49-F238E27FC236}">
                <a16:creationId xmlns:a16="http://schemas.microsoft.com/office/drawing/2014/main" id="{85B610B4-551A-FDBE-A1D6-D9CB42D6F96B}"/>
              </a:ext>
            </a:extLst>
          </p:cNvPr>
          <p:cNvSpPr>
            <a:spLocks noGrp="1"/>
          </p:cNvSpPr>
          <p:nvPr>
            <p:ph type="body" sz="quarter" idx="14"/>
          </p:nvPr>
        </p:nvSpPr>
        <p:spPr>
          <a:xfrm>
            <a:off x="8260080" y="1448856"/>
            <a:ext cx="3474720" cy="276999"/>
          </a:xfrm>
        </p:spPr>
        <p:txBody>
          <a:bodyPr/>
          <a:lstStyle/>
          <a:p>
            <a:r>
              <a:rPr lang="en-US"/>
              <a:t>Subtitle</a:t>
            </a:r>
          </a:p>
        </p:txBody>
      </p:sp>
      <p:sp>
        <p:nvSpPr>
          <p:cNvPr id="12" name="Content Placeholder 11">
            <a:extLst>
              <a:ext uri="{FF2B5EF4-FFF2-40B4-BE49-F238E27FC236}">
                <a16:creationId xmlns:a16="http://schemas.microsoft.com/office/drawing/2014/main" id="{D7871447-045E-F5BC-FA5C-EC02010EF3D6}"/>
              </a:ext>
            </a:extLst>
          </p:cNvPr>
          <p:cNvSpPr>
            <a:spLocks noGrp="1"/>
          </p:cNvSpPr>
          <p:nvPr>
            <p:ph sz="quarter" idx="15"/>
          </p:nvPr>
        </p:nvSpPr>
        <p:spPr/>
        <p:txBody>
          <a:bodyPr/>
          <a:lstStyle/>
          <a:p>
            <a:pPr marL="0" indent="0">
              <a:buNone/>
            </a:pPr>
            <a:r>
              <a:rPr lang="en-US"/>
              <a:t>1st level text</a:t>
            </a:r>
          </a:p>
          <a:p>
            <a:pPr lvl="1"/>
            <a:r>
              <a:rPr lang="en-US"/>
              <a:t>2nd level text</a:t>
            </a:r>
            <a:endParaRPr lang="en-US" dirty="0"/>
          </a:p>
        </p:txBody>
      </p:sp>
      <p:sp>
        <p:nvSpPr>
          <p:cNvPr id="6" name="Slide Number Placeholder 5">
            <a:extLst>
              <a:ext uri="{FF2B5EF4-FFF2-40B4-BE49-F238E27FC236}">
                <a16:creationId xmlns:a16="http://schemas.microsoft.com/office/drawing/2014/main" id="{95E2E72C-89A6-9B5C-7841-F93C6357D82C}"/>
              </a:ext>
            </a:extLst>
          </p:cNvPr>
          <p:cNvSpPr>
            <a:spLocks noGrp="1"/>
          </p:cNvSpPr>
          <p:nvPr>
            <p:ph type="sldNum" sz="quarter" idx="18"/>
          </p:nvPr>
        </p:nvSpPr>
        <p:spPr/>
        <p:txBody>
          <a:bodyPr/>
          <a:lstStyle/>
          <a:p>
            <a:fld id="{38826FC0-333C-E549-9FA3-0EE43DF298A3}" type="slidenum">
              <a:rPr lang="en-US" smtClean="0"/>
              <a:t>35</a:t>
            </a:fld>
            <a:endParaRPr lang="en-US"/>
          </a:p>
        </p:txBody>
      </p:sp>
      <p:sp>
        <p:nvSpPr>
          <p:cNvPr id="3" name="Footer Placeholder 2">
            <a:extLst>
              <a:ext uri="{FF2B5EF4-FFF2-40B4-BE49-F238E27FC236}">
                <a16:creationId xmlns:a16="http://schemas.microsoft.com/office/drawing/2014/main" id="{7C840EE8-5571-5E68-AF8C-9D110EAABB62}"/>
              </a:ext>
            </a:extLst>
          </p:cNvPr>
          <p:cNvSpPr>
            <a:spLocks noGrp="1"/>
          </p:cNvSpPr>
          <p:nvPr>
            <p:ph type="ftr" sz="quarter" idx="17"/>
          </p:nvPr>
        </p:nvSpPr>
        <p:spPr/>
        <p:txBody>
          <a:bodyPr/>
          <a:lstStyle/>
          <a:p>
            <a:r>
              <a:rPr lang="en-US" dirty="0"/>
              <a:t>© 2025–2027 Cognizant | Private</a:t>
            </a:r>
          </a:p>
        </p:txBody>
      </p:sp>
    </p:spTree>
    <p:extLst>
      <p:ext uri="{BB962C8B-B14F-4D97-AF65-F5344CB8AC3E}">
        <p14:creationId xmlns:p14="http://schemas.microsoft.com/office/powerpoint/2010/main" val="20784558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87304-1584-4729-8927-4625FE031E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483C22-4F02-BDEE-AE93-783CB1D01F78}"/>
              </a:ext>
            </a:extLst>
          </p:cNvPr>
          <p:cNvSpPr>
            <a:spLocks noGrp="1"/>
          </p:cNvSpPr>
          <p:nvPr>
            <p:ph type="title"/>
          </p:nvPr>
        </p:nvSpPr>
        <p:spPr/>
        <p:txBody>
          <a:bodyPr/>
          <a:lstStyle/>
          <a:p>
            <a:r>
              <a:rPr lang="en-US"/>
              <a:t>Comparison horizontal - dark </a:t>
            </a:r>
          </a:p>
        </p:txBody>
      </p:sp>
      <p:sp>
        <p:nvSpPr>
          <p:cNvPr id="8" name="Text Placeholder 7">
            <a:extLst>
              <a:ext uri="{FF2B5EF4-FFF2-40B4-BE49-F238E27FC236}">
                <a16:creationId xmlns:a16="http://schemas.microsoft.com/office/drawing/2014/main" id="{0F5F2379-97CF-B877-B13D-D38CB549778E}"/>
              </a:ext>
            </a:extLst>
          </p:cNvPr>
          <p:cNvSpPr>
            <a:spLocks noGrp="1"/>
          </p:cNvSpPr>
          <p:nvPr>
            <p:ph type="body" sz="quarter" idx="13"/>
          </p:nvPr>
        </p:nvSpPr>
        <p:spPr/>
        <p:txBody>
          <a:bodyPr/>
          <a:lstStyle/>
          <a:p>
            <a:r>
              <a:rPr lang="en-US"/>
              <a:t>Subtitle</a:t>
            </a:r>
          </a:p>
        </p:txBody>
      </p:sp>
      <p:sp>
        <p:nvSpPr>
          <p:cNvPr id="5" name="Content Placeholder 4">
            <a:extLst>
              <a:ext uri="{FF2B5EF4-FFF2-40B4-BE49-F238E27FC236}">
                <a16:creationId xmlns:a16="http://schemas.microsoft.com/office/drawing/2014/main" id="{B7A0F21F-F8D7-46C1-76BC-FE8A1DEBA112}"/>
              </a:ext>
            </a:extLst>
          </p:cNvPr>
          <p:cNvSpPr>
            <a:spLocks noGrp="1"/>
          </p:cNvSpPr>
          <p:nvPr>
            <p:ph idx="1"/>
          </p:nvPr>
        </p:nvSpPr>
        <p:spPr/>
        <p:txBody>
          <a:bodyPr/>
          <a:lstStyle/>
          <a:p>
            <a:pPr marL="0" indent="0">
              <a:buNone/>
            </a:pPr>
            <a:r>
              <a:rPr lang="en-US" dirty="0"/>
              <a:t>1st level text</a:t>
            </a:r>
          </a:p>
          <a:p>
            <a:pPr lvl="1"/>
            <a:r>
              <a:rPr lang="en-US" dirty="0"/>
              <a:t>2nd level text</a:t>
            </a:r>
          </a:p>
        </p:txBody>
      </p:sp>
      <p:sp>
        <p:nvSpPr>
          <p:cNvPr id="10" name="Text Placeholder 9">
            <a:extLst>
              <a:ext uri="{FF2B5EF4-FFF2-40B4-BE49-F238E27FC236}">
                <a16:creationId xmlns:a16="http://schemas.microsoft.com/office/drawing/2014/main" id="{799F05FD-ED1D-78A7-B9B0-CA6CAA132177}"/>
              </a:ext>
            </a:extLst>
          </p:cNvPr>
          <p:cNvSpPr>
            <a:spLocks noGrp="1"/>
          </p:cNvSpPr>
          <p:nvPr>
            <p:ph type="body" sz="quarter" idx="15"/>
          </p:nvPr>
        </p:nvSpPr>
        <p:spPr/>
        <p:txBody>
          <a:bodyPr/>
          <a:lstStyle/>
          <a:p>
            <a:r>
              <a:rPr lang="en-US"/>
              <a:t>Subtitle</a:t>
            </a:r>
          </a:p>
        </p:txBody>
      </p:sp>
      <p:sp>
        <p:nvSpPr>
          <p:cNvPr id="9" name="Content Placeholder 8">
            <a:extLst>
              <a:ext uri="{FF2B5EF4-FFF2-40B4-BE49-F238E27FC236}">
                <a16:creationId xmlns:a16="http://schemas.microsoft.com/office/drawing/2014/main" id="{C4CC3056-A71B-F9A9-2F49-88431C3AC618}"/>
              </a:ext>
            </a:extLst>
          </p:cNvPr>
          <p:cNvSpPr>
            <a:spLocks noGrp="1"/>
          </p:cNvSpPr>
          <p:nvPr>
            <p:ph idx="14"/>
          </p:nvPr>
        </p:nvSpPr>
        <p:spPr/>
        <p:txBody>
          <a:bodyPr/>
          <a:lstStyle/>
          <a:p>
            <a:pPr marL="0" indent="0">
              <a:buNone/>
            </a:pPr>
            <a:r>
              <a:rPr lang="en-US" dirty="0"/>
              <a:t>1st level text</a:t>
            </a:r>
          </a:p>
          <a:p>
            <a:pPr lvl="1"/>
            <a:r>
              <a:rPr lang="en-US" dirty="0"/>
              <a:t>2nd level text</a:t>
            </a:r>
          </a:p>
        </p:txBody>
      </p:sp>
      <p:sp>
        <p:nvSpPr>
          <p:cNvPr id="12" name="Text Placeholder 11">
            <a:extLst>
              <a:ext uri="{FF2B5EF4-FFF2-40B4-BE49-F238E27FC236}">
                <a16:creationId xmlns:a16="http://schemas.microsoft.com/office/drawing/2014/main" id="{4A3A6512-82D7-70E6-123D-A6A7E7B51C72}"/>
              </a:ext>
            </a:extLst>
          </p:cNvPr>
          <p:cNvSpPr>
            <a:spLocks noGrp="1"/>
          </p:cNvSpPr>
          <p:nvPr>
            <p:ph type="body" sz="quarter" idx="17"/>
          </p:nvPr>
        </p:nvSpPr>
        <p:spPr/>
        <p:txBody>
          <a:bodyPr/>
          <a:lstStyle/>
          <a:p>
            <a:r>
              <a:rPr lang="en-US"/>
              <a:t>Subtitle</a:t>
            </a:r>
          </a:p>
        </p:txBody>
      </p:sp>
      <p:sp>
        <p:nvSpPr>
          <p:cNvPr id="11" name="Content Placeholder 10">
            <a:extLst>
              <a:ext uri="{FF2B5EF4-FFF2-40B4-BE49-F238E27FC236}">
                <a16:creationId xmlns:a16="http://schemas.microsoft.com/office/drawing/2014/main" id="{B4B4DDBD-831A-7A18-D793-2ADC977231DE}"/>
              </a:ext>
            </a:extLst>
          </p:cNvPr>
          <p:cNvSpPr>
            <a:spLocks noGrp="1"/>
          </p:cNvSpPr>
          <p:nvPr>
            <p:ph idx="16"/>
          </p:nvPr>
        </p:nvSpPr>
        <p:spPr/>
        <p:txBody>
          <a:bodyPr/>
          <a:lstStyle/>
          <a:p>
            <a:pPr marL="0" indent="0">
              <a:buNone/>
            </a:pPr>
            <a:r>
              <a:rPr lang="en-US" dirty="0"/>
              <a:t>1st level text</a:t>
            </a:r>
          </a:p>
          <a:p>
            <a:pPr lvl="1"/>
            <a:r>
              <a:rPr lang="en-US" dirty="0"/>
              <a:t>2nd level text</a:t>
            </a:r>
          </a:p>
        </p:txBody>
      </p:sp>
      <p:sp>
        <p:nvSpPr>
          <p:cNvPr id="13" name="Text Placeholder 12">
            <a:extLst>
              <a:ext uri="{FF2B5EF4-FFF2-40B4-BE49-F238E27FC236}">
                <a16:creationId xmlns:a16="http://schemas.microsoft.com/office/drawing/2014/main" id="{63EBD15C-DB63-7A78-E6D6-52170F035C52}"/>
              </a:ext>
            </a:extLst>
          </p:cNvPr>
          <p:cNvSpPr>
            <a:spLocks noGrp="1"/>
          </p:cNvSpPr>
          <p:nvPr>
            <p:ph type="body" sz="quarter" idx="18"/>
          </p:nvPr>
        </p:nvSpPr>
        <p:spPr/>
        <p:txBody>
          <a:bodyPr/>
          <a:lstStyle/>
          <a:p>
            <a:r>
              <a:rPr lang="en-US"/>
              <a:t>Insert source or footnote here</a:t>
            </a:r>
          </a:p>
        </p:txBody>
      </p:sp>
      <p:sp>
        <p:nvSpPr>
          <p:cNvPr id="6" name="Slide Number Placeholder 5">
            <a:extLst>
              <a:ext uri="{FF2B5EF4-FFF2-40B4-BE49-F238E27FC236}">
                <a16:creationId xmlns:a16="http://schemas.microsoft.com/office/drawing/2014/main" id="{7BF8C3AA-CFFD-1C6A-33BE-EDE8042AF902}"/>
              </a:ext>
            </a:extLst>
          </p:cNvPr>
          <p:cNvSpPr>
            <a:spLocks noGrp="1"/>
          </p:cNvSpPr>
          <p:nvPr>
            <p:ph type="sldNum" sz="quarter" idx="12"/>
          </p:nvPr>
        </p:nvSpPr>
        <p:spPr/>
        <p:txBody>
          <a:bodyPr/>
          <a:lstStyle/>
          <a:p>
            <a:fld id="{38826FC0-333C-E549-9FA3-0EE43DF298A3}" type="slidenum">
              <a:rPr lang="en-US" smtClean="0"/>
              <a:t>36</a:t>
            </a:fld>
            <a:endParaRPr lang="en-US"/>
          </a:p>
        </p:txBody>
      </p:sp>
      <p:sp>
        <p:nvSpPr>
          <p:cNvPr id="3" name="Footer Placeholder 2">
            <a:extLst>
              <a:ext uri="{FF2B5EF4-FFF2-40B4-BE49-F238E27FC236}">
                <a16:creationId xmlns:a16="http://schemas.microsoft.com/office/drawing/2014/main" id="{5846E8BF-4F7C-8242-94E3-0AC58BFAFB11}"/>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16635805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2CA262-E684-60BD-4EF1-74FA9C4C8B5C}"/>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08FF4A5A-6C4C-D47C-1DCC-A3AC231DC08A}"/>
              </a:ext>
            </a:extLst>
          </p:cNvPr>
          <p:cNvSpPr>
            <a:spLocks noGrp="1"/>
          </p:cNvSpPr>
          <p:nvPr>
            <p:ph type="title"/>
          </p:nvPr>
        </p:nvSpPr>
        <p:spPr/>
        <p:txBody>
          <a:bodyPr/>
          <a:lstStyle/>
          <a:p>
            <a:r>
              <a:rPr lang="en-US"/>
              <a:t>Content with caption</a:t>
            </a:r>
          </a:p>
        </p:txBody>
      </p:sp>
      <p:sp>
        <p:nvSpPr>
          <p:cNvPr id="2" name="Text Placeholder 1">
            <a:extLst>
              <a:ext uri="{FF2B5EF4-FFF2-40B4-BE49-F238E27FC236}">
                <a16:creationId xmlns:a16="http://schemas.microsoft.com/office/drawing/2014/main" id="{7544453B-06E8-B38A-7518-E4E55A0CC8E1}"/>
              </a:ext>
            </a:extLst>
          </p:cNvPr>
          <p:cNvSpPr>
            <a:spLocks noGrp="1"/>
          </p:cNvSpPr>
          <p:nvPr>
            <p:ph type="body" sz="half" idx="2"/>
          </p:nvPr>
        </p:nvSpPr>
        <p:spPr/>
        <p:txBody>
          <a:bodyPr/>
          <a:lstStyle/>
          <a:p>
            <a:r>
              <a:rPr lang="en-US"/>
              <a:t>Subtitle</a:t>
            </a:r>
          </a:p>
        </p:txBody>
      </p:sp>
      <p:sp>
        <p:nvSpPr>
          <p:cNvPr id="7" name="Content Placeholder 6">
            <a:extLst>
              <a:ext uri="{FF2B5EF4-FFF2-40B4-BE49-F238E27FC236}">
                <a16:creationId xmlns:a16="http://schemas.microsoft.com/office/drawing/2014/main" id="{7FF82221-CC8E-4967-196E-BAAB320956F7}"/>
              </a:ext>
            </a:extLst>
          </p:cNvPr>
          <p:cNvSpPr>
            <a:spLocks noGrp="1"/>
          </p:cNvSpPr>
          <p:nvPr>
            <p:ph idx="1"/>
          </p:nvPr>
        </p:nvSpPr>
        <p:spPr/>
        <p:txBody>
          <a:bodyPr/>
          <a:lstStyle/>
          <a:p>
            <a:pPr marL="0" indent="0">
              <a:buNone/>
            </a:pPr>
            <a:r>
              <a:rPr lang="en-US" dirty="0"/>
              <a:t>1st level text</a:t>
            </a:r>
          </a:p>
          <a:p>
            <a:pPr lvl="1"/>
            <a:r>
              <a:rPr lang="en-US" dirty="0"/>
              <a:t>2nd level text</a:t>
            </a:r>
          </a:p>
        </p:txBody>
      </p:sp>
      <p:sp>
        <p:nvSpPr>
          <p:cNvPr id="5" name="Slide Number Placeholder 4">
            <a:extLst>
              <a:ext uri="{FF2B5EF4-FFF2-40B4-BE49-F238E27FC236}">
                <a16:creationId xmlns:a16="http://schemas.microsoft.com/office/drawing/2014/main" id="{46CC5445-5BDE-7841-F336-DA40D1CB9FD8}"/>
              </a:ext>
            </a:extLst>
          </p:cNvPr>
          <p:cNvSpPr>
            <a:spLocks noGrp="1"/>
          </p:cNvSpPr>
          <p:nvPr>
            <p:ph type="sldNum" sz="quarter" idx="12"/>
          </p:nvPr>
        </p:nvSpPr>
        <p:spPr/>
        <p:txBody>
          <a:bodyPr/>
          <a:lstStyle/>
          <a:p>
            <a:fld id="{38826FC0-333C-E549-9FA3-0EE43DF298A3}" type="slidenum">
              <a:rPr lang="en-US" smtClean="0"/>
              <a:pPr/>
              <a:t>37</a:t>
            </a:fld>
            <a:endParaRPr lang="en-US"/>
          </a:p>
        </p:txBody>
      </p:sp>
      <p:sp>
        <p:nvSpPr>
          <p:cNvPr id="3" name="Footer Placeholder 2">
            <a:extLst>
              <a:ext uri="{FF2B5EF4-FFF2-40B4-BE49-F238E27FC236}">
                <a16:creationId xmlns:a16="http://schemas.microsoft.com/office/drawing/2014/main" id="{B06407EE-17B5-5AA3-0A77-E82F25385DE3}"/>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40643525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7CB80-F7B7-DBBD-786B-B3350BBE7FD6}"/>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83DA0A3C-2BFB-26B8-DCC8-BCC65AE7463E}"/>
              </a:ext>
            </a:extLst>
          </p:cNvPr>
          <p:cNvSpPr>
            <a:spLocks noGrp="1"/>
          </p:cNvSpPr>
          <p:nvPr>
            <p:ph type="title"/>
          </p:nvPr>
        </p:nvSpPr>
        <p:spPr/>
        <p:txBody>
          <a:bodyPr/>
          <a:lstStyle/>
          <a:p>
            <a:r>
              <a:rPr lang="en-US"/>
              <a:t>Picture with caption</a:t>
            </a:r>
          </a:p>
        </p:txBody>
      </p:sp>
      <p:sp>
        <p:nvSpPr>
          <p:cNvPr id="2" name="Text Placeholder 1">
            <a:extLst>
              <a:ext uri="{FF2B5EF4-FFF2-40B4-BE49-F238E27FC236}">
                <a16:creationId xmlns:a16="http://schemas.microsoft.com/office/drawing/2014/main" id="{4BC471B5-C2CB-E40C-21C8-8752D599DFA4}"/>
              </a:ext>
            </a:extLst>
          </p:cNvPr>
          <p:cNvSpPr>
            <a:spLocks noGrp="1"/>
          </p:cNvSpPr>
          <p:nvPr>
            <p:ph type="body" sz="half" idx="2"/>
          </p:nvPr>
        </p:nvSpPr>
        <p:spPr/>
        <p:txBody>
          <a:bodyPr/>
          <a:lstStyle/>
          <a:p>
            <a:r>
              <a:rPr lang="en-US"/>
              <a:t>Subtitle</a:t>
            </a:r>
          </a:p>
        </p:txBody>
      </p:sp>
      <p:sp>
        <p:nvSpPr>
          <p:cNvPr id="5" name="Slide Number Placeholder 4">
            <a:extLst>
              <a:ext uri="{FF2B5EF4-FFF2-40B4-BE49-F238E27FC236}">
                <a16:creationId xmlns:a16="http://schemas.microsoft.com/office/drawing/2014/main" id="{9604D892-BDEA-B304-4571-D3F840C8C2DA}"/>
              </a:ext>
            </a:extLst>
          </p:cNvPr>
          <p:cNvSpPr>
            <a:spLocks noGrp="1"/>
          </p:cNvSpPr>
          <p:nvPr>
            <p:ph type="sldNum" sz="quarter" idx="12"/>
          </p:nvPr>
        </p:nvSpPr>
        <p:spPr/>
        <p:txBody>
          <a:bodyPr/>
          <a:lstStyle/>
          <a:p>
            <a:fld id="{38826FC0-333C-E549-9FA3-0EE43DF298A3}" type="slidenum">
              <a:rPr lang="en-US" smtClean="0"/>
              <a:pPr/>
              <a:t>38</a:t>
            </a:fld>
            <a:endParaRPr lang="en-US"/>
          </a:p>
        </p:txBody>
      </p:sp>
      <p:sp>
        <p:nvSpPr>
          <p:cNvPr id="3" name="Footer Placeholder 2">
            <a:extLst>
              <a:ext uri="{FF2B5EF4-FFF2-40B4-BE49-F238E27FC236}">
                <a16:creationId xmlns:a16="http://schemas.microsoft.com/office/drawing/2014/main" id="{9BBF84B2-7AD9-C292-16F6-3E58680053BE}"/>
              </a:ext>
            </a:extLst>
          </p:cNvPr>
          <p:cNvSpPr>
            <a:spLocks noGrp="1"/>
          </p:cNvSpPr>
          <p:nvPr>
            <p:ph type="ftr" sz="quarter" idx="11"/>
          </p:nvPr>
        </p:nvSpPr>
        <p:spPr/>
        <p:txBody>
          <a:bodyPr/>
          <a:lstStyle/>
          <a:p>
            <a:r>
              <a:rPr lang="en-US" dirty="0"/>
              <a:t>© 2025–2027 Cognizant | Private</a:t>
            </a:r>
          </a:p>
        </p:txBody>
      </p:sp>
      <p:pic>
        <p:nvPicPr>
          <p:cNvPr id="10" name="Picture Placeholder 14" descr="Abstract placeholder image">
            <a:extLst>
              <a:ext uri="{FF2B5EF4-FFF2-40B4-BE49-F238E27FC236}">
                <a16:creationId xmlns:a16="http://schemas.microsoft.com/office/drawing/2014/main" id="{73440B0F-235A-2284-652E-1C36853A91CC}"/>
              </a:ext>
            </a:extLst>
          </p:cNvPr>
          <p:cNvPicPr>
            <a:picLocks noGrp="1" noChangeAspect="1"/>
          </p:cNvPicPr>
          <p:nvPr>
            <p:ph type="pic" idx="1"/>
          </p:nvPr>
        </p:nvPicPr>
        <p:blipFill>
          <a:blip r:embed="rId3"/>
          <a:srcRect l="15962" r="15962"/>
          <a:stretch>
            <a:fillRect/>
          </a:stretch>
        </p:blipFill>
        <p:spPr/>
      </p:pic>
    </p:spTree>
    <p:extLst>
      <p:ext uri="{BB962C8B-B14F-4D97-AF65-F5344CB8AC3E}">
        <p14:creationId xmlns:p14="http://schemas.microsoft.com/office/powerpoint/2010/main" val="3562978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1C7B06-A717-F697-3FA6-690FFEC89E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345D42F-CEA8-574C-C7E8-724A46116866}"/>
              </a:ext>
            </a:extLst>
          </p:cNvPr>
          <p:cNvSpPr>
            <a:spLocks noGrp="1"/>
          </p:cNvSpPr>
          <p:nvPr>
            <p:ph type="ctrTitle"/>
          </p:nvPr>
        </p:nvSpPr>
        <p:spPr>
          <a:xfrm>
            <a:off x="1005840" y="1943100"/>
            <a:ext cx="9023350" cy="1107996"/>
          </a:xfrm>
        </p:spPr>
        <p:txBody>
          <a:bodyPr/>
          <a:lstStyle/>
          <a:p>
            <a:r>
              <a:rPr lang="en-US"/>
              <a:t>Statement or quote will go here</a:t>
            </a:r>
            <a:br>
              <a:rPr lang="en-US"/>
            </a:br>
            <a:r>
              <a:rPr lang="en-US"/>
              <a:t>in Arial 36pt bold</a:t>
            </a:r>
          </a:p>
        </p:txBody>
      </p:sp>
      <p:sp>
        <p:nvSpPr>
          <p:cNvPr id="5" name="Text Placeholder 4">
            <a:extLst>
              <a:ext uri="{FF2B5EF4-FFF2-40B4-BE49-F238E27FC236}">
                <a16:creationId xmlns:a16="http://schemas.microsoft.com/office/drawing/2014/main" id="{A2CC464F-B9B5-2E15-26DD-91828D4152FB}"/>
              </a:ext>
            </a:extLst>
          </p:cNvPr>
          <p:cNvSpPr>
            <a:spLocks noGrp="1"/>
          </p:cNvSpPr>
          <p:nvPr>
            <p:ph type="body" sz="quarter" idx="13"/>
          </p:nvPr>
        </p:nvSpPr>
        <p:spPr>
          <a:xfrm>
            <a:off x="1005840" y="3429000"/>
            <a:ext cx="9023350" cy="1500188"/>
          </a:xfrm>
        </p:spPr>
        <p:txBody>
          <a:bodyPr/>
          <a:lstStyle/>
          <a:p>
            <a:r>
              <a:rPr lang="en-US"/>
              <a:t>Attributor name is 16pt Arial</a:t>
            </a:r>
          </a:p>
        </p:txBody>
      </p:sp>
      <p:sp>
        <p:nvSpPr>
          <p:cNvPr id="7" name="Slide Number Placeholder 6">
            <a:extLst>
              <a:ext uri="{FF2B5EF4-FFF2-40B4-BE49-F238E27FC236}">
                <a16:creationId xmlns:a16="http://schemas.microsoft.com/office/drawing/2014/main" id="{BBCA83A5-CEC2-3DB2-4259-76365FDA49C8}"/>
              </a:ext>
            </a:extLst>
          </p:cNvPr>
          <p:cNvSpPr>
            <a:spLocks noGrp="1"/>
          </p:cNvSpPr>
          <p:nvPr>
            <p:ph type="sldNum" sz="quarter" idx="16"/>
          </p:nvPr>
        </p:nvSpPr>
        <p:spPr>
          <a:xfrm>
            <a:off x="457200" y="6400799"/>
            <a:ext cx="365760" cy="228600"/>
          </a:xfrm>
        </p:spPr>
        <p:txBody>
          <a:bodyPr/>
          <a:lstStyle/>
          <a:p>
            <a:fld id="{38826FC0-333C-E549-9FA3-0EE43DF298A3}" type="slidenum">
              <a:rPr lang="en-US" smtClean="0"/>
              <a:pPr/>
              <a:t>39</a:t>
            </a:fld>
            <a:endParaRPr lang="en-US"/>
          </a:p>
        </p:txBody>
      </p:sp>
      <p:sp>
        <p:nvSpPr>
          <p:cNvPr id="3" name="Footer Placeholder 2">
            <a:extLst>
              <a:ext uri="{FF2B5EF4-FFF2-40B4-BE49-F238E27FC236}">
                <a16:creationId xmlns:a16="http://schemas.microsoft.com/office/drawing/2014/main" id="{480876B3-95F2-124B-F6BD-875CB9932078}"/>
              </a:ext>
            </a:extLst>
          </p:cNvPr>
          <p:cNvSpPr>
            <a:spLocks noGrp="1"/>
          </p:cNvSpPr>
          <p:nvPr>
            <p:ph type="ftr" sz="quarter" idx="15"/>
          </p:nvPr>
        </p:nvSpPr>
        <p:spPr>
          <a:xfrm>
            <a:off x="1005840" y="6400800"/>
            <a:ext cx="1371600" cy="228600"/>
          </a:xfrm>
        </p:spPr>
        <p:txBody>
          <a:bodyPr/>
          <a:lstStyle/>
          <a:p>
            <a:r>
              <a:rPr lang="en-US" dirty="0"/>
              <a:t>© 2025–2027 Cognizant | Private</a:t>
            </a:r>
          </a:p>
        </p:txBody>
      </p:sp>
    </p:spTree>
    <p:extLst>
      <p:ext uri="{BB962C8B-B14F-4D97-AF65-F5344CB8AC3E}">
        <p14:creationId xmlns:p14="http://schemas.microsoft.com/office/powerpoint/2010/main" val="120819192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D3D2FD-46E8-0F90-F966-2D26EB1E5FCE}"/>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883E201-78D5-5ECE-A1A2-4933DE1E198A}"/>
              </a:ext>
            </a:extLst>
          </p:cNvPr>
          <p:cNvSpPr>
            <a:spLocks noGrp="1"/>
          </p:cNvSpPr>
          <p:nvPr>
            <p:ph type="title"/>
          </p:nvPr>
        </p:nvSpPr>
        <p:spPr/>
        <p:txBody>
          <a:bodyPr/>
          <a:lstStyle/>
          <a:p>
            <a:r>
              <a:rPr lang="en-US"/>
              <a:t>Click to add </a:t>
            </a:r>
            <a:br>
              <a:rPr lang="en-US"/>
            </a:br>
            <a:r>
              <a:rPr lang="en-US"/>
              <a:t>big statement</a:t>
            </a:r>
          </a:p>
        </p:txBody>
      </p:sp>
      <p:sp>
        <p:nvSpPr>
          <p:cNvPr id="2" name="Slide Number Placeholder 1">
            <a:extLst>
              <a:ext uri="{FF2B5EF4-FFF2-40B4-BE49-F238E27FC236}">
                <a16:creationId xmlns:a16="http://schemas.microsoft.com/office/drawing/2014/main" id="{3FFCC245-286E-0558-7E8E-2EF1797A8997}"/>
              </a:ext>
            </a:extLst>
          </p:cNvPr>
          <p:cNvSpPr>
            <a:spLocks noGrp="1"/>
          </p:cNvSpPr>
          <p:nvPr>
            <p:ph type="sldNum" sz="quarter" idx="25"/>
          </p:nvPr>
        </p:nvSpPr>
        <p:spPr/>
        <p:txBody>
          <a:bodyPr/>
          <a:lstStyle/>
          <a:p>
            <a:fld id="{C53E075B-3175-45CF-B3C7-FEDF3F5961E3}" type="slidenum">
              <a:rPr lang="en-US" smtClean="0"/>
              <a:pPr/>
              <a:t>40</a:t>
            </a:fld>
            <a:endParaRPr lang="en-US"/>
          </a:p>
        </p:txBody>
      </p:sp>
      <p:sp>
        <p:nvSpPr>
          <p:cNvPr id="3" name="Footer Placeholder 2">
            <a:extLst>
              <a:ext uri="{FF2B5EF4-FFF2-40B4-BE49-F238E27FC236}">
                <a16:creationId xmlns:a16="http://schemas.microsoft.com/office/drawing/2014/main" id="{175C45B7-1E6B-93CC-446E-B413DF5245C2}"/>
              </a:ext>
            </a:extLst>
          </p:cNvPr>
          <p:cNvSpPr>
            <a:spLocks noGrp="1"/>
          </p:cNvSpPr>
          <p:nvPr>
            <p:ph type="ftr" sz="quarter" idx="24"/>
          </p:nvPr>
        </p:nvSpPr>
        <p:spPr/>
        <p:txBody>
          <a:bodyPr/>
          <a:lstStyle/>
          <a:p>
            <a:r>
              <a:rPr lang="en-US" dirty="0"/>
              <a:t>© 2025–2027 Cognizant | Private</a:t>
            </a:r>
          </a:p>
        </p:txBody>
      </p:sp>
      <p:pic>
        <p:nvPicPr>
          <p:cNvPr id="8" name="Picture Placeholder 14" descr="Abstract placeholder image">
            <a:extLst>
              <a:ext uri="{FF2B5EF4-FFF2-40B4-BE49-F238E27FC236}">
                <a16:creationId xmlns:a16="http://schemas.microsoft.com/office/drawing/2014/main" id="{7FA3BE22-A0BA-3124-9E1D-8B4B8F796271}"/>
              </a:ext>
            </a:extLst>
          </p:cNvPr>
          <p:cNvPicPr>
            <a:picLocks noGrp="1" noChangeAspect="1"/>
          </p:cNvPicPr>
          <p:nvPr>
            <p:ph type="pic" sz="quarter" idx="22"/>
          </p:nvPr>
        </p:nvPicPr>
        <p:blipFill>
          <a:blip r:embed="rId3"/>
          <a:srcRect l="25039" r="25039"/>
          <a:stretch>
            <a:fillRect/>
          </a:stretch>
        </p:blipFill>
        <p:spPr/>
      </p:pic>
    </p:spTree>
    <p:extLst>
      <p:ext uri="{BB962C8B-B14F-4D97-AF65-F5344CB8AC3E}">
        <p14:creationId xmlns:p14="http://schemas.microsoft.com/office/powerpoint/2010/main" val="31025952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650A906-B20D-8C2E-60D5-575050909922}"/>
              </a:ext>
            </a:extLst>
          </p:cNvPr>
          <p:cNvSpPr>
            <a:spLocks noGrp="1"/>
          </p:cNvSpPr>
          <p:nvPr>
            <p:ph type="title"/>
          </p:nvPr>
        </p:nvSpPr>
        <p:spPr/>
        <p:txBody>
          <a:bodyPr/>
          <a:lstStyle/>
          <a:p>
            <a:r>
              <a:rPr lang="en-US"/>
              <a:t>Full bleed image</a:t>
            </a:r>
          </a:p>
        </p:txBody>
      </p:sp>
      <p:sp>
        <p:nvSpPr>
          <p:cNvPr id="5" name="Slide Number Placeholder 4">
            <a:extLst>
              <a:ext uri="{FF2B5EF4-FFF2-40B4-BE49-F238E27FC236}">
                <a16:creationId xmlns:a16="http://schemas.microsoft.com/office/drawing/2014/main" id="{8E6E89B5-4D54-A9F8-41A2-B76960B0053E}"/>
              </a:ext>
            </a:extLst>
          </p:cNvPr>
          <p:cNvSpPr>
            <a:spLocks noGrp="1"/>
          </p:cNvSpPr>
          <p:nvPr>
            <p:ph type="sldNum" sz="quarter" idx="13"/>
          </p:nvPr>
        </p:nvSpPr>
        <p:spPr>
          <a:xfrm>
            <a:off x="0" y="6400800"/>
            <a:ext cx="365125" cy="228600"/>
          </a:xfrm>
        </p:spPr>
        <p:txBody>
          <a:bodyPr/>
          <a:lstStyle/>
          <a:p>
            <a:fld id="{38826FC0-333C-E549-9FA3-0EE43DF298A3}" type="slidenum">
              <a:rPr lang="en-US" smtClean="0"/>
              <a:pPr/>
              <a:t>41</a:t>
            </a:fld>
            <a:endParaRPr lang="en-US"/>
          </a:p>
        </p:txBody>
      </p:sp>
      <p:pic>
        <p:nvPicPr>
          <p:cNvPr id="6" name="Picture Placeholder 14" descr="Abstract placeholder image">
            <a:extLst>
              <a:ext uri="{FF2B5EF4-FFF2-40B4-BE49-F238E27FC236}">
                <a16:creationId xmlns:a16="http://schemas.microsoft.com/office/drawing/2014/main" id="{105171E6-7440-70F7-BAD6-2E7567C9C074}"/>
              </a:ext>
            </a:extLst>
          </p:cNvPr>
          <p:cNvPicPr>
            <a:picLocks noGrp="1" noChangeAspect="1"/>
          </p:cNvPicPr>
          <p:nvPr>
            <p:ph type="pic" sz="quarter" idx="10"/>
          </p:nvPr>
        </p:nvPicPr>
        <p:blipFill>
          <a:blip r:embed="rId3"/>
          <a:srcRect t="52" b="52"/>
          <a:stretch>
            <a:fillRect/>
          </a:stretch>
        </p:blipFill>
        <p:spPr/>
      </p:pic>
    </p:spTree>
    <p:extLst>
      <p:ext uri="{BB962C8B-B14F-4D97-AF65-F5344CB8AC3E}">
        <p14:creationId xmlns:p14="http://schemas.microsoft.com/office/powerpoint/2010/main" val="279985142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2922248-C2F7-F53D-457E-59C116C611E0}"/>
              </a:ext>
            </a:extLst>
          </p:cNvPr>
          <p:cNvSpPr>
            <a:spLocks noGrp="1"/>
          </p:cNvSpPr>
          <p:nvPr>
            <p:ph type="title"/>
          </p:nvPr>
        </p:nvSpPr>
        <p:spPr/>
        <p:txBody>
          <a:bodyPr/>
          <a:lstStyle/>
          <a:p>
            <a:r>
              <a:rPr lang="en-US"/>
              <a:t>Two full bleed images</a:t>
            </a:r>
          </a:p>
        </p:txBody>
      </p:sp>
      <p:pic>
        <p:nvPicPr>
          <p:cNvPr id="7" name="Picture Placeholder 14" descr="Abstract placeholder image">
            <a:extLst>
              <a:ext uri="{FF2B5EF4-FFF2-40B4-BE49-F238E27FC236}">
                <a16:creationId xmlns:a16="http://schemas.microsoft.com/office/drawing/2014/main" id="{E4CF792B-4938-D4F4-6172-47622A49FCDB}"/>
              </a:ext>
            </a:extLst>
          </p:cNvPr>
          <p:cNvPicPr>
            <a:picLocks noGrp="1" noChangeAspect="1"/>
          </p:cNvPicPr>
          <p:nvPr>
            <p:ph type="pic" sz="quarter" idx="10"/>
          </p:nvPr>
        </p:nvPicPr>
        <p:blipFill>
          <a:blip r:embed="rId3"/>
          <a:srcRect l="25039" r="25039"/>
          <a:stretch>
            <a:fillRect/>
          </a:stretch>
        </p:blipFill>
        <p:spPr/>
      </p:pic>
      <p:pic>
        <p:nvPicPr>
          <p:cNvPr id="8" name="Picture Placeholder 14" descr="Abstract placeholder image">
            <a:extLst>
              <a:ext uri="{FF2B5EF4-FFF2-40B4-BE49-F238E27FC236}">
                <a16:creationId xmlns:a16="http://schemas.microsoft.com/office/drawing/2014/main" id="{056B1F7A-05E2-EA59-6267-721B33EFC7A9}"/>
              </a:ext>
            </a:extLst>
          </p:cNvPr>
          <p:cNvPicPr>
            <a:picLocks noGrp="1" noChangeAspect="1"/>
          </p:cNvPicPr>
          <p:nvPr>
            <p:ph type="pic" sz="quarter" idx="11"/>
          </p:nvPr>
        </p:nvPicPr>
        <p:blipFill>
          <a:blip r:embed="rId3"/>
          <a:srcRect l="25039" r="25039"/>
          <a:stretch>
            <a:fillRect/>
          </a:stretch>
        </p:blipFill>
        <p:spPr/>
      </p:pic>
    </p:spTree>
    <p:extLst>
      <p:ext uri="{BB962C8B-B14F-4D97-AF65-F5344CB8AC3E}">
        <p14:creationId xmlns:p14="http://schemas.microsoft.com/office/powerpoint/2010/main" val="23727762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0DD46AE-59C2-F456-55B2-0FD2C5440EED}"/>
              </a:ext>
            </a:extLst>
          </p:cNvPr>
          <p:cNvSpPr>
            <a:spLocks noGrp="1"/>
          </p:cNvSpPr>
          <p:nvPr>
            <p:ph type="title"/>
          </p:nvPr>
        </p:nvSpPr>
        <p:spPr>
          <a:xfrm>
            <a:off x="457199" y="457200"/>
            <a:ext cx="4652347" cy="307777"/>
          </a:xfrm>
        </p:spPr>
        <p:txBody>
          <a:bodyPr/>
          <a:lstStyle/>
          <a:p>
            <a:r>
              <a:rPr lang="en-US"/>
              <a:t>Half-image</a:t>
            </a:r>
            <a:br>
              <a:rPr lang="en-US"/>
            </a:br>
            <a:endParaRPr lang="en-US"/>
          </a:p>
        </p:txBody>
      </p:sp>
      <p:sp>
        <p:nvSpPr>
          <p:cNvPr id="19" name="Text Placeholder 18">
            <a:extLst>
              <a:ext uri="{FF2B5EF4-FFF2-40B4-BE49-F238E27FC236}">
                <a16:creationId xmlns:a16="http://schemas.microsoft.com/office/drawing/2014/main" id="{1AD9C71A-0286-734E-8296-D667F516A3D1}"/>
              </a:ext>
            </a:extLst>
          </p:cNvPr>
          <p:cNvSpPr>
            <a:spLocks noGrp="1"/>
          </p:cNvSpPr>
          <p:nvPr>
            <p:ph sz="quarter" idx="21"/>
          </p:nvPr>
        </p:nvSpPr>
        <p:spPr>
          <a:xfrm>
            <a:off x="457200" y="1524003"/>
            <a:ext cx="4652128" cy="4191000"/>
          </a:xfrm>
        </p:spPr>
        <p:txBody>
          <a:bodyPr/>
          <a:lstStyle/>
          <a:p>
            <a:pPr marL="0" indent="0">
              <a:buNone/>
            </a:pPr>
            <a:r>
              <a:rPr lang="en-US" dirty="0"/>
              <a:t>1st level text</a:t>
            </a:r>
          </a:p>
          <a:p>
            <a:pPr lvl="1"/>
            <a:r>
              <a:rPr lang="en-US" dirty="0"/>
              <a:t>2nd level text</a:t>
            </a:r>
          </a:p>
        </p:txBody>
      </p:sp>
      <p:sp>
        <p:nvSpPr>
          <p:cNvPr id="2" name="Slide Number Placeholder 1">
            <a:extLst>
              <a:ext uri="{FF2B5EF4-FFF2-40B4-BE49-F238E27FC236}">
                <a16:creationId xmlns:a16="http://schemas.microsoft.com/office/drawing/2014/main" id="{EE874D14-12A7-65D7-A28B-63E173E84C1A}"/>
              </a:ext>
            </a:extLst>
          </p:cNvPr>
          <p:cNvSpPr>
            <a:spLocks noGrp="1"/>
          </p:cNvSpPr>
          <p:nvPr>
            <p:ph type="sldNum" sz="quarter" idx="25"/>
          </p:nvPr>
        </p:nvSpPr>
        <p:spPr>
          <a:xfrm>
            <a:off x="457200" y="6400799"/>
            <a:ext cx="365760" cy="228600"/>
          </a:xfrm>
        </p:spPr>
        <p:txBody>
          <a:bodyPr/>
          <a:lstStyle/>
          <a:p>
            <a:fld id="{C53E075B-3175-45CF-B3C7-FEDF3F5961E3}" type="slidenum">
              <a:rPr lang="en-US" smtClean="0"/>
              <a:pPr/>
              <a:t>43</a:t>
            </a:fld>
            <a:endParaRPr lang="en-US"/>
          </a:p>
        </p:txBody>
      </p:sp>
      <p:sp>
        <p:nvSpPr>
          <p:cNvPr id="3" name="Footer Placeholder 2">
            <a:extLst>
              <a:ext uri="{FF2B5EF4-FFF2-40B4-BE49-F238E27FC236}">
                <a16:creationId xmlns:a16="http://schemas.microsoft.com/office/drawing/2014/main" id="{71B04212-87A9-3A83-F202-E7FCAA1504E7}"/>
              </a:ext>
            </a:extLst>
          </p:cNvPr>
          <p:cNvSpPr>
            <a:spLocks noGrp="1"/>
          </p:cNvSpPr>
          <p:nvPr>
            <p:ph type="ftr" sz="quarter" idx="24"/>
          </p:nvPr>
        </p:nvSpPr>
        <p:spPr>
          <a:xfrm>
            <a:off x="1005840" y="6400800"/>
            <a:ext cx="1371600" cy="228600"/>
          </a:xfrm>
        </p:spPr>
        <p:txBody>
          <a:bodyPr/>
          <a:lstStyle/>
          <a:p>
            <a:r>
              <a:rPr lang="en-US" dirty="0"/>
              <a:t>© 2025–2027 Cognizant | Private</a:t>
            </a:r>
          </a:p>
        </p:txBody>
      </p:sp>
      <p:pic>
        <p:nvPicPr>
          <p:cNvPr id="9" name="Picture Placeholder 14" descr="Abstract placeholder image">
            <a:extLst>
              <a:ext uri="{FF2B5EF4-FFF2-40B4-BE49-F238E27FC236}">
                <a16:creationId xmlns:a16="http://schemas.microsoft.com/office/drawing/2014/main" id="{5C559DA0-0129-AD24-739E-EEC6B73EF01F}"/>
              </a:ext>
            </a:extLst>
          </p:cNvPr>
          <p:cNvPicPr>
            <a:picLocks noGrp="1" noChangeAspect="1"/>
          </p:cNvPicPr>
          <p:nvPr>
            <p:ph type="pic" sz="quarter" idx="22"/>
          </p:nvPr>
        </p:nvPicPr>
        <p:blipFill>
          <a:blip r:embed="rId3"/>
          <a:srcRect l="25039" r="25039"/>
          <a:stretch/>
        </p:blipFill>
        <p:spPr>
          <a:xfrm>
            <a:off x="6111240" y="0"/>
            <a:ext cx="6080760" cy="6858000"/>
          </a:xfrm>
        </p:spPr>
      </p:pic>
    </p:spTree>
    <p:extLst>
      <p:ext uri="{BB962C8B-B14F-4D97-AF65-F5344CB8AC3E}">
        <p14:creationId xmlns:p14="http://schemas.microsoft.com/office/powerpoint/2010/main" val="351125141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A0DD46AE-59C2-F456-55B2-0FD2C5440EED}"/>
              </a:ext>
            </a:extLst>
          </p:cNvPr>
          <p:cNvSpPr>
            <a:spLocks noGrp="1"/>
          </p:cNvSpPr>
          <p:nvPr>
            <p:ph type="title"/>
          </p:nvPr>
        </p:nvSpPr>
        <p:spPr>
          <a:xfrm>
            <a:off x="457199" y="457200"/>
            <a:ext cx="4652347" cy="307777"/>
          </a:xfrm>
        </p:spPr>
        <p:txBody>
          <a:bodyPr/>
          <a:lstStyle/>
          <a:p>
            <a:r>
              <a:rPr lang="en-US"/>
              <a:t>Half-image - dark</a:t>
            </a:r>
            <a:br>
              <a:rPr lang="en-US"/>
            </a:br>
            <a:endParaRPr lang="en-US"/>
          </a:p>
        </p:txBody>
      </p:sp>
      <p:sp>
        <p:nvSpPr>
          <p:cNvPr id="19" name="Text Placeholder 18">
            <a:extLst>
              <a:ext uri="{FF2B5EF4-FFF2-40B4-BE49-F238E27FC236}">
                <a16:creationId xmlns:a16="http://schemas.microsoft.com/office/drawing/2014/main" id="{1AD9C71A-0286-734E-8296-D667F516A3D1}"/>
              </a:ext>
            </a:extLst>
          </p:cNvPr>
          <p:cNvSpPr>
            <a:spLocks noGrp="1"/>
          </p:cNvSpPr>
          <p:nvPr>
            <p:ph sz="quarter" idx="21"/>
          </p:nvPr>
        </p:nvSpPr>
        <p:spPr>
          <a:xfrm>
            <a:off x="457200" y="1524003"/>
            <a:ext cx="4652128" cy="4191000"/>
          </a:xfrm>
        </p:spPr>
        <p:txBody>
          <a:bodyPr/>
          <a:lstStyle/>
          <a:p>
            <a:pPr marL="0" indent="0">
              <a:buNone/>
            </a:pPr>
            <a:r>
              <a:rPr lang="en-US" dirty="0"/>
              <a:t>1st level text</a:t>
            </a:r>
          </a:p>
          <a:p>
            <a:pPr lvl="1"/>
            <a:r>
              <a:rPr lang="en-US" dirty="0"/>
              <a:t>2nd level text</a:t>
            </a:r>
          </a:p>
        </p:txBody>
      </p:sp>
      <p:sp>
        <p:nvSpPr>
          <p:cNvPr id="2" name="Slide Number Placeholder 1">
            <a:extLst>
              <a:ext uri="{FF2B5EF4-FFF2-40B4-BE49-F238E27FC236}">
                <a16:creationId xmlns:a16="http://schemas.microsoft.com/office/drawing/2014/main" id="{4E2FE58E-6D91-F24B-C03E-A2BEC645CCFB}"/>
              </a:ext>
            </a:extLst>
          </p:cNvPr>
          <p:cNvSpPr>
            <a:spLocks noGrp="1"/>
          </p:cNvSpPr>
          <p:nvPr>
            <p:ph type="sldNum" sz="quarter" idx="25"/>
          </p:nvPr>
        </p:nvSpPr>
        <p:spPr>
          <a:xfrm>
            <a:off x="457200" y="6400799"/>
            <a:ext cx="365760" cy="228600"/>
          </a:xfrm>
        </p:spPr>
        <p:txBody>
          <a:bodyPr/>
          <a:lstStyle/>
          <a:p>
            <a:fld id="{C53E075B-3175-45CF-B3C7-FEDF3F5961E3}" type="slidenum">
              <a:rPr lang="en-US" smtClean="0"/>
              <a:pPr/>
              <a:t>44</a:t>
            </a:fld>
            <a:endParaRPr lang="en-US"/>
          </a:p>
        </p:txBody>
      </p:sp>
      <p:sp>
        <p:nvSpPr>
          <p:cNvPr id="3" name="Footer Placeholder 2">
            <a:extLst>
              <a:ext uri="{FF2B5EF4-FFF2-40B4-BE49-F238E27FC236}">
                <a16:creationId xmlns:a16="http://schemas.microsoft.com/office/drawing/2014/main" id="{405AA47A-630C-D90B-AE4C-64014D354365}"/>
              </a:ext>
            </a:extLst>
          </p:cNvPr>
          <p:cNvSpPr>
            <a:spLocks noGrp="1"/>
          </p:cNvSpPr>
          <p:nvPr>
            <p:ph type="ftr" sz="quarter" idx="24"/>
          </p:nvPr>
        </p:nvSpPr>
        <p:spPr>
          <a:xfrm>
            <a:off x="1005840" y="6400800"/>
            <a:ext cx="1371600" cy="228600"/>
          </a:xfrm>
        </p:spPr>
        <p:txBody>
          <a:bodyPr/>
          <a:lstStyle/>
          <a:p>
            <a:r>
              <a:rPr lang="en-US" dirty="0"/>
              <a:t>© 2025–2027 Cognizant | Private</a:t>
            </a:r>
          </a:p>
        </p:txBody>
      </p:sp>
      <p:pic>
        <p:nvPicPr>
          <p:cNvPr id="7" name="Picture Placeholder 14" descr="Abstract placeholder image">
            <a:extLst>
              <a:ext uri="{FF2B5EF4-FFF2-40B4-BE49-F238E27FC236}">
                <a16:creationId xmlns:a16="http://schemas.microsoft.com/office/drawing/2014/main" id="{2D9C312C-50ED-0E82-A235-ACFDC7AF5164}"/>
              </a:ext>
            </a:extLst>
          </p:cNvPr>
          <p:cNvPicPr>
            <a:picLocks noGrp="1" noChangeAspect="1"/>
          </p:cNvPicPr>
          <p:nvPr>
            <p:ph type="pic" sz="quarter" idx="22"/>
          </p:nvPr>
        </p:nvPicPr>
        <p:blipFill>
          <a:blip r:embed="rId3"/>
          <a:srcRect l="25039" r="25039"/>
          <a:stretch/>
        </p:blipFill>
        <p:spPr>
          <a:xfrm>
            <a:off x="6111240" y="0"/>
            <a:ext cx="6080760" cy="6858000"/>
          </a:xfrm>
        </p:spPr>
      </p:pic>
    </p:spTree>
    <p:extLst>
      <p:ext uri="{BB962C8B-B14F-4D97-AF65-F5344CB8AC3E}">
        <p14:creationId xmlns:p14="http://schemas.microsoft.com/office/powerpoint/2010/main" val="97341695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B0B02D-4295-34BB-B82A-14EF8DEC31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94CBB0-1CB9-BB22-C6B7-E787E9F7AA54}"/>
              </a:ext>
            </a:extLst>
          </p:cNvPr>
          <p:cNvSpPr>
            <a:spLocks noGrp="1"/>
          </p:cNvSpPr>
          <p:nvPr>
            <p:ph type="title"/>
          </p:nvPr>
        </p:nvSpPr>
        <p:spPr>
          <a:xfrm>
            <a:off x="457200" y="457200"/>
            <a:ext cx="11277600" cy="332399"/>
          </a:xfrm>
        </p:spPr>
        <p:txBody>
          <a:bodyPr/>
          <a:lstStyle/>
          <a:p>
            <a:r>
              <a:rPr lang="en-US" dirty="0"/>
              <a:t>Charts - column</a:t>
            </a:r>
          </a:p>
        </p:txBody>
      </p:sp>
      <p:sp>
        <p:nvSpPr>
          <p:cNvPr id="3" name="TextBox 2">
            <a:extLst>
              <a:ext uri="{FF2B5EF4-FFF2-40B4-BE49-F238E27FC236}">
                <a16:creationId xmlns:a16="http://schemas.microsoft.com/office/drawing/2014/main" id="{8128FBED-E80D-721E-9DD1-B1129E5B2E97}"/>
              </a:ext>
            </a:extLst>
          </p:cNvPr>
          <p:cNvSpPr txBox="1"/>
          <p:nvPr/>
        </p:nvSpPr>
        <p:spPr>
          <a:xfrm>
            <a:off x="809296" y="1952540"/>
            <a:ext cx="2359154" cy="184666"/>
          </a:xfrm>
          <a:prstGeom prst="rect">
            <a:avLst/>
          </a:prstGeom>
          <a:noFill/>
        </p:spPr>
        <p:txBody>
          <a:bodyPr wrap="square" lIns="0" tIns="0" rIns="0" bIns="0">
            <a:spAutoFit/>
          </a:bodyPr>
          <a:lstStyle/>
          <a:p>
            <a:r>
              <a:rPr lang="en-US" sz="1200" b="1"/>
              <a:t>Vertical bars 1 on light</a:t>
            </a:r>
          </a:p>
        </p:txBody>
      </p:sp>
      <p:sp>
        <p:nvSpPr>
          <p:cNvPr id="9" name="Rectangle 8">
            <a:extLst>
              <a:ext uri="{FF2B5EF4-FFF2-40B4-BE49-F238E27FC236}">
                <a16:creationId xmlns:a16="http://schemas.microsoft.com/office/drawing/2014/main" id="{5EEBCCFB-40B8-B328-4503-82797530EE7E}"/>
              </a:ext>
              <a:ext uri="{C183D7F6-B498-43B3-948B-1728B52AA6E4}">
                <adec:decorative xmlns:adec="http://schemas.microsoft.com/office/drawing/2017/decorative" val="1"/>
              </a:ext>
            </a:extLst>
          </p:cNvPr>
          <p:cNvSpPr/>
          <p:nvPr/>
        </p:nvSpPr>
        <p:spPr bwMode="ltGray">
          <a:xfrm>
            <a:off x="5858993"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BC35CDB3-B3E3-4C05-67E5-9B1AB5443B09}"/>
              </a:ext>
            </a:extLst>
          </p:cNvPr>
          <p:cNvSpPr txBox="1"/>
          <p:nvPr/>
        </p:nvSpPr>
        <p:spPr bwMode="white">
          <a:xfrm>
            <a:off x="6926843" y="1952540"/>
            <a:ext cx="2359154" cy="184666"/>
          </a:xfrm>
          <a:prstGeom prst="rect">
            <a:avLst/>
          </a:prstGeom>
          <a:noFill/>
        </p:spPr>
        <p:txBody>
          <a:bodyPr wrap="square" lIns="0" tIns="0" rIns="0" bIns="0">
            <a:spAutoFit/>
          </a:bodyPr>
          <a:lstStyle/>
          <a:p>
            <a:r>
              <a:rPr lang="en-US" sz="1200" b="1" dirty="0">
                <a:solidFill>
                  <a:schemeClr val="bg1"/>
                </a:solidFill>
              </a:rPr>
              <a:t>Vertical bars 1 on dark</a:t>
            </a:r>
          </a:p>
        </p:txBody>
      </p:sp>
      <p:graphicFrame>
        <p:nvGraphicFramePr>
          <p:cNvPr id="7" name="Chart 6" descr="Sample column chart with one bar highlighted over white background">
            <a:extLst>
              <a:ext uri="{FF2B5EF4-FFF2-40B4-BE49-F238E27FC236}">
                <a16:creationId xmlns:a16="http://schemas.microsoft.com/office/drawing/2014/main" id="{FBEA4303-80CA-065C-A738-017A909A4CF6}"/>
              </a:ext>
            </a:extLst>
          </p:cNvPr>
          <p:cNvGraphicFramePr/>
          <p:nvPr/>
        </p:nvGraphicFramePr>
        <p:xfrm>
          <a:off x="457199" y="2615526"/>
          <a:ext cx="4572000" cy="3080658"/>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1" name="Chart 10" descr="Sample column chart with one bar highlighted over dark blue background">
            <a:extLst>
              <a:ext uri="{FF2B5EF4-FFF2-40B4-BE49-F238E27FC236}">
                <a16:creationId xmlns:a16="http://schemas.microsoft.com/office/drawing/2014/main" id="{24966C7A-7AA9-4061-1595-DCA7B3489C72}"/>
              </a:ext>
            </a:extLst>
          </p:cNvPr>
          <p:cNvGraphicFramePr/>
          <p:nvPr/>
        </p:nvGraphicFramePr>
        <p:xfrm>
          <a:off x="6628092" y="2615526"/>
          <a:ext cx="4572000" cy="3080658"/>
        </p:xfrm>
        <a:graphic>
          <a:graphicData uri="http://schemas.openxmlformats.org/drawingml/2006/chart">
            <c:chart xmlns:c="http://schemas.openxmlformats.org/drawingml/2006/chart" xmlns:r="http://schemas.openxmlformats.org/officeDocument/2006/relationships" r:id="rId4"/>
          </a:graphicData>
        </a:graphic>
      </p:graphicFrame>
      <p:sp>
        <p:nvSpPr>
          <p:cNvPr id="10" name="Slide Number Placeholder 9">
            <a:extLst>
              <a:ext uri="{FF2B5EF4-FFF2-40B4-BE49-F238E27FC236}">
                <a16:creationId xmlns:a16="http://schemas.microsoft.com/office/drawing/2014/main" id="{1CD18960-875C-E172-DC05-7F680BFC11CB}"/>
              </a:ext>
            </a:extLst>
          </p:cNvPr>
          <p:cNvSpPr>
            <a:spLocks noGrp="1"/>
          </p:cNvSpPr>
          <p:nvPr>
            <p:ph type="sldNum" sz="quarter" idx="12"/>
          </p:nvPr>
        </p:nvSpPr>
        <p:spPr>
          <a:xfrm>
            <a:off x="457200" y="6400799"/>
            <a:ext cx="365760" cy="228600"/>
          </a:xfrm>
        </p:spPr>
        <p:txBody>
          <a:bodyPr/>
          <a:lstStyle/>
          <a:p>
            <a:fld id="{C53E075B-3175-45CF-B3C7-FEDF3F5961E3}" type="slidenum">
              <a:rPr lang="en-US" smtClean="0"/>
              <a:pPr/>
              <a:t>45</a:t>
            </a:fld>
            <a:endParaRPr lang="en-US"/>
          </a:p>
        </p:txBody>
      </p:sp>
      <p:sp>
        <p:nvSpPr>
          <p:cNvPr id="8" name="Footer Placeholder 7">
            <a:extLst>
              <a:ext uri="{FF2B5EF4-FFF2-40B4-BE49-F238E27FC236}">
                <a16:creationId xmlns:a16="http://schemas.microsoft.com/office/drawing/2014/main" id="{68A1609F-05DE-3355-736D-84A1E2AC98ED}"/>
              </a:ext>
            </a:extLst>
          </p:cNvPr>
          <p:cNvSpPr>
            <a:spLocks noGrp="1"/>
          </p:cNvSpPr>
          <p:nvPr>
            <p:ph type="ftr" sz="quarter" idx="11"/>
          </p:nvPr>
        </p:nvSpPr>
        <p:spPr/>
        <p:txBody>
          <a:bodyPr/>
          <a:lstStyle/>
          <a:p>
            <a:r>
              <a:rPr lang="en-US" dirty="0"/>
              <a:t>© 2025–2027 Cognizant | Private</a:t>
            </a:r>
          </a:p>
        </p:txBody>
      </p:sp>
      <p:pic>
        <p:nvPicPr>
          <p:cNvPr id="4" name="Cognizant Logo_rgb_rev_2023" descr="Cognizant logo reversed, SVG format">
            <a:extLst>
              <a:ext uri="{FF2B5EF4-FFF2-40B4-BE49-F238E27FC236}">
                <a16:creationId xmlns:a16="http://schemas.microsoft.com/office/drawing/2014/main" id="{003A2722-4E7F-7904-19D0-49B4F01EDF51}"/>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3199458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0DEBF-64B1-06B1-2C4E-0F8C46337C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D4ECDEC-232B-59C2-FAA8-AD4AF034B7A4}"/>
              </a:ext>
            </a:extLst>
          </p:cNvPr>
          <p:cNvSpPr>
            <a:spLocks noGrp="1"/>
          </p:cNvSpPr>
          <p:nvPr>
            <p:ph type="title"/>
          </p:nvPr>
        </p:nvSpPr>
        <p:spPr/>
        <p:txBody>
          <a:bodyPr/>
          <a:lstStyle/>
          <a:p>
            <a:r>
              <a:rPr lang="en-US" dirty="0"/>
              <a:t>Charts - stacked column</a:t>
            </a:r>
          </a:p>
        </p:txBody>
      </p:sp>
      <p:sp>
        <p:nvSpPr>
          <p:cNvPr id="9" name="Rectangle 8">
            <a:extLst>
              <a:ext uri="{FF2B5EF4-FFF2-40B4-BE49-F238E27FC236}">
                <a16:creationId xmlns:a16="http://schemas.microsoft.com/office/drawing/2014/main" id="{4943B67F-AEAF-EA29-F611-1F9296F9602A}"/>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15226A7-9D50-80FC-A287-4F4AD1E6565F}"/>
              </a:ext>
            </a:extLst>
          </p:cNvPr>
          <p:cNvSpPr txBox="1"/>
          <p:nvPr/>
        </p:nvSpPr>
        <p:spPr>
          <a:xfrm>
            <a:off x="809296" y="1952540"/>
            <a:ext cx="2359154" cy="184666"/>
          </a:xfrm>
          <a:prstGeom prst="rect">
            <a:avLst/>
          </a:prstGeom>
          <a:noFill/>
        </p:spPr>
        <p:txBody>
          <a:bodyPr wrap="square" lIns="0" tIns="0" rIns="0" bIns="0">
            <a:spAutoFit/>
          </a:bodyPr>
          <a:lstStyle/>
          <a:p>
            <a:r>
              <a:rPr lang="en-US" sz="1200" b="1"/>
              <a:t>Vertical stacked bars on light</a:t>
            </a:r>
          </a:p>
        </p:txBody>
      </p:sp>
      <p:graphicFrame>
        <p:nvGraphicFramePr>
          <p:cNvPr id="7" name="Chart 6" descr="Sample stacked column chart over white background">
            <a:extLst>
              <a:ext uri="{FF2B5EF4-FFF2-40B4-BE49-F238E27FC236}">
                <a16:creationId xmlns:a16="http://schemas.microsoft.com/office/drawing/2014/main" id="{BBF2EE06-BB92-DC2C-2FAA-24DDDA0546B1}"/>
              </a:ext>
            </a:extLst>
          </p:cNvPr>
          <p:cNvGraphicFramePr/>
          <p:nvPr/>
        </p:nvGraphicFramePr>
        <p:xfrm>
          <a:off x="457199" y="2404003"/>
          <a:ext cx="4572000" cy="3291840"/>
        </p:xfrm>
        <a:graphic>
          <a:graphicData uri="http://schemas.openxmlformats.org/drawingml/2006/chart">
            <c:chart xmlns:c="http://schemas.openxmlformats.org/drawingml/2006/chart" xmlns:r="http://schemas.openxmlformats.org/officeDocument/2006/relationships" r:id="rId3"/>
          </a:graphicData>
        </a:graphic>
      </p:graphicFrame>
      <p:grpSp>
        <p:nvGrpSpPr>
          <p:cNvPr id="4" name="Group 3" descr="Series labels">
            <a:extLst>
              <a:ext uri="{FF2B5EF4-FFF2-40B4-BE49-F238E27FC236}">
                <a16:creationId xmlns:a16="http://schemas.microsoft.com/office/drawing/2014/main" id="{63DB688A-799E-EBF7-6520-01EA65DA739D}"/>
              </a:ext>
            </a:extLst>
          </p:cNvPr>
          <p:cNvGrpSpPr/>
          <p:nvPr/>
        </p:nvGrpSpPr>
        <p:grpSpPr>
          <a:xfrm>
            <a:off x="4776570" y="3222410"/>
            <a:ext cx="646189" cy="1845816"/>
            <a:chOff x="4776570" y="3222410"/>
            <a:chExt cx="646189" cy="1845816"/>
          </a:xfrm>
        </p:grpSpPr>
        <p:sp>
          <p:nvSpPr>
            <p:cNvPr id="8" name="TextBox 7">
              <a:extLst>
                <a:ext uri="{FF2B5EF4-FFF2-40B4-BE49-F238E27FC236}">
                  <a16:creationId xmlns:a16="http://schemas.microsoft.com/office/drawing/2014/main" id="{D9F14B05-D970-1695-9F3E-EF1E9D552C81}"/>
                </a:ext>
              </a:extLst>
            </p:cNvPr>
            <p:cNvSpPr txBox="1"/>
            <p:nvPr/>
          </p:nvSpPr>
          <p:spPr>
            <a:xfrm>
              <a:off x="4776570" y="4942318"/>
              <a:ext cx="646189" cy="125908"/>
            </a:xfrm>
            <a:prstGeom prst="rect">
              <a:avLst/>
            </a:prstGeom>
            <a:noFill/>
          </p:spPr>
          <p:txBody>
            <a:bodyPr wrap="square" lIns="0" tIns="0" rIns="0" bIns="0">
              <a:spAutoFit/>
            </a:bodyPr>
            <a:lstStyle/>
            <a:p>
              <a:r>
                <a:rPr lang="en-US" sz="900" b="1"/>
                <a:t>Series 1</a:t>
              </a:r>
            </a:p>
          </p:txBody>
        </p:sp>
        <p:sp>
          <p:nvSpPr>
            <p:cNvPr id="12" name="TextBox 11">
              <a:extLst>
                <a:ext uri="{FF2B5EF4-FFF2-40B4-BE49-F238E27FC236}">
                  <a16:creationId xmlns:a16="http://schemas.microsoft.com/office/drawing/2014/main" id="{A59B8659-559D-B13A-323F-55E4A5ABB184}"/>
                </a:ext>
              </a:extLst>
            </p:cNvPr>
            <p:cNvSpPr txBox="1"/>
            <p:nvPr/>
          </p:nvSpPr>
          <p:spPr>
            <a:xfrm>
              <a:off x="4776570" y="3996617"/>
              <a:ext cx="646189" cy="138499"/>
            </a:xfrm>
            <a:prstGeom prst="rect">
              <a:avLst/>
            </a:prstGeom>
            <a:noFill/>
          </p:spPr>
          <p:txBody>
            <a:bodyPr wrap="square" lIns="0" tIns="0" rIns="0" bIns="0">
              <a:spAutoFit/>
            </a:bodyPr>
            <a:lstStyle/>
            <a:p>
              <a:r>
                <a:rPr lang="en-US" sz="900" b="1">
                  <a:solidFill>
                    <a:schemeClr val="accent2"/>
                  </a:solidFill>
                </a:rPr>
                <a:t>Series 2</a:t>
              </a:r>
            </a:p>
          </p:txBody>
        </p:sp>
        <p:sp>
          <p:nvSpPr>
            <p:cNvPr id="14" name="TextBox 13">
              <a:extLst>
                <a:ext uri="{FF2B5EF4-FFF2-40B4-BE49-F238E27FC236}">
                  <a16:creationId xmlns:a16="http://schemas.microsoft.com/office/drawing/2014/main" id="{10A63165-AB92-49AA-1195-EC4234067466}"/>
                </a:ext>
              </a:extLst>
            </p:cNvPr>
            <p:cNvSpPr txBox="1"/>
            <p:nvPr/>
          </p:nvSpPr>
          <p:spPr>
            <a:xfrm>
              <a:off x="4776570" y="3222410"/>
              <a:ext cx="646189" cy="138499"/>
            </a:xfrm>
            <a:prstGeom prst="rect">
              <a:avLst/>
            </a:prstGeom>
            <a:noFill/>
          </p:spPr>
          <p:txBody>
            <a:bodyPr wrap="square" lIns="0" tIns="0" rIns="0" bIns="0">
              <a:spAutoFit/>
            </a:bodyPr>
            <a:lstStyle/>
            <a:p>
              <a:r>
                <a:rPr lang="en-US" sz="900" b="1">
                  <a:solidFill>
                    <a:schemeClr val="accent2"/>
                  </a:solidFill>
                </a:rPr>
                <a:t>Series 3</a:t>
              </a:r>
            </a:p>
          </p:txBody>
        </p:sp>
      </p:grpSp>
      <p:sp>
        <p:nvSpPr>
          <p:cNvPr id="11" name="TextBox 10">
            <a:extLst>
              <a:ext uri="{FF2B5EF4-FFF2-40B4-BE49-F238E27FC236}">
                <a16:creationId xmlns:a16="http://schemas.microsoft.com/office/drawing/2014/main" id="{6077526C-F6A0-1EC8-2E96-8761A45FE9DB}"/>
              </a:ext>
            </a:extLst>
          </p:cNvPr>
          <p:cNvSpPr txBox="1"/>
          <p:nvPr/>
        </p:nvSpPr>
        <p:spPr bwMode="white">
          <a:xfrm>
            <a:off x="6926843" y="1952540"/>
            <a:ext cx="2359154" cy="184666"/>
          </a:xfrm>
          <a:prstGeom prst="rect">
            <a:avLst/>
          </a:prstGeom>
          <a:noFill/>
        </p:spPr>
        <p:txBody>
          <a:bodyPr wrap="square" lIns="0" tIns="0" rIns="0" bIns="0">
            <a:spAutoFit/>
          </a:bodyPr>
          <a:lstStyle/>
          <a:p>
            <a:r>
              <a:rPr lang="en-US" sz="1200" b="1">
                <a:solidFill>
                  <a:schemeClr val="bg1"/>
                </a:solidFill>
              </a:rPr>
              <a:t>Vertical stacked bars on dark</a:t>
            </a:r>
          </a:p>
        </p:txBody>
      </p:sp>
      <p:graphicFrame>
        <p:nvGraphicFramePr>
          <p:cNvPr id="21" name="Chart 20" descr="Sample stacked column chart over dark blue background">
            <a:extLst>
              <a:ext uri="{FF2B5EF4-FFF2-40B4-BE49-F238E27FC236}">
                <a16:creationId xmlns:a16="http://schemas.microsoft.com/office/drawing/2014/main" id="{18A19DD7-7839-47EC-135E-F5254C364706}"/>
              </a:ext>
            </a:extLst>
          </p:cNvPr>
          <p:cNvGraphicFramePr/>
          <p:nvPr/>
        </p:nvGraphicFramePr>
        <p:xfrm>
          <a:off x="6650953" y="2404003"/>
          <a:ext cx="4572000" cy="3291840"/>
        </p:xfrm>
        <a:graphic>
          <a:graphicData uri="http://schemas.openxmlformats.org/drawingml/2006/chart">
            <c:chart xmlns:c="http://schemas.openxmlformats.org/drawingml/2006/chart" xmlns:r="http://schemas.openxmlformats.org/officeDocument/2006/relationships" r:id="rId4"/>
          </a:graphicData>
        </a:graphic>
      </p:graphicFrame>
      <p:grpSp>
        <p:nvGrpSpPr>
          <p:cNvPr id="10" name="Group 9" descr="Series labels">
            <a:extLst>
              <a:ext uri="{FF2B5EF4-FFF2-40B4-BE49-F238E27FC236}">
                <a16:creationId xmlns:a16="http://schemas.microsoft.com/office/drawing/2014/main" id="{E0130CBC-8AFF-4CFA-76EE-3A21554671C9}"/>
              </a:ext>
            </a:extLst>
          </p:cNvPr>
          <p:cNvGrpSpPr/>
          <p:nvPr/>
        </p:nvGrpSpPr>
        <p:grpSpPr>
          <a:xfrm>
            <a:off x="11012613" y="3222409"/>
            <a:ext cx="646189" cy="1858408"/>
            <a:chOff x="11012613" y="3222409"/>
            <a:chExt cx="646189" cy="1858408"/>
          </a:xfrm>
        </p:grpSpPr>
        <p:sp>
          <p:nvSpPr>
            <p:cNvPr id="15" name="TextBox 14">
              <a:extLst>
                <a:ext uri="{FF2B5EF4-FFF2-40B4-BE49-F238E27FC236}">
                  <a16:creationId xmlns:a16="http://schemas.microsoft.com/office/drawing/2014/main" id="{E1B018BF-30A0-8810-668C-8D30F51CF3B7}"/>
                </a:ext>
              </a:extLst>
            </p:cNvPr>
            <p:cNvSpPr txBox="1"/>
            <p:nvPr/>
          </p:nvSpPr>
          <p:spPr>
            <a:xfrm>
              <a:off x="11012613" y="4942318"/>
              <a:ext cx="646189" cy="138499"/>
            </a:xfrm>
            <a:prstGeom prst="rect">
              <a:avLst/>
            </a:prstGeom>
            <a:noFill/>
          </p:spPr>
          <p:txBody>
            <a:bodyPr wrap="square" lIns="0" tIns="0" rIns="0" bIns="0">
              <a:spAutoFit/>
            </a:bodyPr>
            <a:lstStyle/>
            <a:p>
              <a:r>
                <a:rPr lang="en-US" sz="900" b="1">
                  <a:solidFill>
                    <a:schemeClr val="accent3"/>
                  </a:solidFill>
                </a:rPr>
                <a:t>Series 1</a:t>
              </a:r>
            </a:p>
          </p:txBody>
        </p:sp>
        <p:sp>
          <p:nvSpPr>
            <p:cNvPr id="16" name="TextBox 15">
              <a:extLst>
                <a:ext uri="{FF2B5EF4-FFF2-40B4-BE49-F238E27FC236}">
                  <a16:creationId xmlns:a16="http://schemas.microsoft.com/office/drawing/2014/main" id="{10F8D964-8E03-25BC-1DA9-BD685D123B98}"/>
                </a:ext>
              </a:extLst>
            </p:cNvPr>
            <p:cNvSpPr txBox="1"/>
            <p:nvPr/>
          </p:nvSpPr>
          <p:spPr>
            <a:xfrm>
              <a:off x="11012613" y="3996617"/>
              <a:ext cx="646189" cy="138499"/>
            </a:xfrm>
            <a:prstGeom prst="rect">
              <a:avLst/>
            </a:prstGeom>
            <a:noFill/>
          </p:spPr>
          <p:txBody>
            <a:bodyPr wrap="square" lIns="0" tIns="0" rIns="0" bIns="0">
              <a:spAutoFit/>
            </a:bodyPr>
            <a:lstStyle/>
            <a:p>
              <a:r>
                <a:rPr lang="en-US" sz="900" b="1">
                  <a:solidFill>
                    <a:schemeClr val="accent3"/>
                  </a:solidFill>
                </a:rPr>
                <a:t>Series 2</a:t>
              </a:r>
            </a:p>
          </p:txBody>
        </p:sp>
        <p:sp>
          <p:nvSpPr>
            <p:cNvPr id="17" name="TextBox 16">
              <a:extLst>
                <a:ext uri="{FF2B5EF4-FFF2-40B4-BE49-F238E27FC236}">
                  <a16:creationId xmlns:a16="http://schemas.microsoft.com/office/drawing/2014/main" id="{641A2E7F-3668-2618-3B73-21956F3D06C8}"/>
                </a:ext>
              </a:extLst>
            </p:cNvPr>
            <p:cNvSpPr txBox="1"/>
            <p:nvPr/>
          </p:nvSpPr>
          <p:spPr>
            <a:xfrm>
              <a:off x="11012613" y="3222409"/>
              <a:ext cx="646189" cy="138499"/>
            </a:xfrm>
            <a:prstGeom prst="rect">
              <a:avLst/>
            </a:prstGeom>
            <a:noFill/>
          </p:spPr>
          <p:txBody>
            <a:bodyPr wrap="square" lIns="0" tIns="0" rIns="0" bIns="0">
              <a:spAutoFit/>
            </a:bodyPr>
            <a:lstStyle/>
            <a:p>
              <a:r>
                <a:rPr lang="en-US" sz="900" b="1">
                  <a:solidFill>
                    <a:schemeClr val="bg1"/>
                  </a:solidFill>
                </a:rPr>
                <a:t>Series 3</a:t>
              </a:r>
            </a:p>
          </p:txBody>
        </p:sp>
      </p:grpSp>
      <p:sp>
        <p:nvSpPr>
          <p:cNvPr id="6" name="Slide Number Placeholder 5">
            <a:extLst>
              <a:ext uri="{FF2B5EF4-FFF2-40B4-BE49-F238E27FC236}">
                <a16:creationId xmlns:a16="http://schemas.microsoft.com/office/drawing/2014/main" id="{2CA77CFA-9651-2F18-4D08-ABB6C569CD9A}"/>
              </a:ext>
            </a:extLst>
          </p:cNvPr>
          <p:cNvSpPr>
            <a:spLocks noGrp="1"/>
          </p:cNvSpPr>
          <p:nvPr>
            <p:ph type="sldNum" sz="quarter" idx="12"/>
          </p:nvPr>
        </p:nvSpPr>
        <p:spPr/>
        <p:txBody>
          <a:bodyPr/>
          <a:lstStyle/>
          <a:p>
            <a:fld id="{C53E075B-3175-45CF-B3C7-FEDF3F5961E3}" type="slidenum">
              <a:rPr lang="en-US" smtClean="0"/>
              <a:pPr/>
              <a:t>46</a:t>
            </a:fld>
            <a:endParaRPr lang="en-US"/>
          </a:p>
        </p:txBody>
      </p:sp>
      <p:sp>
        <p:nvSpPr>
          <p:cNvPr id="5" name="Footer Placeholder 4">
            <a:extLst>
              <a:ext uri="{FF2B5EF4-FFF2-40B4-BE49-F238E27FC236}">
                <a16:creationId xmlns:a16="http://schemas.microsoft.com/office/drawing/2014/main" id="{1BC57A66-BDD2-85FE-3059-E1E8756B413C}"/>
              </a:ext>
            </a:extLst>
          </p:cNvPr>
          <p:cNvSpPr>
            <a:spLocks noGrp="1"/>
          </p:cNvSpPr>
          <p:nvPr>
            <p:ph type="ftr" sz="quarter" idx="11"/>
          </p:nvPr>
        </p:nvSpPr>
        <p:spPr/>
        <p:txBody>
          <a:bodyPr/>
          <a:lstStyle/>
          <a:p>
            <a:r>
              <a:rPr lang="en-US" dirty="0"/>
              <a:t>© 2025–2027 Cognizant | Private</a:t>
            </a:r>
          </a:p>
        </p:txBody>
      </p:sp>
      <p:pic>
        <p:nvPicPr>
          <p:cNvPr id="13" name="Cognizant Logo_rgb_rev_2023" descr="Cognizant logo reversed, SVG format">
            <a:extLst>
              <a:ext uri="{FF2B5EF4-FFF2-40B4-BE49-F238E27FC236}">
                <a16:creationId xmlns:a16="http://schemas.microsoft.com/office/drawing/2014/main" id="{1162CC6B-9AC9-AAB0-53E4-B40D6DCBDFED}"/>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1045628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C8B609-0AC4-2D4C-5785-C05F8F0AB2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95EB81-304A-7865-0317-3703FCD1E7CC}"/>
              </a:ext>
            </a:extLst>
          </p:cNvPr>
          <p:cNvSpPr>
            <a:spLocks noGrp="1"/>
          </p:cNvSpPr>
          <p:nvPr>
            <p:ph type="title"/>
          </p:nvPr>
        </p:nvSpPr>
        <p:spPr>
          <a:xfrm>
            <a:off x="457200" y="457200"/>
            <a:ext cx="11277600" cy="332399"/>
          </a:xfrm>
        </p:spPr>
        <p:txBody>
          <a:bodyPr/>
          <a:lstStyle/>
          <a:p>
            <a:r>
              <a:rPr lang="en-US" dirty="0"/>
              <a:t>Charts - bar</a:t>
            </a:r>
          </a:p>
        </p:txBody>
      </p:sp>
      <p:sp>
        <p:nvSpPr>
          <p:cNvPr id="10" name="Rectangle 9">
            <a:extLst>
              <a:ext uri="{FF2B5EF4-FFF2-40B4-BE49-F238E27FC236}">
                <a16:creationId xmlns:a16="http://schemas.microsoft.com/office/drawing/2014/main" id="{D490CB33-A370-976B-69DE-F035321F788B}"/>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2E5F89A3-F039-CB06-3883-F02BAA149A5A}"/>
              </a:ext>
            </a:extLst>
          </p:cNvPr>
          <p:cNvSpPr txBox="1"/>
          <p:nvPr/>
        </p:nvSpPr>
        <p:spPr>
          <a:xfrm>
            <a:off x="809296" y="1245990"/>
            <a:ext cx="3907536" cy="184666"/>
          </a:xfrm>
          <a:prstGeom prst="rect">
            <a:avLst/>
          </a:prstGeom>
          <a:noFill/>
        </p:spPr>
        <p:txBody>
          <a:bodyPr wrap="square" lIns="0" tIns="0" rIns="0" bIns="0">
            <a:spAutoFit/>
          </a:bodyPr>
          <a:lstStyle/>
          <a:p>
            <a:r>
              <a:rPr lang="en-US" sz="1200" b="1"/>
              <a:t>Horizontal bars on light</a:t>
            </a:r>
          </a:p>
        </p:txBody>
      </p:sp>
      <p:graphicFrame>
        <p:nvGraphicFramePr>
          <p:cNvPr id="6" name="Chart 5" descr="Sample 100% stacked bar chart over white background">
            <a:extLst>
              <a:ext uri="{FF2B5EF4-FFF2-40B4-BE49-F238E27FC236}">
                <a16:creationId xmlns:a16="http://schemas.microsoft.com/office/drawing/2014/main" id="{0C90A694-6D40-D01E-92DB-1464C2D7B22E}"/>
              </a:ext>
            </a:extLst>
          </p:cNvPr>
          <p:cNvGraphicFramePr>
            <a:graphicFrameLocks/>
          </p:cNvGraphicFramePr>
          <p:nvPr/>
        </p:nvGraphicFramePr>
        <p:xfrm>
          <a:off x="764770" y="1525769"/>
          <a:ext cx="4572000" cy="196596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CCDD3147-2347-87D1-FAAB-8A57C72A3273}"/>
              </a:ext>
            </a:extLst>
          </p:cNvPr>
          <p:cNvSpPr txBox="1"/>
          <p:nvPr/>
        </p:nvSpPr>
        <p:spPr>
          <a:xfrm>
            <a:off x="809296" y="3780132"/>
            <a:ext cx="3907536" cy="184666"/>
          </a:xfrm>
          <a:prstGeom prst="rect">
            <a:avLst/>
          </a:prstGeom>
          <a:noFill/>
        </p:spPr>
        <p:txBody>
          <a:bodyPr wrap="square" lIns="0" tIns="0" rIns="0" bIns="0">
            <a:spAutoFit/>
          </a:bodyPr>
          <a:lstStyle/>
          <a:p>
            <a:r>
              <a:rPr lang="en-US" sz="1200" b="1"/>
              <a:t>Vertical bars 2 on light</a:t>
            </a:r>
          </a:p>
        </p:txBody>
      </p:sp>
      <p:graphicFrame>
        <p:nvGraphicFramePr>
          <p:cNvPr id="4" name="Chart 3" descr="Sample column chart over white background">
            <a:extLst>
              <a:ext uri="{FF2B5EF4-FFF2-40B4-BE49-F238E27FC236}">
                <a16:creationId xmlns:a16="http://schemas.microsoft.com/office/drawing/2014/main" id="{07DB1565-F92F-CAB3-C7DB-9F31AB760049}"/>
              </a:ext>
            </a:extLst>
          </p:cNvPr>
          <p:cNvGraphicFramePr/>
          <p:nvPr/>
        </p:nvGraphicFramePr>
        <p:xfrm>
          <a:off x="633247" y="4130248"/>
          <a:ext cx="4572000" cy="2169968"/>
        </p:xfrm>
        <a:graphic>
          <a:graphicData uri="http://schemas.openxmlformats.org/drawingml/2006/chart">
            <c:chart xmlns:c="http://schemas.openxmlformats.org/drawingml/2006/chart" xmlns:r="http://schemas.openxmlformats.org/officeDocument/2006/relationships" r:id="rId4"/>
          </a:graphicData>
        </a:graphic>
      </p:graphicFrame>
      <p:sp>
        <p:nvSpPr>
          <p:cNvPr id="19" name="TextBox 18">
            <a:extLst>
              <a:ext uri="{FF2B5EF4-FFF2-40B4-BE49-F238E27FC236}">
                <a16:creationId xmlns:a16="http://schemas.microsoft.com/office/drawing/2014/main" id="{3BCB5762-41B7-B4A0-CC58-C3F693010E20}"/>
              </a:ext>
            </a:extLst>
          </p:cNvPr>
          <p:cNvSpPr txBox="1"/>
          <p:nvPr/>
        </p:nvSpPr>
        <p:spPr bwMode="white">
          <a:xfrm>
            <a:off x="6926843" y="1245990"/>
            <a:ext cx="3907536" cy="184666"/>
          </a:xfrm>
          <a:prstGeom prst="rect">
            <a:avLst/>
          </a:prstGeom>
          <a:noFill/>
        </p:spPr>
        <p:txBody>
          <a:bodyPr wrap="square" lIns="0" tIns="0" rIns="0" bIns="0">
            <a:spAutoFit/>
          </a:bodyPr>
          <a:lstStyle/>
          <a:p>
            <a:r>
              <a:rPr lang="en-US" sz="1200" b="1">
                <a:solidFill>
                  <a:schemeClr val="bg1"/>
                </a:solidFill>
              </a:rPr>
              <a:t>Horizontal bars on dark</a:t>
            </a:r>
          </a:p>
        </p:txBody>
      </p:sp>
      <p:graphicFrame>
        <p:nvGraphicFramePr>
          <p:cNvPr id="14" name="Chart 13" descr="Sample 100% stacked bar chart over dark blue background">
            <a:extLst>
              <a:ext uri="{FF2B5EF4-FFF2-40B4-BE49-F238E27FC236}">
                <a16:creationId xmlns:a16="http://schemas.microsoft.com/office/drawing/2014/main" id="{082F5C3A-03BC-D59F-E746-8B69DB72CCE6}"/>
              </a:ext>
            </a:extLst>
          </p:cNvPr>
          <p:cNvGraphicFramePr>
            <a:graphicFrameLocks/>
          </p:cNvGraphicFramePr>
          <p:nvPr/>
        </p:nvGraphicFramePr>
        <p:xfrm>
          <a:off x="6750858" y="1525769"/>
          <a:ext cx="4572000" cy="1965960"/>
        </p:xfrm>
        <a:graphic>
          <a:graphicData uri="http://schemas.openxmlformats.org/drawingml/2006/chart">
            <c:chart xmlns:c="http://schemas.openxmlformats.org/drawingml/2006/chart" xmlns:r="http://schemas.openxmlformats.org/officeDocument/2006/relationships" r:id="rId5"/>
          </a:graphicData>
        </a:graphic>
      </p:graphicFrame>
      <p:sp>
        <p:nvSpPr>
          <p:cNvPr id="13" name="TextBox 12">
            <a:extLst>
              <a:ext uri="{FF2B5EF4-FFF2-40B4-BE49-F238E27FC236}">
                <a16:creationId xmlns:a16="http://schemas.microsoft.com/office/drawing/2014/main" id="{F5F6AFE7-D4B4-B5B4-BD41-6E05DC7E8357}"/>
              </a:ext>
            </a:extLst>
          </p:cNvPr>
          <p:cNvSpPr txBox="1"/>
          <p:nvPr/>
        </p:nvSpPr>
        <p:spPr bwMode="white">
          <a:xfrm>
            <a:off x="6926843" y="3702259"/>
            <a:ext cx="3907536" cy="184666"/>
          </a:xfrm>
          <a:prstGeom prst="rect">
            <a:avLst/>
          </a:prstGeom>
          <a:noFill/>
        </p:spPr>
        <p:txBody>
          <a:bodyPr wrap="square" lIns="0" tIns="0" rIns="0" bIns="0">
            <a:spAutoFit/>
          </a:bodyPr>
          <a:lstStyle/>
          <a:p>
            <a:r>
              <a:rPr lang="en-US" sz="1200" b="1">
                <a:solidFill>
                  <a:schemeClr val="bg1"/>
                </a:solidFill>
              </a:rPr>
              <a:t>Vertical bars 2 on dark</a:t>
            </a:r>
          </a:p>
        </p:txBody>
      </p:sp>
      <p:graphicFrame>
        <p:nvGraphicFramePr>
          <p:cNvPr id="5" name="Chart 4" descr="Sample column chart over dark blue background">
            <a:extLst>
              <a:ext uri="{FF2B5EF4-FFF2-40B4-BE49-F238E27FC236}">
                <a16:creationId xmlns:a16="http://schemas.microsoft.com/office/drawing/2014/main" id="{58AC64DF-8A25-EBF2-5897-D6F374DDB163}"/>
              </a:ext>
            </a:extLst>
          </p:cNvPr>
          <p:cNvGraphicFramePr/>
          <p:nvPr/>
        </p:nvGraphicFramePr>
        <p:xfrm>
          <a:off x="6614962" y="4130248"/>
          <a:ext cx="4572000" cy="2169968"/>
        </p:xfrm>
        <a:graphic>
          <a:graphicData uri="http://schemas.openxmlformats.org/drawingml/2006/chart">
            <c:chart xmlns:c="http://schemas.openxmlformats.org/drawingml/2006/chart" xmlns:r="http://schemas.openxmlformats.org/officeDocument/2006/relationships" r:id="rId6"/>
          </a:graphicData>
        </a:graphic>
      </p:graphicFrame>
      <p:sp>
        <p:nvSpPr>
          <p:cNvPr id="16" name="Slide Number Placeholder 15">
            <a:extLst>
              <a:ext uri="{FF2B5EF4-FFF2-40B4-BE49-F238E27FC236}">
                <a16:creationId xmlns:a16="http://schemas.microsoft.com/office/drawing/2014/main" id="{8BF3570D-1B91-D9CB-9BCB-AD3A307FB3BC}"/>
              </a:ext>
            </a:extLst>
          </p:cNvPr>
          <p:cNvSpPr>
            <a:spLocks noGrp="1"/>
          </p:cNvSpPr>
          <p:nvPr>
            <p:ph type="sldNum" sz="quarter" idx="12"/>
          </p:nvPr>
        </p:nvSpPr>
        <p:spPr/>
        <p:txBody>
          <a:bodyPr/>
          <a:lstStyle/>
          <a:p>
            <a:fld id="{38826FC0-333C-E549-9FA3-0EE43DF298A3}" type="slidenum">
              <a:rPr lang="en-US" smtClean="0"/>
              <a:pPr/>
              <a:t>47</a:t>
            </a:fld>
            <a:endParaRPr lang="en-US"/>
          </a:p>
        </p:txBody>
      </p:sp>
      <p:sp>
        <p:nvSpPr>
          <p:cNvPr id="3" name="Footer Placeholder 2">
            <a:extLst>
              <a:ext uri="{FF2B5EF4-FFF2-40B4-BE49-F238E27FC236}">
                <a16:creationId xmlns:a16="http://schemas.microsoft.com/office/drawing/2014/main" id="{3AA2C1B4-70E6-30F6-48A7-AA4C7A2C3791}"/>
              </a:ext>
            </a:extLst>
          </p:cNvPr>
          <p:cNvSpPr>
            <a:spLocks noGrp="1"/>
          </p:cNvSpPr>
          <p:nvPr>
            <p:ph type="ftr" sz="quarter" idx="11"/>
          </p:nvPr>
        </p:nvSpPr>
        <p:spPr>
          <a:xfrm>
            <a:off x="1005840" y="6400800"/>
            <a:ext cx="1371600" cy="228600"/>
          </a:xfrm>
        </p:spPr>
        <p:txBody>
          <a:bodyPr/>
          <a:lstStyle/>
          <a:p>
            <a:r>
              <a:rPr lang="en-US" dirty="0"/>
              <a:t>© 2025–2027 Cognizant | Private</a:t>
            </a:r>
          </a:p>
        </p:txBody>
      </p:sp>
      <p:pic>
        <p:nvPicPr>
          <p:cNvPr id="7" name="Cognizant Logo_rgb_rev_2023" descr="Cognizant logo reversed, SVG format">
            <a:extLst>
              <a:ext uri="{FF2B5EF4-FFF2-40B4-BE49-F238E27FC236}">
                <a16:creationId xmlns:a16="http://schemas.microsoft.com/office/drawing/2014/main" id="{031A96CF-58B0-82BD-A51A-BF021C4BDC5D}"/>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3598992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D98A20-7BB1-7063-A056-F07B4C66462F}"/>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06B40DD3-E5A5-885D-5982-DB016436866C}"/>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D84A9-CCA2-349E-340D-A666E29E3F9A}"/>
              </a:ext>
            </a:extLst>
          </p:cNvPr>
          <p:cNvSpPr>
            <a:spLocks noGrp="1"/>
          </p:cNvSpPr>
          <p:nvPr>
            <p:ph type="title"/>
          </p:nvPr>
        </p:nvSpPr>
        <p:spPr/>
        <p:txBody>
          <a:bodyPr/>
          <a:lstStyle/>
          <a:p>
            <a:r>
              <a:rPr lang="en-US" dirty="0"/>
              <a:t>Charts - donut</a:t>
            </a:r>
          </a:p>
        </p:txBody>
      </p:sp>
      <p:sp>
        <p:nvSpPr>
          <p:cNvPr id="15" name="TextBox 14">
            <a:extLst>
              <a:ext uri="{FF2B5EF4-FFF2-40B4-BE49-F238E27FC236}">
                <a16:creationId xmlns:a16="http://schemas.microsoft.com/office/drawing/2014/main" id="{8AF61CB2-3CF4-00A2-AA60-2203F1A29592}"/>
              </a:ext>
            </a:extLst>
          </p:cNvPr>
          <p:cNvSpPr txBox="1"/>
          <p:nvPr/>
        </p:nvSpPr>
        <p:spPr>
          <a:xfrm>
            <a:off x="809296" y="1277755"/>
            <a:ext cx="2359154" cy="184666"/>
          </a:xfrm>
          <a:prstGeom prst="rect">
            <a:avLst/>
          </a:prstGeom>
          <a:noFill/>
        </p:spPr>
        <p:txBody>
          <a:bodyPr wrap="square" lIns="0" tIns="0" rIns="0" bIns="0" rtlCol="0">
            <a:spAutoFit/>
          </a:bodyPr>
          <a:lstStyle/>
          <a:p>
            <a:pPr defTabSz="914378">
              <a:defRPr/>
            </a:pPr>
            <a:r>
              <a:rPr lang="en-US" sz="1200" b="1">
                <a:cs typeface="+mn-cs"/>
              </a:rPr>
              <a:t>One data point on light</a:t>
            </a:r>
          </a:p>
        </p:txBody>
      </p:sp>
      <p:graphicFrame>
        <p:nvGraphicFramePr>
          <p:cNvPr id="11" name="Chart 10" descr="Sample donut chart with one data point over white background">
            <a:extLst>
              <a:ext uri="{FF2B5EF4-FFF2-40B4-BE49-F238E27FC236}">
                <a16:creationId xmlns:a16="http://schemas.microsoft.com/office/drawing/2014/main" id="{5F8DEDC8-2436-453A-7C9F-C644163AB9C6}"/>
              </a:ext>
            </a:extLst>
          </p:cNvPr>
          <p:cNvGraphicFramePr/>
          <p:nvPr/>
        </p:nvGraphicFramePr>
        <p:xfrm>
          <a:off x="1467365" y="1596433"/>
          <a:ext cx="2748851" cy="1832567"/>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AFF0690F-25A0-F463-B381-27C148113215}"/>
              </a:ext>
            </a:extLst>
          </p:cNvPr>
          <p:cNvSpPr txBox="1"/>
          <p:nvPr/>
        </p:nvSpPr>
        <p:spPr>
          <a:xfrm>
            <a:off x="2622937" y="2354981"/>
            <a:ext cx="543739" cy="307777"/>
          </a:xfrm>
          <a:prstGeom prst="rect">
            <a:avLst/>
          </a:prstGeom>
          <a:noFill/>
        </p:spPr>
        <p:txBody>
          <a:bodyPr wrap="none" lIns="0" tIns="0" rIns="0" bIns="0" rtlCol="0">
            <a:spAutoFit/>
          </a:bodyPr>
          <a:lstStyle/>
          <a:p>
            <a:pPr algn="ctr" defTabSz="914378">
              <a:defRPr/>
            </a:pPr>
            <a:r>
              <a:rPr lang="en-US" sz="2000" b="1" spc="80">
                <a:cs typeface="+mn-cs"/>
              </a:rPr>
              <a:t>60%</a:t>
            </a:r>
          </a:p>
        </p:txBody>
      </p:sp>
      <p:sp>
        <p:nvSpPr>
          <p:cNvPr id="17" name="TextBox 16">
            <a:extLst>
              <a:ext uri="{FF2B5EF4-FFF2-40B4-BE49-F238E27FC236}">
                <a16:creationId xmlns:a16="http://schemas.microsoft.com/office/drawing/2014/main" id="{744AD5F3-AE43-B459-F37E-572CA4B6E53E}"/>
              </a:ext>
            </a:extLst>
          </p:cNvPr>
          <p:cNvSpPr txBox="1"/>
          <p:nvPr/>
        </p:nvSpPr>
        <p:spPr>
          <a:xfrm>
            <a:off x="3750654" y="2439620"/>
            <a:ext cx="500137" cy="138499"/>
          </a:xfrm>
          <a:prstGeom prst="rect">
            <a:avLst/>
          </a:prstGeom>
          <a:noFill/>
        </p:spPr>
        <p:txBody>
          <a:bodyPr wrap="none" lIns="0" tIns="0" rIns="0" bIns="0" rtlCol="0">
            <a:spAutoFit/>
          </a:bodyPr>
          <a:lstStyle/>
          <a:p>
            <a:pPr defTabSz="914378">
              <a:defRPr/>
            </a:pPr>
            <a:r>
              <a:rPr lang="en-US" sz="900" b="1">
                <a:cs typeface="+mn-cs"/>
              </a:rPr>
              <a:t>Category</a:t>
            </a:r>
          </a:p>
        </p:txBody>
      </p:sp>
      <p:sp>
        <p:nvSpPr>
          <p:cNvPr id="16" name="TextBox 15">
            <a:extLst>
              <a:ext uri="{FF2B5EF4-FFF2-40B4-BE49-F238E27FC236}">
                <a16:creationId xmlns:a16="http://schemas.microsoft.com/office/drawing/2014/main" id="{160B71F1-7542-B309-4066-0B1370F72A99}"/>
              </a:ext>
            </a:extLst>
          </p:cNvPr>
          <p:cNvSpPr txBox="1"/>
          <p:nvPr/>
        </p:nvSpPr>
        <p:spPr>
          <a:xfrm>
            <a:off x="809296" y="3873353"/>
            <a:ext cx="2359154" cy="184666"/>
          </a:xfrm>
          <a:prstGeom prst="rect">
            <a:avLst/>
          </a:prstGeom>
          <a:noFill/>
        </p:spPr>
        <p:txBody>
          <a:bodyPr wrap="square" lIns="0" tIns="0" rIns="0" bIns="0" rtlCol="0">
            <a:spAutoFit/>
          </a:bodyPr>
          <a:lstStyle/>
          <a:p>
            <a:pPr defTabSz="914378">
              <a:defRPr/>
            </a:pPr>
            <a:r>
              <a:rPr lang="en-US" sz="1200" b="1">
                <a:cs typeface="+mn-cs"/>
              </a:rPr>
              <a:t>Two data points on light</a:t>
            </a:r>
          </a:p>
        </p:txBody>
      </p:sp>
      <p:sp>
        <p:nvSpPr>
          <p:cNvPr id="32" name="TextBox 31">
            <a:extLst>
              <a:ext uri="{FF2B5EF4-FFF2-40B4-BE49-F238E27FC236}">
                <a16:creationId xmlns:a16="http://schemas.microsoft.com/office/drawing/2014/main" id="{97995D65-1107-5E58-5240-36CAA717B5B4}"/>
              </a:ext>
            </a:extLst>
          </p:cNvPr>
          <p:cNvSpPr txBox="1"/>
          <p:nvPr/>
        </p:nvSpPr>
        <p:spPr>
          <a:xfrm>
            <a:off x="1467365" y="4875825"/>
            <a:ext cx="500137" cy="353943"/>
          </a:xfrm>
          <a:prstGeom prst="rect">
            <a:avLst/>
          </a:prstGeom>
          <a:noFill/>
        </p:spPr>
        <p:txBody>
          <a:bodyPr wrap="none" lIns="0" tIns="0" rIns="0" bIns="0" rtlCol="0">
            <a:spAutoFit/>
          </a:bodyPr>
          <a:lstStyle/>
          <a:p>
            <a:pPr defTabSz="914378">
              <a:defRPr/>
            </a:pPr>
            <a:r>
              <a:rPr lang="en-US" sz="1400" b="1">
                <a:solidFill>
                  <a:schemeClr val="accent2"/>
                </a:solidFill>
                <a:cs typeface="+mn-cs"/>
              </a:rPr>
              <a:t>40%</a:t>
            </a:r>
            <a:br>
              <a:rPr lang="en-US" sz="900" b="1">
                <a:solidFill>
                  <a:schemeClr val="accent2"/>
                </a:solidFill>
                <a:cs typeface="+mn-cs"/>
              </a:rPr>
            </a:br>
            <a:r>
              <a:rPr lang="en-US" sz="900" b="1">
                <a:solidFill>
                  <a:schemeClr val="accent2"/>
                </a:solidFill>
                <a:cs typeface="+mn-cs"/>
              </a:rPr>
              <a:t>Category</a:t>
            </a:r>
          </a:p>
        </p:txBody>
      </p:sp>
      <p:graphicFrame>
        <p:nvGraphicFramePr>
          <p:cNvPr id="19" name="Chart 18" descr="Sample donut chart with two data points over white background">
            <a:extLst>
              <a:ext uri="{FF2B5EF4-FFF2-40B4-BE49-F238E27FC236}">
                <a16:creationId xmlns:a16="http://schemas.microsoft.com/office/drawing/2014/main" id="{9434F691-3E6F-769B-FF90-3E12731BAC4D}"/>
              </a:ext>
            </a:extLst>
          </p:cNvPr>
          <p:cNvGraphicFramePr/>
          <p:nvPr/>
        </p:nvGraphicFramePr>
        <p:xfrm>
          <a:off x="1516133" y="4182680"/>
          <a:ext cx="2748851" cy="1832567"/>
        </p:xfrm>
        <a:graphic>
          <a:graphicData uri="http://schemas.openxmlformats.org/drawingml/2006/chart">
            <c:chart xmlns:c="http://schemas.openxmlformats.org/drawingml/2006/chart" xmlns:r="http://schemas.openxmlformats.org/officeDocument/2006/relationships" r:id="rId4"/>
          </a:graphicData>
        </a:graphic>
      </p:graphicFrame>
      <p:sp>
        <p:nvSpPr>
          <p:cNvPr id="7" name="TextBox 6">
            <a:extLst>
              <a:ext uri="{FF2B5EF4-FFF2-40B4-BE49-F238E27FC236}">
                <a16:creationId xmlns:a16="http://schemas.microsoft.com/office/drawing/2014/main" id="{6E870EDC-56E7-52DF-8552-242D5E9AC92A}"/>
              </a:ext>
            </a:extLst>
          </p:cNvPr>
          <p:cNvSpPr txBox="1"/>
          <p:nvPr/>
        </p:nvSpPr>
        <p:spPr>
          <a:xfrm>
            <a:off x="2702206" y="4968158"/>
            <a:ext cx="376705" cy="169277"/>
          </a:xfrm>
          <a:prstGeom prst="rect">
            <a:avLst/>
          </a:prstGeom>
          <a:noFill/>
        </p:spPr>
        <p:txBody>
          <a:bodyPr wrap="none" lIns="0" tIns="0" rIns="0" bIns="0" rtlCol="0">
            <a:spAutoFit/>
          </a:bodyPr>
          <a:lstStyle/>
          <a:p>
            <a:pPr algn="ctr" defTabSz="914378">
              <a:defRPr/>
            </a:pPr>
            <a:r>
              <a:rPr lang="en-US" sz="1100" b="1">
                <a:cs typeface="+mn-cs"/>
              </a:rPr>
              <a:t>Topic</a:t>
            </a:r>
          </a:p>
        </p:txBody>
      </p:sp>
      <p:sp>
        <p:nvSpPr>
          <p:cNvPr id="6" name="TextBox 5">
            <a:extLst>
              <a:ext uri="{FF2B5EF4-FFF2-40B4-BE49-F238E27FC236}">
                <a16:creationId xmlns:a16="http://schemas.microsoft.com/office/drawing/2014/main" id="{669FF053-3219-0F19-EDAD-ED0BD0A450F2}"/>
              </a:ext>
            </a:extLst>
          </p:cNvPr>
          <p:cNvSpPr txBox="1"/>
          <p:nvPr/>
        </p:nvSpPr>
        <p:spPr>
          <a:xfrm>
            <a:off x="3750654" y="4875825"/>
            <a:ext cx="500137" cy="353943"/>
          </a:xfrm>
          <a:prstGeom prst="rect">
            <a:avLst/>
          </a:prstGeom>
          <a:noFill/>
        </p:spPr>
        <p:txBody>
          <a:bodyPr wrap="none" lIns="0" tIns="0" rIns="0" bIns="0" rtlCol="0">
            <a:spAutoFit/>
          </a:bodyPr>
          <a:lstStyle/>
          <a:p>
            <a:pPr defTabSz="914378">
              <a:defRPr/>
            </a:pPr>
            <a:r>
              <a:rPr lang="en-US" sz="1400" b="1">
                <a:cs typeface="+mn-cs"/>
              </a:rPr>
              <a:t>60%</a:t>
            </a:r>
            <a:br>
              <a:rPr lang="en-US" sz="900" b="1">
                <a:cs typeface="+mn-cs"/>
              </a:rPr>
            </a:br>
            <a:r>
              <a:rPr lang="en-US" sz="900" b="1">
                <a:cs typeface="+mn-cs"/>
              </a:rPr>
              <a:t>Category</a:t>
            </a:r>
          </a:p>
        </p:txBody>
      </p:sp>
      <p:sp>
        <p:nvSpPr>
          <p:cNvPr id="31" name="TextBox 30">
            <a:extLst>
              <a:ext uri="{FF2B5EF4-FFF2-40B4-BE49-F238E27FC236}">
                <a16:creationId xmlns:a16="http://schemas.microsoft.com/office/drawing/2014/main" id="{C4294C56-909B-EDCD-B912-CCE05CDA2F63}"/>
              </a:ext>
            </a:extLst>
          </p:cNvPr>
          <p:cNvSpPr txBox="1"/>
          <p:nvPr/>
        </p:nvSpPr>
        <p:spPr bwMode="white">
          <a:xfrm>
            <a:off x="6926843" y="1277755"/>
            <a:ext cx="2359154" cy="184666"/>
          </a:xfrm>
          <a:prstGeom prst="rect">
            <a:avLst/>
          </a:prstGeom>
          <a:noFill/>
        </p:spPr>
        <p:txBody>
          <a:bodyPr wrap="square" lIns="0" tIns="0" rIns="0" bIns="0" rtlCol="0">
            <a:spAutoFit/>
          </a:bodyPr>
          <a:lstStyle/>
          <a:p>
            <a:pPr defTabSz="914378">
              <a:defRPr/>
            </a:pPr>
            <a:r>
              <a:rPr lang="en-US" sz="1200" b="1" dirty="0">
                <a:solidFill>
                  <a:schemeClr val="bg1"/>
                </a:solidFill>
                <a:cs typeface="+mn-cs"/>
              </a:rPr>
              <a:t>One data point on dark</a:t>
            </a:r>
          </a:p>
        </p:txBody>
      </p:sp>
      <p:graphicFrame>
        <p:nvGraphicFramePr>
          <p:cNvPr id="4" name="Chart 3" descr="Sample donut chart with one data point over dark blue background">
            <a:extLst>
              <a:ext uri="{FF2B5EF4-FFF2-40B4-BE49-F238E27FC236}">
                <a16:creationId xmlns:a16="http://schemas.microsoft.com/office/drawing/2014/main" id="{D9CD39E5-B45B-FC6D-C420-1FA60F22613D}"/>
              </a:ext>
            </a:extLst>
          </p:cNvPr>
          <p:cNvGraphicFramePr/>
          <p:nvPr/>
        </p:nvGraphicFramePr>
        <p:xfrm>
          <a:off x="7752767" y="1596433"/>
          <a:ext cx="2748851" cy="1832567"/>
        </p:xfrm>
        <a:graphic>
          <a:graphicData uri="http://schemas.openxmlformats.org/drawingml/2006/chart">
            <c:chart xmlns:c="http://schemas.openxmlformats.org/drawingml/2006/chart" xmlns:r="http://schemas.openxmlformats.org/officeDocument/2006/relationships" r:id="rId5"/>
          </a:graphicData>
        </a:graphic>
      </p:graphicFrame>
      <p:sp>
        <p:nvSpPr>
          <p:cNvPr id="14" name="TextBox 13">
            <a:extLst>
              <a:ext uri="{FF2B5EF4-FFF2-40B4-BE49-F238E27FC236}">
                <a16:creationId xmlns:a16="http://schemas.microsoft.com/office/drawing/2014/main" id="{3B517759-C619-D75D-8408-DE6F6517F37B}"/>
              </a:ext>
            </a:extLst>
          </p:cNvPr>
          <p:cNvSpPr txBox="1"/>
          <p:nvPr/>
        </p:nvSpPr>
        <p:spPr bwMode="white">
          <a:xfrm>
            <a:off x="8932673" y="2354981"/>
            <a:ext cx="543739" cy="307777"/>
          </a:xfrm>
          <a:prstGeom prst="rect">
            <a:avLst/>
          </a:prstGeom>
          <a:noFill/>
        </p:spPr>
        <p:txBody>
          <a:bodyPr wrap="none" lIns="0" tIns="0" rIns="0" bIns="0" rtlCol="0">
            <a:spAutoFit/>
          </a:bodyPr>
          <a:lstStyle/>
          <a:p>
            <a:pPr algn="ctr" defTabSz="914378">
              <a:defRPr/>
            </a:pPr>
            <a:r>
              <a:rPr lang="en-US" sz="2000" b="1" spc="80" dirty="0">
                <a:solidFill>
                  <a:schemeClr val="bg1"/>
                </a:solidFill>
                <a:cs typeface="+mn-cs"/>
              </a:rPr>
              <a:t>60%</a:t>
            </a:r>
          </a:p>
        </p:txBody>
      </p:sp>
      <p:sp>
        <p:nvSpPr>
          <p:cNvPr id="13" name="TextBox 12">
            <a:extLst>
              <a:ext uri="{FF2B5EF4-FFF2-40B4-BE49-F238E27FC236}">
                <a16:creationId xmlns:a16="http://schemas.microsoft.com/office/drawing/2014/main" id="{16172631-BF6D-D096-5DF8-94165DDAA0ED}"/>
              </a:ext>
            </a:extLst>
          </p:cNvPr>
          <p:cNvSpPr txBox="1"/>
          <p:nvPr/>
        </p:nvSpPr>
        <p:spPr bwMode="white">
          <a:xfrm>
            <a:off x="9985248" y="2439620"/>
            <a:ext cx="500137" cy="138499"/>
          </a:xfrm>
          <a:prstGeom prst="rect">
            <a:avLst/>
          </a:prstGeom>
          <a:noFill/>
        </p:spPr>
        <p:txBody>
          <a:bodyPr wrap="none" lIns="0" tIns="0" rIns="0" bIns="0" rtlCol="0">
            <a:spAutoFit/>
          </a:bodyPr>
          <a:lstStyle/>
          <a:p>
            <a:pPr defTabSz="914378">
              <a:defRPr/>
            </a:pPr>
            <a:r>
              <a:rPr lang="en-US" sz="900" b="1">
                <a:solidFill>
                  <a:schemeClr val="bg1"/>
                </a:solidFill>
                <a:cs typeface="+mn-cs"/>
              </a:rPr>
              <a:t>Category</a:t>
            </a:r>
          </a:p>
        </p:txBody>
      </p:sp>
      <p:sp>
        <p:nvSpPr>
          <p:cNvPr id="23" name="TextBox 22">
            <a:extLst>
              <a:ext uri="{FF2B5EF4-FFF2-40B4-BE49-F238E27FC236}">
                <a16:creationId xmlns:a16="http://schemas.microsoft.com/office/drawing/2014/main" id="{2F37A454-F13C-C271-7428-F90D37F649F1}"/>
              </a:ext>
            </a:extLst>
          </p:cNvPr>
          <p:cNvSpPr txBox="1"/>
          <p:nvPr/>
        </p:nvSpPr>
        <p:spPr bwMode="white">
          <a:xfrm>
            <a:off x="6926843" y="3873353"/>
            <a:ext cx="2359154" cy="184666"/>
          </a:xfrm>
          <a:prstGeom prst="rect">
            <a:avLst/>
          </a:prstGeom>
          <a:noFill/>
        </p:spPr>
        <p:txBody>
          <a:bodyPr wrap="square" lIns="0" tIns="0" rIns="0" bIns="0" rtlCol="0">
            <a:spAutoFit/>
          </a:bodyPr>
          <a:lstStyle/>
          <a:p>
            <a:pPr defTabSz="914378">
              <a:defRPr/>
            </a:pPr>
            <a:r>
              <a:rPr lang="en-US" sz="1200" b="1">
                <a:solidFill>
                  <a:schemeClr val="bg1"/>
                </a:solidFill>
                <a:cs typeface="+mn-cs"/>
              </a:rPr>
              <a:t>Two data points on dark</a:t>
            </a:r>
          </a:p>
        </p:txBody>
      </p:sp>
      <p:graphicFrame>
        <p:nvGraphicFramePr>
          <p:cNvPr id="12" name="Chart 11" descr="Sample donut chart with two data points over dark blue background">
            <a:extLst>
              <a:ext uri="{FF2B5EF4-FFF2-40B4-BE49-F238E27FC236}">
                <a16:creationId xmlns:a16="http://schemas.microsoft.com/office/drawing/2014/main" id="{D70538C0-D6E5-7BDB-4A30-4038B6FFEEC1}"/>
              </a:ext>
            </a:extLst>
          </p:cNvPr>
          <p:cNvGraphicFramePr/>
          <p:nvPr/>
        </p:nvGraphicFramePr>
        <p:xfrm>
          <a:off x="7746245" y="4182680"/>
          <a:ext cx="2748851" cy="1832567"/>
        </p:xfrm>
        <a:graphic>
          <a:graphicData uri="http://schemas.openxmlformats.org/drawingml/2006/chart">
            <c:chart xmlns:c="http://schemas.openxmlformats.org/drawingml/2006/chart" xmlns:r="http://schemas.openxmlformats.org/officeDocument/2006/relationships" r:id="rId6"/>
          </a:graphicData>
        </a:graphic>
      </p:graphicFrame>
      <p:sp>
        <p:nvSpPr>
          <p:cNvPr id="18" name="TextBox 17">
            <a:extLst>
              <a:ext uri="{FF2B5EF4-FFF2-40B4-BE49-F238E27FC236}">
                <a16:creationId xmlns:a16="http://schemas.microsoft.com/office/drawing/2014/main" id="{BC2F7843-763B-4571-63F2-C042CAD673C7}"/>
              </a:ext>
            </a:extLst>
          </p:cNvPr>
          <p:cNvSpPr txBox="1"/>
          <p:nvPr/>
        </p:nvSpPr>
        <p:spPr bwMode="white">
          <a:xfrm>
            <a:off x="7741724" y="4875825"/>
            <a:ext cx="500137" cy="353943"/>
          </a:xfrm>
          <a:prstGeom prst="rect">
            <a:avLst/>
          </a:prstGeom>
          <a:noFill/>
        </p:spPr>
        <p:txBody>
          <a:bodyPr wrap="none" lIns="0" tIns="0" rIns="0" bIns="0" rtlCol="0">
            <a:spAutoFit/>
          </a:bodyPr>
          <a:lstStyle/>
          <a:p>
            <a:pPr defTabSz="914378">
              <a:defRPr/>
            </a:pPr>
            <a:r>
              <a:rPr lang="en-US" sz="1400" b="1">
                <a:solidFill>
                  <a:schemeClr val="bg1"/>
                </a:solidFill>
                <a:cs typeface="+mn-cs"/>
              </a:rPr>
              <a:t>40%</a:t>
            </a:r>
            <a:br>
              <a:rPr lang="en-US" sz="900" b="1">
                <a:solidFill>
                  <a:schemeClr val="bg1"/>
                </a:solidFill>
                <a:cs typeface="+mn-cs"/>
              </a:rPr>
            </a:br>
            <a:r>
              <a:rPr lang="en-US" sz="900" b="1">
                <a:solidFill>
                  <a:schemeClr val="bg1"/>
                </a:solidFill>
                <a:cs typeface="+mn-cs"/>
              </a:rPr>
              <a:t>Category</a:t>
            </a:r>
          </a:p>
        </p:txBody>
      </p:sp>
      <p:sp>
        <p:nvSpPr>
          <p:cNvPr id="35" name="TextBox 34">
            <a:extLst>
              <a:ext uri="{FF2B5EF4-FFF2-40B4-BE49-F238E27FC236}">
                <a16:creationId xmlns:a16="http://schemas.microsoft.com/office/drawing/2014/main" id="{573A8DA7-7E2B-F806-6C04-B5736051F353}"/>
              </a:ext>
            </a:extLst>
          </p:cNvPr>
          <p:cNvSpPr txBox="1"/>
          <p:nvPr/>
        </p:nvSpPr>
        <p:spPr bwMode="white">
          <a:xfrm>
            <a:off x="8951032" y="4968158"/>
            <a:ext cx="376705" cy="169277"/>
          </a:xfrm>
          <a:prstGeom prst="rect">
            <a:avLst/>
          </a:prstGeom>
          <a:noFill/>
        </p:spPr>
        <p:txBody>
          <a:bodyPr wrap="none" lIns="0" tIns="0" rIns="0" bIns="0" rtlCol="0">
            <a:spAutoFit/>
          </a:bodyPr>
          <a:lstStyle/>
          <a:p>
            <a:pPr algn="ctr" defTabSz="914378">
              <a:defRPr/>
            </a:pPr>
            <a:r>
              <a:rPr lang="en-US" sz="1100" b="1">
                <a:solidFill>
                  <a:schemeClr val="bg1"/>
                </a:solidFill>
                <a:cs typeface="+mn-cs"/>
              </a:rPr>
              <a:t>Topic</a:t>
            </a:r>
          </a:p>
        </p:txBody>
      </p:sp>
      <p:sp>
        <p:nvSpPr>
          <p:cNvPr id="34" name="TextBox 33">
            <a:extLst>
              <a:ext uri="{FF2B5EF4-FFF2-40B4-BE49-F238E27FC236}">
                <a16:creationId xmlns:a16="http://schemas.microsoft.com/office/drawing/2014/main" id="{446D7ED2-EB5E-C8D4-0ECD-42D0B43F9610}"/>
              </a:ext>
            </a:extLst>
          </p:cNvPr>
          <p:cNvSpPr txBox="1"/>
          <p:nvPr/>
        </p:nvSpPr>
        <p:spPr bwMode="white">
          <a:xfrm>
            <a:off x="9999480" y="4875825"/>
            <a:ext cx="500137" cy="353943"/>
          </a:xfrm>
          <a:prstGeom prst="rect">
            <a:avLst/>
          </a:prstGeom>
          <a:noFill/>
        </p:spPr>
        <p:txBody>
          <a:bodyPr wrap="none" lIns="0" tIns="0" rIns="0" bIns="0" rtlCol="0">
            <a:spAutoFit/>
          </a:bodyPr>
          <a:lstStyle/>
          <a:p>
            <a:pPr defTabSz="914378">
              <a:defRPr/>
            </a:pPr>
            <a:r>
              <a:rPr lang="en-US" sz="1400" b="1">
                <a:solidFill>
                  <a:schemeClr val="bg1"/>
                </a:solidFill>
                <a:cs typeface="+mn-cs"/>
              </a:rPr>
              <a:t>60%</a:t>
            </a:r>
            <a:br>
              <a:rPr lang="en-US" sz="900" b="1">
                <a:solidFill>
                  <a:schemeClr val="bg1"/>
                </a:solidFill>
                <a:cs typeface="+mn-cs"/>
              </a:rPr>
            </a:br>
            <a:r>
              <a:rPr lang="en-US" sz="900" b="1">
                <a:solidFill>
                  <a:schemeClr val="bg1"/>
                </a:solidFill>
                <a:cs typeface="+mn-cs"/>
              </a:rPr>
              <a:t>Category</a:t>
            </a:r>
          </a:p>
        </p:txBody>
      </p:sp>
      <p:sp>
        <p:nvSpPr>
          <p:cNvPr id="5" name="Slide Number Placeholder 4">
            <a:extLst>
              <a:ext uri="{FF2B5EF4-FFF2-40B4-BE49-F238E27FC236}">
                <a16:creationId xmlns:a16="http://schemas.microsoft.com/office/drawing/2014/main" id="{BAE0CDEA-19FA-7F9C-7C84-7ECFF8A1064A}"/>
              </a:ext>
            </a:extLst>
          </p:cNvPr>
          <p:cNvSpPr>
            <a:spLocks noGrp="1"/>
          </p:cNvSpPr>
          <p:nvPr>
            <p:ph type="sldNum" sz="quarter" idx="12"/>
          </p:nvPr>
        </p:nvSpPr>
        <p:spPr/>
        <p:txBody>
          <a:bodyPr/>
          <a:lstStyle/>
          <a:p>
            <a:fld id="{C53E075B-3175-45CF-B3C7-FEDF3F5961E3}" type="slidenum">
              <a:rPr lang="en-US" smtClean="0"/>
              <a:pPr/>
              <a:t>48</a:t>
            </a:fld>
            <a:endParaRPr lang="en-US"/>
          </a:p>
        </p:txBody>
      </p:sp>
      <p:sp>
        <p:nvSpPr>
          <p:cNvPr id="8" name="Footer Placeholder 7">
            <a:extLst>
              <a:ext uri="{FF2B5EF4-FFF2-40B4-BE49-F238E27FC236}">
                <a16:creationId xmlns:a16="http://schemas.microsoft.com/office/drawing/2014/main" id="{A5728247-1263-F6E1-1E20-55725CFD4F58}"/>
              </a:ext>
            </a:extLst>
          </p:cNvPr>
          <p:cNvSpPr>
            <a:spLocks noGrp="1"/>
          </p:cNvSpPr>
          <p:nvPr>
            <p:ph type="ftr" sz="quarter" idx="11"/>
          </p:nvPr>
        </p:nvSpPr>
        <p:spPr/>
        <p:txBody>
          <a:bodyPr/>
          <a:lstStyle/>
          <a:p>
            <a:r>
              <a:rPr lang="en-US" dirty="0"/>
              <a:t>© 2025–2027 Cognizant | Private</a:t>
            </a:r>
          </a:p>
        </p:txBody>
      </p:sp>
      <p:pic>
        <p:nvPicPr>
          <p:cNvPr id="3" name="Cognizant Logo_rgb_rev_2023" descr="Cognizant logo reversed, SVG format">
            <a:extLst>
              <a:ext uri="{FF2B5EF4-FFF2-40B4-BE49-F238E27FC236}">
                <a16:creationId xmlns:a16="http://schemas.microsoft.com/office/drawing/2014/main" id="{B31B7B86-9E6A-952C-E18F-57A843CC2309}"/>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68031138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87AEF-AEAC-10B4-D1CE-8A9DFE2F5F57}"/>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A67F14ED-68B9-E56A-4001-D8809583081B}"/>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261581-3E02-F97A-618A-438CC0B4F2A4}"/>
              </a:ext>
            </a:extLst>
          </p:cNvPr>
          <p:cNvSpPr>
            <a:spLocks noGrp="1"/>
          </p:cNvSpPr>
          <p:nvPr>
            <p:ph type="title"/>
          </p:nvPr>
        </p:nvSpPr>
        <p:spPr/>
        <p:txBody>
          <a:bodyPr/>
          <a:lstStyle/>
          <a:p>
            <a:r>
              <a:rPr lang="en-US" dirty="0"/>
              <a:t>Charts - donut, multiple categories</a:t>
            </a:r>
          </a:p>
        </p:txBody>
      </p:sp>
      <p:sp>
        <p:nvSpPr>
          <p:cNvPr id="16" name="TextBox 15">
            <a:extLst>
              <a:ext uri="{FF2B5EF4-FFF2-40B4-BE49-F238E27FC236}">
                <a16:creationId xmlns:a16="http://schemas.microsoft.com/office/drawing/2014/main" id="{27ED7AB5-DB5E-5A45-50A1-BBAE2FFE3F1E}"/>
              </a:ext>
            </a:extLst>
          </p:cNvPr>
          <p:cNvSpPr txBox="1"/>
          <p:nvPr/>
        </p:nvSpPr>
        <p:spPr>
          <a:xfrm>
            <a:off x="809296" y="1952540"/>
            <a:ext cx="2359154" cy="184666"/>
          </a:xfrm>
          <a:prstGeom prst="rect">
            <a:avLst/>
          </a:prstGeom>
          <a:noFill/>
        </p:spPr>
        <p:txBody>
          <a:bodyPr wrap="square" lIns="0" tIns="0" rIns="0" bIns="0" rtlCol="0">
            <a:spAutoFit/>
          </a:bodyPr>
          <a:lstStyle/>
          <a:p>
            <a:pPr defTabSz="914378">
              <a:defRPr/>
            </a:pPr>
            <a:r>
              <a:rPr lang="en-US" sz="1200" b="1">
                <a:solidFill>
                  <a:schemeClr val="tx2"/>
                </a:solidFill>
                <a:cs typeface="+mn-cs"/>
              </a:rPr>
              <a:t>Multiple data points on light</a:t>
            </a:r>
          </a:p>
        </p:txBody>
      </p:sp>
      <p:graphicFrame>
        <p:nvGraphicFramePr>
          <p:cNvPr id="17" name="Chart 16" descr="Sample donut chart with multiple data points over white background">
            <a:extLst>
              <a:ext uri="{FF2B5EF4-FFF2-40B4-BE49-F238E27FC236}">
                <a16:creationId xmlns:a16="http://schemas.microsoft.com/office/drawing/2014/main" id="{A9082A36-7E04-D55C-93FD-CE1DBB8220D0}"/>
              </a:ext>
            </a:extLst>
          </p:cNvPr>
          <p:cNvGraphicFramePr/>
          <p:nvPr/>
        </p:nvGraphicFramePr>
        <p:xfrm>
          <a:off x="1498879" y="2865970"/>
          <a:ext cx="2679223" cy="1786149"/>
        </p:xfrm>
        <a:graphic>
          <a:graphicData uri="http://schemas.openxmlformats.org/drawingml/2006/chart">
            <c:chart xmlns:c="http://schemas.openxmlformats.org/drawingml/2006/chart" xmlns:r="http://schemas.openxmlformats.org/officeDocument/2006/relationships" r:id="rId3"/>
          </a:graphicData>
        </a:graphic>
      </p:graphicFrame>
      <p:sp>
        <p:nvSpPr>
          <p:cNvPr id="9" name="TextBox 8">
            <a:extLst>
              <a:ext uri="{FF2B5EF4-FFF2-40B4-BE49-F238E27FC236}">
                <a16:creationId xmlns:a16="http://schemas.microsoft.com/office/drawing/2014/main" id="{162A1A2F-F9A0-7295-E28A-42E070A7DE37}"/>
              </a:ext>
            </a:extLst>
          </p:cNvPr>
          <p:cNvSpPr txBox="1"/>
          <p:nvPr/>
        </p:nvSpPr>
        <p:spPr>
          <a:xfrm>
            <a:off x="1412458" y="3685300"/>
            <a:ext cx="582211" cy="138499"/>
          </a:xfrm>
          <a:prstGeom prst="rect">
            <a:avLst/>
          </a:prstGeom>
          <a:noFill/>
        </p:spPr>
        <p:txBody>
          <a:bodyPr wrap="none" lIns="0" tIns="0" rIns="0" bIns="0" rtlCol="0">
            <a:spAutoFit/>
          </a:bodyPr>
          <a:lstStyle/>
          <a:p>
            <a:pPr defTabSz="914378">
              <a:defRPr/>
            </a:pPr>
            <a:r>
              <a:rPr lang="en-US" sz="900" b="1" spc="80">
                <a:solidFill>
                  <a:schemeClr val="accent1"/>
                </a:solidFill>
                <a:cs typeface="+mn-cs"/>
              </a:rPr>
              <a:t>Category</a:t>
            </a:r>
          </a:p>
        </p:txBody>
      </p:sp>
      <p:sp>
        <p:nvSpPr>
          <p:cNvPr id="15" name="TextBox 14">
            <a:extLst>
              <a:ext uri="{FF2B5EF4-FFF2-40B4-BE49-F238E27FC236}">
                <a16:creationId xmlns:a16="http://schemas.microsoft.com/office/drawing/2014/main" id="{78012D81-B232-075E-1FDF-368EAB5F9023}"/>
              </a:ext>
            </a:extLst>
          </p:cNvPr>
          <p:cNvSpPr txBox="1"/>
          <p:nvPr/>
        </p:nvSpPr>
        <p:spPr>
          <a:xfrm>
            <a:off x="3234372" y="2932035"/>
            <a:ext cx="582211" cy="138499"/>
          </a:xfrm>
          <a:prstGeom prst="rect">
            <a:avLst/>
          </a:prstGeom>
          <a:noFill/>
        </p:spPr>
        <p:txBody>
          <a:bodyPr wrap="none" lIns="0" tIns="0" rIns="0" bIns="0" rtlCol="0">
            <a:spAutoFit/>
          </a:bodyPr>
          <a:lstStyle/>
          <a:p>
            <a:pPr defTabSz="914378">
              <a:defRPr/>
            </a:pPr>
            <a:r>
              <a:rPr lang="en-US" sz="900" b="1" spc="80" dirty="0">
                <a:solidFill>
                  <a:schemeClr val="accent2"/>
                </a:solidFill>
                <a:cs typeface="+mn-cs"/>
              </a:rPr>
              <a:t>Category</a:t>
            </a:r>
          </a:p>
        </p:txBody>
      </p:sp>
      <p:sp>
        <p:nvSpPr>
          <p:cNvPr id="12" name="TextBox 11">
            <a:extLst>
              <a:ext uri="{FF2B5EF4-FFF2-40B4-BE49-F238E27FC236}">
                <a16:creationId xmlns:a16="http://schemas.microsoft.com/office/drawing/2014/main" id="{A01192C4-4708-E0FA-23EC-602AF2A31E68}"/>
              </a:ext>
            </a:extLst>
          </p:cNvPr>
          <p:cNvSpPr txBox="1"/>
          <p:nvPr/>
        </p:nvSpPr>
        <p:spPr>
          <a:xfrm>
            <a:off x="3616253" y="3435827"/>
            <a:ext cx="582211" cy="138499"/>
          </a:xfrm>
          <a:prstGeom prst="rect">
            <a:avLst/>
          </a:prstGeom>
          <a:noFill/>
        </p:spPr>
        <p:txBody>
          <a:bodyPr wrap="none" lIns="0" tIns="0" rIns="0" bIns="0" rtlCol="0">
            <a:spAutoFit/>
          </a:bodyPr>
          <a:lstStyle/>
          <a:p>
            <a:pPr defTabSz="914378">
              <a:defRPr/>
            </a:pPr>
            <a:r>
              <a:rPr lang="en-US" sz="900" b="1" spc="80">
                <a:cs typeface="+mn-cs"/>
              </a:rPr>
              <a:t>Category</a:t>
            </a:r>
          </a:p>
        </p:txBody>
      </p:sp>
      <p:sp>
        <p:nvSpPr>
          <p:cNvPr id="13" name="TextBox 12">
            <a:extLst>
              <a:ext uri="{FF2B5EF4-FFF2-40B4-BE49-F238E27FC236}">
                <a16:creationId xmlns:a16="http://schemas.microsoft.com/office/drawing/2014/main" id="{D2941646-00B4-6265-6EE1-589D814C2858}"/>
              </a:ext>
            </a:extLst>
          </p:cNvPr>
          <p:cNvSpPr txBox="1"/>
          <p:nvPr/>
        </p:nvSpPr>
        <p:spPr>
          <a:xfrm>
            <a:off x="3511331" y="4170139"/>
            <a:ext cx="582211" cy="138499"/>
          </a:xfrm>
          <a:prstGeom prst="rect">
            <a:avLst/>
          </a:prstGeom>
          <a:noFill/>
        </p:spPr>
        <p:txBody>
          <a:bodyPr wrap="none" lIns="0" tIns="0" rIns="0" bIns="0" rtlCol="0">
            <a:spAutoFit/>
          </a:bodyPr>
          <a:lstStyle/>
          <a:p>
            <a:pPr defTabSz="914378">
              <a:defRPr/>
            </a:pPr>
            <a:r>
              <a:rPr lang="en-US" sz="900" b="1" spc="80">
                <a:solidFill>
                  <a:schemeClr val="accent4"/>
                </a:solidFill>
                <a:cs typeface="+mn-cs"/>
              </a:rPr>
              <a:t>Category</a:t>
            </a:r>
          </a:p>
        </p:txBody>
      </p:sp>
      <p:sp>
        <p:nvSpPr>
          <p:cNvPr id="23" name="TextBox 22">
            <a:extLst>
              <a:ext uri="{FF2B5EF4-FFF2-40B4-BE49-F238E27FC236}">
                <a16:creationId xmlns:a16="http://schemas.microsoft.com/office/drawing/2014/main" id="{56BBF887-EEE1-590D-160E-77B2F47ABAD8}"/>
              </a:ext>
            </a:extLst>
          </p:cNvPr>
          <p:cNvSpPr txBox="1"/>
          <p:nvPr/>
        </p:nvSpPr>
        <p:spPr bwMode="white">
          <a:xfrm>
            <a:off x="6926843" y="1952540"/>
            <a:ext cx="2359154" cy="184666"/>
          </a:xfrm>
          <a:prstGeom prst="rect">
            <a:avLst/>
          </a:prstGeom>
          <a:noFill/>
        </p:spPr>
        <p:txBody>
          <a:bodyPr wrap="square" lIns="0" tIns="0" rIns="0" bIns="0" rtlCol="0">
            <a:spAutoFit/>
          </a:bodyPr>
          <a:lstStyle/>
          <a:p>
            <a:pPr defTabSz="914378">
              <a:defRPr/>
            </a:pPr>
            <a:r>
              <a:rPr lang="en-US" sz="1200" b="1" dirty="0">
                <a:solidFill>
                  <a:schemeClr val="bg1"/>
                </a:solidFill>
                <a:cs typeface="+mn-cs"/>
              </a:rPr>
              <a:t>Multiple data points on dark</a:t>
            </a:r>
          </a:p>
        </p:txBody>
      </p:sp>
      <p:graphicFrame>
        <p:nvGraphicFramePr>
          <p:cNvPr id="19" name="Chart 18" descr="Sample donut chart with multiple data points over dark blue background">
            <a:extLst>
              <a:ext uri="{FF2B5EF4-FFF2-40B4-BE49-F238E27FC236}">
                <a16:creationId xmlns:a16="http://schemas.microsoft.com/office/drawing/2014/main" id="{F3F1DAF8-F86A-9DA0-E7E2-A1C57B79F824}"/>
              </a:ext>
            </a:extLst>
          </p:cNvPr>
          <p:cNvGraphicFramePr/>
          <p:nvPr/>
        </p:nvGraphicFramePr>
        <p:xfrm>
          <a:off x="7680223" y="2865970"/>
          <a:ext cx="2679223" cy="1786149"/>
        </p:xfrm>
        <a:graphic>
          <a:graphicData uri="http://schemas.openxmlformats.org/drawingml/2006/chart">
            <c:chart xmlns:c="http://schemas.openxmlformats.org/drawingml/2006/chart" xmlns:r="http://schemas.openxmlformats.org/officeDocument/2006/relationships" r:id="rId4"/>
          </a:graphicData>
        </a:graphic>
      </p:graphicFrame>
      <p:sp>
        <p:nvSpPr>
          <p:cNvPr id="24" name="TextBox 23">
            <a:extLst>
              <a:ext uri="{FF2B5EF4-FFF2-40B4-BE49-F238E27FC236}">
                <a16:creationId xmlns:a16="http://schemas.microsoft.com/office/drawing/2014/main" id="{EE70175C-DE06-8AD0-8B06-3875580CC1B9}"/>
              </a:ext>
            </a:extLst>
          </p:cNvPr>
          <p:cNvSpPr txBox="1"/>
          <p:nvPr/>
        </p:nvSpPr>
        <p:spPr bwMode="white">
          <a:xfrm>
            <a:off x="7599694" y="3685300"/>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11" name="TextBox 10">
            <a:extLst>
              <a:ext uri="{FF2B5EF4-FFF2-40B4-BE49-F238E27FC236}">
                <a16:creationId xmlns:a16="http://schemas.microsoft.com/office/drawing/2014/main" id="{884140C3-7C3F-9474-DADF-DE0A993C0A0B}"/>
              </a:ext>
            </a:extLst>
          </p:cNvPr>
          <p:cNvSpPr txBox="1"/>
          <p:nvPr/>
        </p:nvSpPr>
        <p:spPr bwMode="white">
          <a:xfrm>
            <a:off x="9423211" y="2932035"/>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8" name="TextBox 7">
            <a:extLst>
              <a:ext uri="{FF2B5EF4-FFF2-40B4-BE49-F238E27FC236}">
                <a16:creationId xmlns:a16="http://schemas.microsoft.com/office/drawing/2014/main" id="{9517346D-0749-A2C6-AD00-0266504721C3}"/>
              </a:ext>
            </a:extLst>
          </p:cNvPr>
          <p:cNvSpPr txBox="1"/>
          <p:nvPr/>
        </p:nvSpPr>
        <p:spPr bwMode="white">
          <a:xfrm>
            <a:off x="9802120" y="3435827"/>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10" name="TextBox 9">
            <a:extLst>
              <a:ext uri="{FF2B5EF4-FFF2-40B4-BE49-F238E27FC236}">
                <a16:creationId xmlns:a16="http://schemas.microsoft.com/office/drawing/2014/main" id="{DA08BA6F-A012-DD86-FA16-0AF2178DFE12}"/>
              </a:ext>
            </a:extLst>
          </p:cNvPr>
          <p:cNvSpPr txBox="1"/>
          <p:nvPr/>
        </p:nvSpPr>
        <p:spPr bwMode="white">
          <a:xfrm>
            <a:off x="9707665" y="4170139"/>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5" name="Slide Number Placeholder 4">
            <a:extLst>
              <a:ext uri="{FF2B5EF4-FFF2-40B4-BE49-F238E27FC236}">
                <a16:creationId xmlns:a16="http://schemas.microsoft.com/office/drawing/2014/main" id="{B6D69B00-E675-C48F-8CF7-B7A35A8E531F}"/>
              </a:ext>
            </a:extLst>
          </p:cNvPr>
          <p:cNvSpPr>
            <a:spLocks noGrp="1"/>
          </p:cNvSpPr>
          <p:nvPr>
            <p:ph type="sldNum" sz="quarter" idx="12"/>
          </p:nvPr>
        </p:nvSpPr>
        <p:spPr/>
        <p:txBody>
          <a:bodyPr/>
          <a:lstStyle/>
          <a:p>
            <a:fld id="{C53E075B-3175-45CF-B3C7-FEDF3F5961E3}" type="slidenum">
              <a:rPr lang="en-US" smtClean="0"/>
              <a:pPr/>
              <a:t>49</a:t>
            </a:fld>
            <a:endParaRPr lang="en-US"/>
          </a:p>
        </p:txBody>
      </p:sp>
      <p:sp>
        <p:nvSpPr>
          <p:cNvPr id="3" name="Footer Placeholder 2">
            <a:extLst>
              <a:ext uri="{FF2B5EF4-FFF2-40B4-BE49-F238E27FC236}">
                <a16:creationId xmlns:a16="http://schemas.microsoft.com/office/drawing/2014/main" id="{7E187AF5-7619-98C2-0EFA-EAB476E8669B}"/>
              </a:ext>
            </a:extLst>
          </p:cNvPr>
          <p:cNvSpPr>
            <a:spLocks noGrp="1"/>
          </p:cNvSpPr>
          <p:nvPr>
            <p:ph type="ftr" sz="quarter" idx="11"/>
          </p:nvPr>
        </p:nvSpPr>
        <p:spPr/>
        <p:txBody>
          <a:bodyPr/>
          <a:lstStyle/>
          <a:p>
            <a:r>
              <a:rPr lang="en-US" dirty="0"/>
              <a:t>© 2025–2027 Cognizant | Private</a:t>
            </a:r>
          </a:p>
        </p:txBody>
      </p:sp>
      <p:pic>
        <p:nvPicPr>
          <p:cNvPr id="4" name="Cognizant Logo_rgb_rev_2023" descr="Cognizant logo reversed, SVG format">
            <a:extLst>
              <a:ext uri="{FF2B5EF4-FFF2-40B4-BE49-F238E27FC236}">
                <a16:creationId xmlns:a16="http://schemas.microsoft.com/office/drawing/2014/main" id="{2B33A38C-6B56-0D9E-5930-A908773E1CEC}"/>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76571181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D017A5-A664-5114-FF6F-385D69CDD82D}"/>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9D4FDBFE-F92F-C545-6119-ECACDDAF0029}"/>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3AA8D7-4726-BE40-E80E-EE0372BE8811}"/>
              </a:ext>
            </a:extLst>
          </p:cNvPr>
          <p:cNvSpPr>
            <a:spLocks noGrp="1"/>
          </p:cNvSpPr>
          <p:nvPr>
            <p:ph type="title"/>
          </p:nvPr>
        </p:nvSpPr>
        <p:spPr/>
        <p:txBody>
          <a:bodyPr/>
          <a:lstStyle/>
          <a:p>
            <a:r>
              <a:rPr lang="en-US" dirty="0"/>
              <a:t>Charts - pie</a:t>
            </a:r>
          </a:p>
        </p:txBody>
      </p:sp>
      <p:sp>
        <p:nvSpPr>
          <p:cNvPr id="15" name="TextBox 14">
            <a:extLst>
              <a:ext uri="{FF2B5EF4-FFF2-40B4-BE49-F238E27FC236}">
                <a16:creationId xmlns:a16="http://schemas.microsoft.com/office/drawing/2014/main" id="{60BB3087-C64C-71F0-02F5-D6BD721B6923}"/>
              </a:ext>
            </a:extLst>
          </p:cNvPr>
          <p:cNvSpPr txBox="1"/>
          <p:nvPr/>
        </p:nvSpPr>
        <p:spPr>
          <a:xfrm>
            <a:off x="809296" y="1277755"/>
            <a:ext cx="2359154" cy="184666"/>
          </a:xfrm>
          <a:prstGeom prst="rect">
            <a:avLst/>
          </a:prstGeom>
          <a:noFill/>
        </p:spPr>
        <p:txBody>
          <a:bodyPr wrap="square" lIns="0" tIns="0" rIns="0" bIns="0" rtlCol="0">
            <a:spAutoFit/>
          </a:bodyPr>
          <a:lstStyle/>
          <a:p>
            <a:pPr defTabSz="914378">
              <a:defRPr/>
            </a:pPr>
            <a:r>
              <a:rPr lang="en-US" sz="1200" b="1">
                <a:cs typeface="+mn-cs"/>
              </a:rPr>
              <a:t>One data point on light</a:t>
            </a:r>
          </a:p>
        </p:txBody>
      </p:sp>
      <p:graphicFrame>
        <p:nvGraphicFramePr>
          <p:cNvPr id="11" name="Chart 10" descr="Sample pie chart with one data point over white background">
            <a:extLst>
              <a:ext uri="{FF2B5EF4-FFF2-40B4-BE49-F238E27FC236}">
                <a16:creationId xmlns:a16="http://schemas.microsoft.com/office/drawing/2014/main" id="{A427D3A2-4EAE-9539-2B25-ABD2B9082534}"/>
              </a:ext>
            </a:extLst>
          </p:cNvPr>
          <p:cNvGraphicFramePr/>
          <p:nvPr/>
        </p:nvGraphicFramePr>
        <p:xfrm>
          <a:off x="1467365" y="1596433"/>
          <a:ext cx="2748851" cy="1832567"/>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EC6E7992-2F5F-23AA-07CD-9D23702F7D1A}"/>
              </a:ext>
            </a:extLst>
          </p:cNvPr>
          <p:cNvSpPr txBox="1"/>
          <p:nvPr/>
        </p:nvSpPr>
        <p:spPr bwMode="white">
          <a:xfrm>
            <a:off x="2927470" y="2354981"/>
            <a:ext cx="543739" cy="307777"/>
          </a:xfrm>
          <a:prstGeom prst="rect">
            <a:avLst/>
          </a:prstGeom>
          <a:noFill/>
        </p:spPr>
        <p:txBody>
          <a:bodyPr wrap="none" lIns="0" tIns="0" rIns="0" bIns="0" rtlCol="0">
            <a:spAutoFit/>
          </a:bodyPr>
          <a:lstStyle/>
          <a:p>
            <a:pPr algn="ctr" defTabSz="914378">
              <a:defRPr/>
            </a:pPr>
            <a:r>
              <a:rPr lang="en-US" sz="2000" b="1" spc="80" dirty="0">
                <a:solidFill>
                  <a:schemeClr val="bg1"/>
                </a:solidFill>
                <a:cs typeface="+mn-cs"/>
              </a:rPr>
              <a:t>60%</a:t>
            </a:r>
          </a:p>
        </p:txBody>
      </p:sp>
      <p:sp>
        <p:nvSpPr>
          <p:cNvPr id="9" name="TextBox 8">
            <a:extLst>
              <a:ext uri="{FF2B5EF4-FFF2-40B4-BE49-F238E27FC236}">
                <a16:creationId xmlns:a16="http://schemas.microsoft.com/office/drawing/2014/main" id="{7D0EAD77-0F4A-AA30-75C0-0454FAE2D953}"/>
              </a:ext>
            </a:extLst>
          </p:cNvPr>
          <p:cNvSpPr txBox="1"/>
          <p:nvPr/>
        </p:nvSpPr>
        <p:spPr>
          <a:xfrm>
            <a:off x="3750654" y="2439620"/>
            <a:ext cx="500137" cy="138499"/>
          </a:xfrm>
          <a:prstGeom prst="rect">
            <a:avLst/>
          </a:prstGeom>
          <a:noFill/>
        </p:spPr>
        <p:txBody>
          <a:bodyPr wrap="none" lIns="0" tIns="0" rIns="0" bIns="0" rtlCol="0">
            <a:spAutoFit/>
          </a:bodyPr>
          <a:lstStyle/>
          <a:p>
            <a:pPr defTabSz="914378">
              <a:defRPr/>
            </a:pPr>
            <a:r>
              <a:rPr lang="en-US" sz="900" b="1">
                <a:cs typeface="+mn-cs"/>
              </a:rPr>
              <a:t>Category</a:t>
            </a:r>
          </a:p>
        </p:txBody>
      </p:sp>
      <p:sp>
        <p:nvSpPr>
          <p:cNvPr id="16" name="TextBox 15">
            <a:extLst>
              <a:ext uri="{FF2B5EF4-FFF2-40B4-BE49-F238E27FC236}">
                <a16:creationId xmlns:a16="http://schemas.microsoft.com/office/drawing/2014/main" id="{0504ADBD-B82C-519E-005E-E88BD69A335B}"/>
              </a:ext>
            </a:extLst>
          </p:cNvPr>
          <p:cNvSpPr txBox="1"/>
          <p:nvPr/>
        </p:nvSpPr>
        <p:spPr>
          <a:xfrm>
            <a:off x="809296" y="3873353"/>
            <a:ext cx="2359154" cy="184666"/>
          </a:xfrm>
          <a:prstGeom prst="rect">
            <a:avLst/>
          </a:prstGeom>
          <a:noFill/>
        </p:spPr>
        <p:txBody>
          <a:bodyPr wrap="square" lIns="0" tIns="0" rIns="0" bIns="0" rtlCol="0">
            <a:spAutoFit/>
          </a:bodyPr>
          <a:lstStyle/>
          <a:p>
            <a:pPr defTabSz="914378">
              <a:defRPr/>
            </a:pPr>
            <a:r>
              <a:rPr lang="en-US" sz="1200" b="1">
                <a:cs typeface="+mn-cs"/>
              </a:rPr>
              <a:t>Two data points on light</a:t>
            </a:r>
          </a:p>
        </p:txBody>
      </p:sp>
      <p:graphicFrame>
        <p:nvGraphicFramePr>
          <p:cNvPr id="17" name="Chart 16" descr="Sample pie chart with two data points over white background">
            <a:extLst>
              <a:ext uri="{FF2B5EF4-FFF2-40B4-BE49-F238E27FC236}">
                <a16:creationId xmlns:a16="http://schemas.microsoft.com/office/drawing/2014/main" id="{D0A2FE8F-9A84-3659-F140-47C62AC043A1}"/>
              </a:ext>
            </a:extLst>
          </p:cNvPr>
          <p:cNvGraphicFramePr/>
          <p:nvPr/>
        </p:nvGraphicFramePr>
        <p:xfrm>
          <a:off x="1516133" y="4182680"/>
          <a:ext cx="2748851" cy="1832567"/>
        </p:xfrm>
        <a:graphic>
          <a:graphicData uri="http://schemas.openxmlformats.org/drawingml/2006/chart">
            <c:chart xmlns:c="http://schemas.openxmlformats.org/drawingml/2006/chart" xmlns:r="http://schemas.openxmlformats.org/officeDocument/2006/relationships" r:id="rId4"/>
          </a:graphicData>
        </a:graphic>
      </p:graphicFrame>
      <p:sp>
        <p:nvSpPr>
          <p:cNvPr id="4" name="TextBox 3">
            <a:extLst>
              <a:ext uri="{FF2B5EF4-FFF2-40B4-BE49-F238E27FC236}">
                <a16:creationId xmlns:a16="http://schemas.microsoft.com/office/drawing/2014/main" id="{98D2DF7C-99DD-7833-C0E6-FB1C68992D7D}"/>
              </a:ext>
            </a:extLst>
          </p:cNvPr>
          <p:cNvSpPr txBox="1"/>
          <p:nvPr/>
        </p:nvSpPr>
        <p:spPr bwMode="white">
          <a:xfrm>
            <a:off x="2221082" y="4875825"/>
            <a:ext cx="500137" cy="353943"/>
          </a:xfrm>
          <a:prstGeom prst="rect">
            <a:avLst/>
          </a:prstGeom>
          <a:noFill/>
        </p:spPr>
        <p:txBody>
          <a:bodyPr wrap="none" lIns="0" tIns="0" rIns="0" bIns="0" rtlCol="0">
            <a:spAutoFit/>
          </a:bodyPr>
          <a:lstStyle/>
          <a:p>
            <a:pPr defTabSz="914378">
              <a:defRPr/>
            </a:pPr>
            <a:r>
              <a:rPr lang="en-US" sz="1400" b="1" dirty="0">
                <a:solidFill>
                  <a:schemeClr val="bg1"/>
                </a:solidFill>
                <a:cs typeface="+mn-cs"/>
              </a:rPr>
              <a:t>40%</a:t>
            </a:r>
            <a:br>
              <a:rPr lang="en-US" sz="900" b="1" dirty="0">
                <a:solidFill>
                  <a:schemeClr val="bg1"/>
                </a:solidFill>
                <a:cs typeface="+mn-cs"/>
              </a:rPr>
            </a:br>
            <a:r>
              <a:rPr lang="en-US" sz="900" b="1" dirty="0">
                <a:solidFill>
                  <a:schemeClr val="bg1"/>
                </a:solidFill>
                <a:cs typeface="+mn-cs"/>
              </a:rPr>
              <a:t>Category</a:t>
            </a:r>
          </a:p>
        </p:txBody>
      </p:sp>
      <p:sp>
        <p:nvSpPr>
          <p:cNvPr id="6" name="TextBox 5">
            <a:extLst>
              <a:ext uri="{FF2B5EF4-FFF2-40B4-BE49-F238E27FC236}">
                <a16:creationId xmlns:a16="http://schemas.microsoft.com/office/drawing/2014/main" id="{AB29FE79-8422-C848-8F60-5176FD5D46C1}"/>
              </a:ext>
            </a:extLst>
          </p:cNvPr>
          <p:cNvSpPr txBox="1"/>
          <p:nvPr/>
        </p:nvSpPr>
        <p:spPr bwMode="white">
          <a:xfrm>
            <a:off x="3061373" y="4875825"/>
            <a:ext cx="500137" cy="353943"/>
          </a:xfrm>
          <a:prstGeom prst="rect">
            <a:avLst/>
          </a:prstGeom>
          <a:noFill/>
        </p:spPr>
        <p:txBody>
          <a:bodyPr wrap="none" lIns="0" tIns="0" rIns="0" bIns="0" rtlCol="0">
            <a:spAutoFit/>
          </a:bodyPr>
          <a:lstStyle/>
          <a:p>
            <a:pPr defTabSz="914378">
              <a:defRPr/>
            </a:pPr>
            <a:r>
              <a:rPr lang="en-US" sz="1400" b="1" dirty="0">
                <a:solidFill>
                  <a:schemeClr val="bg1"/>
                </a:solidFill>
                <a:cs typeface="+mn-cs"/>
              </a:rPr>
              <a:t>60%</a:t>
            </a:r>
            <a:br>
              <a:rPr lang="en-US" sz="900" b="1" dirty="0">
                <a:solidFill>
                  <a:schemeClr val="bg1"/>
                </a:solidFill>
                <a:cs typeface="+mn-cs"/>
              </a:rPr>
            </a:br>
            <a:r>
              <a:rPr lang="en-US" sz="900" b="1" dirty="0">
                <a:solidFill>
                  <a:schemeClr val="bg1"/>
                </a:solidFill>
                <a:cs typeface="+mn-cs"/>
              </a:rPr>
              <a:t>Category</a:t>
            </a:r>
          </a:p>
        </p:txBody>
      </p:sp>
      <p:sp>
        <p:nvSpPr>
          <p:cNvPr id="31" name="TextBox 30">
            <a:extLst>
              <a:ext uri="{FF2B5EF4-FFF2-40B4-BE49-F238E27FC236}">
                <a16:creationId xmlns:a16="http://schemas.microsoft.com/office/drawing/2014/main" id="{46E2B5E2-AF25-6719-DF35-C7F98372FDAB}"/>
              </a:ext>
            </a:extLst>
          </p:cNvPr>
          <p:cNvSpPr txBox="1"/>
          <p:nvPr/>
        </p:nvSpPr>
        <p:spPr bwMode="white">
          <a:xfrm>
            <a:off x="6926843" y="1277755"/>
            <a:ext cx="2359154" cy="184666"/>
          </a:xfrm>
          <a:prstGeom prst="rect">
            <a:avLst/>
          </a:prstGeom>
          <a:noFill/>
        </p:spPr>
        <p:txBody>
          <a:bodyPr wrap="square" lIns="0" tIns="0" rIns="0" bIns="0" rtlCol="0">
            <a:spAutoFit/>
          </a:bodyPr>
          <a:lstStyle/>
          <a:p>
            <a:pPr defTabSz="914378">
              <a:defRPr/>
            </a:pPr>
            <a:r>
              <a:rPr lang="en-US" sz="1200" b="1">
                <a:solidFill>
                  <a:schemeClr val="bg1"/>
                </a:solidFill>
                <a:cs typeface="+mn-cs"/>
              </a:rPr>
              <a:t>One data point on dark</a:t>
            </a:r>
          </a:p>
        </p:txBody>
      </p:sp>
      <p:graphicFrame>
        <p:nvGraphicFramePr>
          <p:cNvPr id="7" name="Chart 6" descr="Sample pie chart with one data point over dark blue background">
            <a:extLst>
              <a:ext uri="{FF2B5EF4-FFF2-40B4-BE49-F238E27FC236}">
                <a16:creationId xmlns:a16="http://schemas.microsoft.com/office/drawing/2014/main" id="{0B957E15-5C75-1A0F-E67B-0A5F71731B29}"/>
              </a:ext>
            </a:extLst>
          </p:cNvPr>
          <p:cNvGraphicFramePr/>
          <p:nvPr/>
        </p:nvGraphicFramePr>
        <p:xfrm>
          <a:off x="7752767" y="1596433"/>
          <a:ext cx="2748851" cy="1832567"/>
        </p:xfrm>
        <a:graphic>
          <a:graphicData uri="http://schemas.openxmlformats.org/drawingml/2006/chart">
            <c:chart xmlns:c="http://schemas.openxmlformats.org/drawingml/2006/chart" xmlns:r="http://schemas.openxmlformats.org/officeDocument/2006/relationships" r:id="rId5"/>
          </a:graphicData>
        </a:graphic>
      </p:graphicFrame>
      <p:sp>
        <p:nvSpPr>
          <p:cNvPr id="30" name="TextBox 29">
            <a:extLst>
              <a:ext uri="{FF2B5EF4-FFF2-40B4-BE49-F238E27FC236}">
                <a16:creationId xmlns:a16="http://schemas.microsoft.com/office/drawing/2014/main" id="{9517FCE4-55D7-B11F-0FC0-1154CC01A188}"/>
              </a:ext>
            </a:extLst>
          </p:cNvPr>
          <p:cNvSpPr txBox="1"/>
          <p:nvPr/>
        </p:nvSpPr>
        <p:spPr bwMode="white">
          <a:xfrm>
            <a:off x="9252248" y="2354981"/>
            <a:ext cx="543739" cy="307777"/>
          </a:xfrm>
          <a:prstGeom prst="rect">
            <a:avLst/>
          </a:prstGeom>
          <a:noFill/>
        </p:spPr>
        <p:txBody>
          <a:bodyPr wrap="none" lIns="0" tIns="0" rIns="0" bIns="0" rtlCol="0">
            <a:spAutoFit/>
          </a:bodyPr>
          <a:lstStyle/>
          <a:p>
            <a:pPr algn="ctr" defTabSz="914378">
              <a:defRPr/>
            </a:pPr>
            <a:r>
              <a:rPr lang="en-US" sz="2000" b="1" spc="80">
                <a:solidFill>
                  <a:schemeClr val="bg1"/>
                </a:solidFill>
                <a:cs typeface="+mn-cs"/>
              </a:rPr>
              <a:t>60%</a:t>
            </a:r>
          </a:p>
        </p:txBody>
      </p:sp>
      <p:sp>
        <p:nvSpPr>
          <p:cNvPr id="29" name="TextBox 28">
            <a:extLst>
              <a:ext uri="{FF2B5EF4-FFF2-40B4-BE49-F238E27FC236}">
                <a16:creationId xmlns:a16="http://schemas.microsoft.com/office/drawing/2014/main" id="{95E8312A-3E4A-CE4B-AFE4-DBBF6D17CE97}"/>
              </a:ext>
            </a:extLst>
          </p:cNvPr>
          <p:cNvSpPr txBox="1"/>
          <p:nvPr/>
        </p:nvSpPr>
        <p:spPr bwMode="white">
          <a:xfrm>
            <a:off x="10045780" y="2439620"/>
            <a:ext cx="500137" cy="138499"/>
          </a:xfrm>
          <a:prstGeom prst="rect">
            <a:avLst/>
          </a:prstGeom>
          <a:noFill/>
        </p:spPr>
        <p:txBody>
          <a:bodyPr wrap="none" lIns="0" tIns="0" rIns="0" bIns="0" rtlCol="0">
            <a:spAutoFit/>
          </a:bodyPr>
          <a:lstStyle/>
          <a:p>
            <a:pPr defTabSz="914378">
              <a:defRPr/>
            </a:pPr>
            <a:r>
              <a:rPr lang="en-US" sz="900" b="1">
                <a:solidFill>
                  <a:schemeClr val="bg1"/>
                </a:solidFill>
                <a:cs typeface="+mn-cs"/>
              </a:rPr>
              <a:t>Category</a:t>
            </a:r>
          </a:p>
        </p:txBody>
      </p:sp>
      <p:sp>
        <p:nvSpPr>
          <p:cNvPr id="23" name="TextBox 22">
            <a:extLst>
              <a:ext uri="{FF2B5EF4-FFF2-40B4-BE49-F238E27FC236}">
                <a16:creationId xmlns:a16="http://schemas.microsoft.com/office/drawing/2014/main" id="{062C1FDF-ADE2-6CBB-A65C-AF30AEE57856}"/>
              </a:ext>
            </a:extLst>
          </p:cNvPr>
          <p:cNvSpPr txBox="1"/>
          <p:nvPr/>
        </p:nvSpPr>
        <p:spPr bwMode="white">
          <a:xfrm>
            <a:off x="6926843" y="3873353"/>
            <a:ext cx="2359154" cy="184666"/>
          </a:xfrm>
          <a:prstGeom prst="rect">
            <a:avLst/>
          </a:prstGeom>
          <a:noFill/>
        </p:spPr>
        <p:txBody>
          <a:bodyPr wrap="square" lIns="0" tIns="0" rIns="0" bIns="0" rtlCol="0">
            <a:spAutoFit/>
          </a:bodyPr>
          <a:lstStyle/>
          <a:p>
            <a:pPr defTabSz="914378">
              <a:defRPr/>
            </a:pPr>
            <a:r>
              <a:rPr lang="en-US" sz="1200" b="1">
                <a:solidFill>
                  <a:schemeClr val="bg1"/>
                </a:solidFill>
                <a:cs typeface="+mn-cs"/>
              </a:rPr>
              <a:t>Two data points on dark</a:t>
            </a:r>
          </a:p>
        </p:txBody>
      </p:sp>
      <p:graphicFrame>
        <p:nvGraphicFramePr>
          <p:cNvPr id="14" name="Chart 13" descr="Sample pie chart with two data points over dark blue background">
            <a:extLst>
              <a:ext uri="{FF2B5EF4-FFF2-40B4-BE49-F238E27FC236}">
                <a16:creationId xmlns:a16="http://schemas.microsoft.com/office/drawing/2014/main" id="{596F4C4F-E8C2-137B-B432-D45D0626F6E4}"/>
              </a:ext>
            </a:extLst>
          </p:cNvPr>
          <p:cNvGraphicFramePr/>
          <p:nvPr/>
        </p:nvGraphicFramePr>
        <p:xfrm>
          <a:off x="7746245" y="4182680"/>
          <a:ext cx="2748851" cy="1832567"/>
        </p:xfrm>
        <a:graphic>
          <a:graphicData uri="http://schemas.openxmlformats.org/drawingml/2006/chart">
            <c:chart xmlns:c="http://schemas.openxmlformats.org/drawingml/2006/chart" xmlns:r="http://schemas.openxmlformats.org/officeDocument/2006/relationships" r:id="rId6"/>
          </a:graphicData>
        </a:graphic>
      </p:graphicFrame>
      <p:sp>
        <p:nvSpPr>
          <p:cNvPr id="36" name="TextBox 35">
            <a:extLst>
              <a:ext uri="{FF2B5EF4-FFF2-40B4-BE49-F238E27FC236}">
                <a16:creationId xmlns:a16="http://schemas.microsoft.com/office/drawing/2014/main" id="{8B0CF42D-CAA1-60B9-0017-6843BDE070CC}"/>
              </a:ext>
            </a:extLst>
          </p:cNvPr>
          <p:cNvSpPr txBox="1"/>
          <p:nvPr/>
        </p:nvSpPr>
        <p:spPr bwMode="white">
          <a:xfrm>
            <a:off x="7741724" y="4875825"/>
            <a:ext cx="500137" cy="353943"/>
          </a:xfrm>
          <a:prstGeom prst="rect">
            <a:avLst/>
          </a:prstGeom>
          <a:noFill/>
        </p:spPr>
        <p:txBody>
          <a:bodyPr wrap="none" lIns="0" tIns="0" rIns="0" bIns="0" rtlCol="0">
            <a:spAutoFit/>
          </a:bodyPr>
          <a:lstStyle/>
          <a:p>
            <a:pPr defTabSz="914378">
              <a:defRPr/>
            </a:pPr>
            <a:r>
              <a:rPr lang="en-US" sz="1400" b="1">
                <a:solidFill>
                  <a:schemeClr val="bg1"/>
                </a:solidFill>
                <a:cs typeface="+mn-cs"/>
              </a:rPr>
              <a:t>40%</a:t>
            </a:r>
            <a:br>
              <a:rPr lang="en-US" sz="900" b="1">
                <a:solidFill>
                  <a:schemeClr val="bg1"/>
                </a:solidFill>
                <a:cs typeface="+mn-cs"/>
              </a:rPr>
            </a:br>
            <a:r>
              <a:rPr lang="en-US" sz="900" b="1">
                <a:solidFill>
                  <a:schemeClr val="bg1"/>
                </a:solidFill>
                <a:cs typeface="+mn-cs"/>
              </a:rPr>
              <a:t>Category</a:t>
            </a:r>
          </a:p>
        </p:txBody>
      </p:sp>
      <p:sp>
        <p:nvSpPr>
          <p:cNvPr id="34" name="TextBox 33">
            <a:extLst>
              <a:ext uri="{FF2B5EF4-FFF2-40B4-BE49-F238E27FC236}">
                <a16:creationId xmlns:a16="http://schemas.microsoft.com/office/drawing/2014/main" id="{B3EC927D-49FF-D7AC-DEEE-3626CE319A59}"/>
              </a:ext>
            </a:extLst>
          </p:cNvPr>
          <p:cNvSpPr txBox="1"/>
          <p:nvPr/>
        </p:nvSpPr>
        <p:spPr bwMode="white">
          <a:xfrm>
            <a:off x="10045780" y="4875825"/>
            <a:ext cx="500137" cy="353943"/>
          </a:xfrm>
          <a:prstGeom prst="rect">
            <a:avLst/>
          </a:prstGeom>
          <a:noFill/>
        </p:spPr>
        <p:txBody>
          <a:bodyPr wrap="none" lIns="0" tIns="0" rIns="0" bIns="0" rtlCol="0">
            <a:spAutoFit/>
          </a:bodyPr>
          <a:lstStyle/>
          <a:p>
            <a:pPr defTabSz="914378">
              <a:defRPr/>
            </a:pPr>
            <a:r>
              <a:rPr lang="en-US" sz="1400" b="1">
                <a:solidFill>
                  <a:schemeClr val="bg1"/>
                </a:solidFill>
                <a:cs typeface="+mn-cs"/>
              </a:rPr>
              <a:t>60%</a:t>
            </a:r>
            <a:br>
              <a:rPr lang="en-US" sz="900" b="1">
                <a:solidFill>
                  <a:schemeClr val="bg1"/>
                </a:solidFill>
                <a:cs typeface="+mn-cs"/>
              </a:rPr>
            </a:br>
            <a:r>
              <a:rPr lang="en-US" sz="900" b="1">
                <a:solidFill>
                  <a:schemeClr val="bg1"/>
                </a:solidFill>
                <a:cs typeface="+mn-cs"/>
              </a:rPr>
              <a:t>Category</a:t>
            </a:r>
          </a:p>
        </p:txBody>
      </p:sp>
      <p:sp>
        <p:nvSpPr>
          <p:cNvPr id="5" name="Slide Number Placeholder 4">
            <a:extLst>
              <a:ext uri="{FF2B5EF4-FFF2-40B4-BE49-F238E27FC236}">
                <a16:creationId xmlns:a16="http://schemas.microsoft.com/office/drawing/2014/main" id="{27FF9DA7-CB09-4232-0A58-2D8FD95CA50F}"/>
              </a:ext>
            </a:extLst>
          </p:cNvPr>
          <p:cNvSpPr>
            <a:spLocks noGrp="1"/>
          </p:cNvSpPr>
          <p:nvPr>
            <p:ph type="sldNum" sz="quarter" idx="12"/>
          </p:nvPr>
        </p:nvSpPr>
        <p:spPr/>
        <p:txBody>
          <a:bodyPr/>
          <a:lstStyle/>
          <a:p>
            <a:fld id="{C53E075B-3175-45CF-B3C7-FEDF3F5961E3}" type="slidenum">
              <a:rPr lang="en-US" smtClean="0"/>
              <a:pPr/>
              <a:t>50</a:t>
            </a:fld>
            <a:endParaRPr lang="en-US"/>
          </a:p>
        </p:txBody>
      </p:sp>
      <p:sp>
        <p:nvSpPr>
          <p:cNvPr id="8" name="Footer Placeholder 7">
            <a:extLst>
              <a:ext uri="{FF2B5EF4-FFF2-40B4-BE49-F238E27FC236}">
                <a16:creationId xmlns:a16="http://schemas.microsoft.com/office/drawing/2014/main" id="{1A448B97-CF6E-53D3-894C-E1E362BD4C29}"/>
              </a:ext>
            </a:extLst>
          </p:cNvPr>
          <p:cNvSpPr>
            <a:spLocks noGrp="1"/>
          </p:cNvSpPr>
          <p:nvPr>
            <p:ph type="ftr" sz="quarter" idx="11"/>
          </p:nvPr>
        </p:nvSpPr>
        <p:spPr/>
        <p:txBody>
          <a:bodyPr/>
          <a:lstStyle/>
          <a:p>
            <a:r>
              <a:rPr lang="en-US"/>
              <a:t>© 2025–2027 Cognizant | Private</a:t>
            </a:r>
          </a:p>
        </p:txBody>
      </p:sp>
      <p:pic>
        <p:nvPicPr>
          <p:cNvPr id="3" name="Cognizant Logo_rgb_rev_2023" descr="Cognizant logo reversed, SVG format">
            <a:extLst>
              <a:ext uri="{FF2B5EF4-FFF2-40B4-BE49-F238E27FC236}">
                <a16:creationId xmlns:a16="http://schemas.microsoft.com/office/drawing/2014/main" id="{41E8A484-DD69-94BE-F455-4E48CAAA9095}"/>
              </a:ext>
            </a:extLst>
          </p:cNvPr>
          <p:cNvPicPr>
            <a:picLocks noChangeAspect="1"/>
          </p:cNvPicPr>
          <p:nvPr/>
        </p:nvPicPr>
        <p:blipFill rotWithShape="1">
          <a:blip r:embed="rId7">
            <a:extLst>
              <a:ext uri="{96DAC541-7B7A-43D3-8B79-37D633B846F1}">
                <asvg:svgBlip xmlns:asvg="http://schemas.microsoft.com/office/drawing/2016/SVG/main" r:embed="rId8"/>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17729840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F98CFD-92B3-14A6-1F47-4A732F15460C}"/>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5B6A8418-75D6-7DF6-A207-65B0F9B94592}"/>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E9D3FEB-ED28-BC29-C80F-207E09EE754B}"/>
              </a:ext>
            </a:extLst>
          </p:cNvPr>
          <p:cNvSpPr>
            <a:spLocks noGrp="1"/>
          </p:cNvSpPr>
          <p:nvPr>
            <p:ph type="title"/>
          </p:nvPr>
        </p:nvSpPr>
        <p:spPr/>
        <p:txBody>
          <a:bodyPr/>
          <a:lstStyle/>
          <a:p>
            <a:r>
              <a:rPr lang="en-US" dirty="0"/>
              <a:t>Charts - pie, multiple categories</a:t>
            </a:r>
          </a:p>
        </p:txBody>
      </p:sp>
      <p:sp>
        <p:nvSpPr>
          <p:cNvPr id="16" name="TextBox 15">
            <a:extLst>
              <a:ext uri="{FF2B5EF4-FFF2-40B4-BE49-F238E27FC236}">
                <a16:creationId xmlns:a16="http://schemas.microsoft.com/office/drawing/2014/main" id="{FA5D3786-A3FE-47DD-A51B-DDF25FA621DA}"/>
              </a:ext>
            </a:extLst>
          </p:cNvPr>
          <p:cNvSpPr txBox="1"/>
          <p:nvPr/>
        </p:nvSpPr>
        <p:spPr>
          <a:xfrm>
            <a:off x="809296" y="1952540"/>
            <a:ext cx="2359154" cy="184666"/>
          </a:xfrm>
          <a:prstGeom prst="rect">
            <a:avLst/>
          </a:prstGeom>
          <a:noFill/>
        </p:spPr>
        <p:txBody>
          <a:bodyPr wrap="square" lIns="0" tIns="0" rIns="0" bIns="0" rtlCol="0">
            <a:spAutoFit/>
          </a:bodyPr>
          <a:lstStyle/>
          <a:p>
            <a:pPr defTabSz="914378">
              <a:defRPr/>
            </a:pPr>
            <a:r>
              <a:rPr lang="en-US" sz="1200" b="1">
                <a:solidFill>
                  <a:schemeClr val="tx2"/>
                </a:solidFill>
                <a:cs typeface="+mn-cs"/>
              </a:rPr>
              <a:t>Multiple data points on light</a:t>
            </a:r>
          </a:p>
        </p:txBody>
      </p:sp>
      <p:graphicFrame>
        <p:nvGraphicFramePr>
          <p:cNvPr id="17" name="Chart 16" descr="Sample pie chart with multiple data points over white background">
            <a:extLst>
              <a:ext uri="{FF2B5EF4-FFF2-40B4-BE49-F238E27FC236}">
                <a16:creationId xmlns:a16="http://schemas.microsoft.com/office/drawing/2014/main" id="{E7D7FC67-CE16-4A82-4E38-04092E59CBF4}"/>
              </a:ext>
            </a:extLst>
          </p:cNvPr>
          <p:cNvGraphicFramePr/>
          <p:nvPr/>
        </p:nvGraphicFramePr>
        <p:xfrm>
          <a:off x="1498879" y="2865970"/>
          <a:ext cx="2679223" cy="1786149"/>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Box 17">
            <a:extLst>
              <a:ext uri="{FF2B5EF4-FFF2-40B4-BE49-F238E27FC236}">
                <a16:creationId xmlns:a16="http://schemas.microsoft.com/office/drawing/2014/main" id="{9472DAA5-B8C6-0372-760C-B734B9A3F47B}"/>
              </a:ext>
            </a:extLst>
          </p:cNvPr>
          <p:cNvSpPr txBox="1"/>
          <p:nvPr/>
        </p:nvSpPr>
        <p:spPr>
          <a:xfrm>
            <a:off x="1412458" y="3685300"/>
            <a:ext cx="582211" cy="138499"/>
          </a:xfrm>
          <a:prstGeom prst="rect">
            <a:avLst/>
          </a:prstGeom>
          <a:noFill/>
        </p:spPr>
        <p:txBody>
          <a:bodyPr wrap="none" lIns="0" tIns="0" rIns="0" bIns="0" rtlCol="0">
            <a:spAutoFit/>
          </a:bodyPr>
          <a:lstStyle/>
          <a:p>
            <a:pPr defTabSz="914378">
              <a:defRPr/>
            </a:pPr>
            <a:r>
              <a:rPr lang="en-US" sz="900" b="1" spc="80">
                <a:solidFill>
                  <a:schemeClr val="accent1"/>
                </a:solidFill>
                <a:cs typeface="+mn-cs"/>
              </a:rPr>
              <a:t>Category</a:t>
            </a:r>
          </a:p>
        </p:txBody>
      </p:sp>
      <p:sp>
        <p:nvSpPr>
          <p:cNvPr id="9" name="TextBox 8">
            <a:extLst>
              <a:ext uri="{FF2B5EF4-FFF2-40B4-BE49-F238E27FC236}">
                <a16:creationId xmlns:a16="http://schemas.microsoft.com/office/drawing/2014/main" id="{D4B51E7F-BE46-9426-7A4F-A2DEEA5EF399}"/>
              </a:ext>
            </a:extLst>
          </p:cNvPr>
          <p:cNvSpPr txBox="1"/>
          <p:nvPr/>
        </p:nvSpPr>
        <p:spPr>
          <a:xfrm>
            <a:off x="3234372" y="2932035"/>
            <a:ext cx="582211" cy="138499"/>
          </a:xfrm>
          <a:prstGeom prst="rect">
            <a:avLst/>
          </a:prstGeom>
          <a:noFill/>
        </p:spPr>
        <p:txBody>
          <a:bodyPr wrap="none" lIns="0" tIns="0" rIns="0" bIns="0" rtlCol="0">
            <a:spAutoFit/>
          </a:bodyPr>
          <a:lstStyle/>
          <a:p>
            <a:pPr defTabSz="914378">
              <a:defRPr/>
            </a:pPr>
            <a:r>
              <a:rPr lang="en-US" sz="900" b="1" spc="80">
                <a:solidFill>
                  <a:schemeClr val="accent2"/>
                </a:solidFill>
                <a:cs typeface="+mn-cs"/>
              </a:rPr>
              <a:t>Category</a:t>
            </a:r>
          </a:p>
        </p:txBody>
      </p:sp>
      <p:sp>
        <p:nvSpPr>
          <p:cNvPr id="19" name="TextBox 18">
            <a:extLst>
              <a:ext uri="{FF2B5EF4-FFF2-40B4-BE49-F238E27FC236}">
                <a16:creationId xmlns:a16="http://schemas.microsoft.com/office/drawing/2014/main" id="{A7AC2429-003E-2E8C-3482-2A7A613ABF0D}"/>
              </a:ext>
            </a:extLst>
          </p:cNvPr>
          <p:cNvSpPr txBox="1"/>
          <p:nvPr/>
        </p:nvSpPr>
        <p:spPr>
          <a:xfrm>
            <a:off x="3616253" y="3435827"/>
            <a:ext cx="582211" cy="138499"/>
          </a:xfrm>
          <a:prstGeom prst="rect">
            <a:avLst/>
          </a:prstGeom>
          <a:noFill/>
        </p:spPr>
        <p:txBody>
          <a:bodyPr wrap="none" lIns="0" tIns="0" rIns="0" bIns="0" rtlCol="0">
            <a:spAutoFit/>
          </a:bodyPr>
          <a:lstStyle/>
          <a:p>
            <a:pPr defTabSz="914378">
              <a:defRPr/>
            </a:pPr>
            <a:r>
              <a:rPr lang="en-US" sz="900" b="1" spc="80">
                <a:cs typeface="+mn-cs"/>
              </a:rPr>
              <a:t>Category</a:t>
            </a:r>
          </a:p>
        </p:txBody>
      </p:sp>
      <p:sp>
        <p:nvSpPr>
          <p:cNvPr id="20" name="TextBox 19">
            <a:extLst>
              <a:ext uri="{FF2B5EF4-FFF2-40B4-BE49-F238E27FC236}">
                <a16:creationId xmlns:a16="http://schemas.microsoft.com/office/drawing/2014/main" id="{C44FBE03-0D67-FBEB-2C9F-278E2B81266A}"/>
              </a:ext>
            </a:extLst>
          </p:cNvPr>
          <p:cNvSpPr txBox="1"/>
          <p:nvPr/>
        </p:nvSpPr>
        <p:spPr>
          <a:xfrm>
            <a:off x="3511331" y="4170139"/>
            <a:ext cx="582211" cy="138499"/>
          </a:xfrm>
          <a:prstGeom prst="rect">
            <a:avLst/>
          </a:prstGeom>
          <a:noFill/>
        </p:spPr>
        <p:txBody>
          <a:bodyPr wrap="none" lIns="0" tIns="0" rIns="0" bIns="0" rtlCol="0">
            <a:spAutoFit/>
          </a:bodyPr>
          <a:lstStyle/>
          <a:p>
            <a:pPr defTabSz="914378">
              <a:defRPr/>
            </a:pPr>
            <a:r>
              <a:rPr lang="en-US" sz="900" b="1" spc="80">
                <a:solidFill>
                  <a:schemeClr val="accent4"/>
                </a:solidFill>
                <a:cs typeface="+mn-cs"/>
              </a:rPr>
              <a:t>Category</a:t>
            </a:r>
          </a:p>
        </p:txBody>
      </p:sp>
      <p:sp>
        <p:nvSpPr>
          <p:cNvPr id="23" name="TextBox 22">
            <a:extLst>
              <a:ext uri="{FF2B5EF4-FFF2-40B4-BE49-F238E27FC236}">
                <a16:creationId xmlns:a16="http://schemas.microsoft.com/office/drawing/2014/main" id="{C7675340-C333-5B8B-AAD3-50743A23134C}"/>
              </a:ext>
            </a:extLst>
          </p:cNvPr>
          <p:cNvSpPr txBox="1"/>
          <p:nvPr/>
        </p:nvSpPr>
        <p:spPr bwMode="white">
          <a:xfrm>
            <a:off x="6926843" y="1952540"/>
            <a:ext cx="2359154" cy="184666"/>
          </a:xfrm>
          <a:prstGeom prst="rect">
            <a:avLst/>
          </a:prstGeom>
          <a:noFill/>
        </p:spPr>
        <p:txBody>
          <a:bodyPr wrap="square" lIns="0" tIns="0" rIns="0" bIns="0" rtlCol="0">
            <a:spAutoFit/>
          </a:bodyPr>
          <a:lstStyle/>
          <a:p>
            <a:pPr defTabSz="914378">
              <a:defRPr/>
            </a:pPr>
            <a:r>
              <a:rPr lang="en-US" sz="1200" b="1">
                <a:solidFill>
                  <a:schemeClr val="bg1"/>
                </a:solidFill>
                <a:cs typeface="+mn-cs"/>
              </a:rPr>
              <a:t>Multiple data points on dark</a:t>
            </a:r>
          </a:p>
        </p:txBody>
      </p:sp>
      <p:graphicFrame>
        <p:nvGraphicFramePr>
          <p:cNvPr id="28" name="Chart 27" descr="Sample pie chart with multiple data points over dark blue background">
            <a:extLst>
              <a:ext uri="{FF2B5EF4-FFF2-40B4-BE49-F238E27FC236}">
                <a16:creationId xmlns:a16="http://schemas.microsoft.com/office/drawing/2014/main" id="{25E5D7E3-4F95-ADD8-2C38-20743A6780A8}"/>
              </a:ext>
            </a:extLst>
          </p:cNvPr>
          <p:cNvGraphicFramePr/>
          <p:nvPr/>
        </p:nvGraphicFramePr>
        <p:xfrm>
          <a:off x="7680223" y="2865970"/>
          <a:ext cx="2679223" cy="1786149"/>
        </p:xfrm>
        <a:graphic>
          <a:graphicData uri="http://schemas.openxmlformats.org/drawingml/2006/chart">
            <c:chart xmlns:c="http://schemas.openxmlformats.org/drawingml/2006/chart" xmlns:r="http://schemas.openxmlformats.org/officeDocument/2006/relationships" r:id="rId4"/>
          </a:graphicData>
        </a:graphic>
      </p:graphicFrame>
      <p:sp>
        <p:nvSpPr>
          <p:cNvPr id="6" name="TextBox 5">
            <a:extLst>
              <a:ext uri="{FF2B5EF4-FFF2-40B4-BE49-F238E27FC236}">
                <a16:creationId xmlns:a16="http://schemas.microsoft.com/office/drawing/2014/main" id="{396E4F68-ADC4-6472-45A2-DA81FA77DAC3}"/>
              </a:ext>
            </a:extLst>
          </p:cNvPr>
          <p:cNvSpPr txBox="1"/>
          <p:nvPr/>
        </p:nvSpPr>
        <p:spPr bwMode="white">
          <a:xfrm>
            <a:off x="7599694" y="3685300"/>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10" name="TextBox 9">
            <a:extLst>
              <a:ext uri="{FF2B5EF4-FFF2-40B4-BE49-F238E27FC236}">
                <a16:creationId xmlns:a16="http://schemas.microsoft.com/office/drawing/2014/main" id="{12ADC7F8-3C47-3C46-0586-086346C95E05}"/>
              </a:ext>
            </a:extLst>
          </p:cNvPr>
          <p:cNvSpPr txBox="1"/>
          <p:nvPr/>
        </p:nvSpPr>
        <p:spPr bwMode="white">
          <a:xfrm>
            <a:off x="9423211" y="2932035"/>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7" name="TextBox 6">
            <a:extLst>
              <a:ext uri="{FF2B5EF4-FFF2-40B4-BE49-F238E27FC236}">
                <a16:creationId xmlns:a16="http://schemas.microsoft.com/office/drawing/2014/main" id="{E27FC63F-275E-5745-D99E-28D7D3CFAF28}"/>
              </a:ext>
            </a:extLst>
          </p:cNvPr>
          <p:cNvSpPr txBox="1"/>
          <p:nvPr/>
        </p:nvSpPr>
        <p:spPr bwMode="white">
          <a:xfrm>
            <a:off x="9802120" y="3435827"/>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8" name="TextBox 7">
            <a:extLst>
              <a:ext uri="{FF2B5EF4-FFF2-40B4-BE49-F238E27FC236}">
                <a16:creationId xmlns:a16="http://schemas.microsoft.com/office/drawing/2014/main" id="{7E8A0A00-9251-A8AC-5226-A503F30E6434}"/>
              </a:ext>
            </a:extLst>
          </p:cNvPr>
          <p:cNvSpPr txBox="1"/>
          <p:nvPr/>
        </p:nvSpPr>
        <p:spPr bwMode="white">
          <a:xfrm>
            <a:off x="9707665" y="4170139"/>
            <a:ext cx="582211" cy="138499"/>
          </a:xfrm>
          <a:prstGeom prst="rect">
            <a:avLst/>
          </a:prstGeom>
          <a:noFill/>
        </p:spPr>
        <p:txBody>
          <a:bodyPr wrap="none" lIns="0" tIns="0" rIns="0" bIns="0" rtlCol="0">
            <a:spAutoFit/>
          </a:bodyPr>
          <a:lstStyle/>
          <a:p>
            <a:pPr defTabSz="914378">
              <a:defRPr/>
            </a:pPr>
            <a:r>
              <a:rPr lang="en-US" sz="900" b="1" spc="80">
                <a:solidFill>
                  <a:schemeClr val="bg1"/>
                </a:solidFill>
                <a:cs typeface="+mn-cs"/>
              </a:rPr>
              <a:t>Category</a:t>
            </a:r>
          </a:p>
        </p:txBody>
      </p:sp>
      <p:sp>
        <p:nvSpPr>
          <p:cNvPr id="5" name="Slide Number Placeholder 4">
            <a:extLst>
              <a:ext uri="{FF2B5EF4-FFF2-40B4-BE49-F238E27FC236}">
                <a16:creationId xmlns:a16="http://schemas.microsoft.com/office/drawing/2014/main" id="{E4AA37C6-ABF6-85FD-65B9-5F83989882C1}"/>
              </a:ext>
            </a:extLst>
          </p:cNvPr>
          <p:cNvSpPr>
            <a:spLocks noGrp="1"/>
          </p:cNvSpPr>
          <p:nvPr>
            <p:ph type="sldNum" sz="quarter" idx="12"/>
          </p:nvPr>
        </p:nvSpPr>
        <p:spPr/>
        <p:txBody>
          <a:bodyPr/>
          <a:lstStyle/>
          <a:p>
            <a:fld id="{C53E075B-3175-45CF-B3C7-FEDF3F5961E3}" type="slidenum">
              <a:rPr lang="en-US" smtClean="0"/>
              <a:pPr/>
              <a:t>51</a:t>
            </a:fld>
            <a:endParaRPr lang="en-US"/>
          </a:p>
        </p:txBody>
      </p:sp>
      <p:sp>
        <p:nvSpPr>
          <p:cNvPr id="3" name="Footer Placeholder 2">
            <a:extLst>
              <a:ext uri="{FF2B5EF4-FFF2-40B4-BE49-F238E27FC236}">
                <a16:creationId xmlns:a16="http://schemas.microsoft.com/office/drawing/2014/main" id="{83D01243-7AB4-128F-803C-A83495763B31}"/>
              </a:ext>
            </a:extLst>
          </p:cNvPr>
          <p:cNvSpPr>
            <a:spLocks noGrp="1"/>
          </p:cNvSpPr>
          <p:nvPr>
            <p:ph type="ftr" sz="quarter" idx="11"/>
          </p:nvPr>
        </p:nvSpPr>
        <p:spPr/>
        <p:txBody>
          <a:bodyPr/>
          <a:lstStyle/>
          <a:p>
            <a:r>
              <a:rPr lang="en-US" dirty="0"/>
              <a:t>© 2025–2027 Cognizant | Private</a:t>
            </a:r>
          </a:p>
        </p:txBody>
      </p:sp>
      <p:pic>
        <p:nvPicPr>
          <p:cNvPr id="4" name="Cognizant Logo_rgb_rev_2023" descr="Cognizant logo reversed, SVG format">
            <a:extLst>
              <a:ext uri="{FF2B5EF4-FFF2-40B4-BE49-F238E27FC236}">
                <a16:creationId xmlns:a16="http://schemas.microsoft.com/office/drawing/2014/main" id="{F48CEF13-69A0-4CCE-313A-DA11A522BBE6}"/>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07654051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E8652C-C9C8-9A40-04F7-A0D3A4233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33704F-FDBD-B695-9560-D8C629934B02}"/>
              </a:ext>
            </a:extLst>
          </p:cNvPr>
          <p:cNvSpPr>
            <a:spLocks noGrp="1"/>
          </p:cNvSpPr>
          <p:nvPr>
            <p:ph type="title"/>
          </p:nvPr>
        </p:nvSpPr>
        <p:spPr/>
        <p:txBody>
          <a:bodyPr/>
          <a:lstStyle/>
          <a:p>
            <a:r>
              <a:rPr lang="en-US" dirty="0"/>
              <a:t>Charts - line</a:t>
            </a:r>
          </a:p>
        </p:txBody>
      </p:sp>
      <p:sp>
        <p:nvSpPr>
          <p:cNvPr id="8" name="TextBox 7">
            <a:extLst>
              <a:ext uri="{FF2B5EF4-FFF2-40B4-BE49-F238E27FC236}">
                <a16:creationId xmlns:a16="http://schemas.microsoft.com/office/drawing/2014/main" id="{E61B1FD5-AC8C-E1ED-3257-5450E34F073A}"/>
              </a:ext>
            </a:extLst>
          </p:cNvPr>
          <p:cNvSpPr txBox="1"/>
          <p:nvPr/>
        </p:nvSpPr>
        <p:spPr>
          <a:xfrm>
            <a:off x="809296" y="1952540"/>
            <a:ext cx="2359154" cy="184666"/>
          </a:xfrm>
          <a:prstGeom prst="rect">
            <a:avLst/>
          </a:prstGeom>
          <a:noFill/>
        </p:spPr>
        <p:txBody>
          <a:bodyPr wrap="square" lIns="0" tIns="0" rIns="0" bIns="0" rtlCol="0">
            <a:spAutoFit/>
          </a:bodyPr>
          <a:lstStyle/>
          <a:p>
            <a:pPr defTabSz="914378">
              <a:defRPr/>
            </a:pPr>
            <a:r>
              <a:rPr lang="en-US" sz="1200" b="1">
                <a:cs typeface="+mn-cs"/>
              </a:rPr>
              <a:t>Line chart on light</a:t>
            </a:r>
          </a:p>
        </p:txBody>
      </p:sp>
      <p:graphicFrame>
        <p:nvGraphicFramePr>
          <p:cNvPr id="7" name="Chart 6" descr="Sample line chart with multiple data points over white background">
            <a:extLst>
              <a:ext uri="{FF2B5EF4-FFF2-40B4-BE49-F238E27FC236}">
                <a16:creationId xmlns:a16="http://schemas.microsoft.com/office/drawing/2014/main" id="{274E777E-1C3F-6BF9-1E83-86F3FB57B60E}"/>
              </a:ext>
            </a:extLst>
          </p:cNvPr>
          <p:cNvGraphicFramePr/>
          <p:nvPr/>
        </p:nvGraphicFramePr>
        <p:xfrm>
          <a:off x="633247" y="2852929"/>
          <a:ext cx="4423146" cy="282182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D9E16957-335A-06AB-776E-5F693C98A62C}"/>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12B0E8E0-A36C-3396-50AD-3C575CFA285C}"/>
              </a:ext>
            </a:extLst>
          </p:cNvPr>
          <p:cNvSpPr txBox="1"/>
          <p:nvPr/>
        </p:nvSpPr>
        <p:spPr bwMode="white">
          <a:xfrm>
            <a:off x="6926842" y="1952540"/>
            <a:ext cx="2359154" cy="184666"/>
          </a:xfrm>
          <a:prstGeom prst="rect">
            <a:avLst/>
          </a:prstGeom>
          <a:noFill/>
        </p:spPr>
        <p:txBody>
          <a:bodyPr wrap="square" lIns="0" tIns="0" rIns="0" bIns="0" rtlCol="0">
            <a:spAutoFit/>
          </a:bodyPr>
          <a:lstStyle/>
          <a:p>
            <a:pPr defTabSz="914378">
              <a:defRPr/>
            </a:pPr>
            <a:r>
              <a:rPr lang="en-US" sz="1200" b="1" dirty="0">
                <a:solidFill>
                  <a:schemeClr val="bg1"/>
                </a:solidFill>
                <a:cs typeface="+mn-cs"/>
              </a:rPr>
              <a:t>Line chart on dark</a:t>
            </a:r>
          </a:p>
        </p:txBody>
      </p:sp>
      <p:graphicFrame>
        <p:nvGraphicFramePr>
          <p:cNvPr id="4" name="Chart 3" descr="Sample line chart with multiple data points over dark blue background">
            <a:extLst>
              <a:ext uri="{FF2B5EF4-FFF2-40B4-BE49-F238E27FC236}">
                <a16:creationId xmlns:a16="http://schemas.microsoft.com/office/drawing/2014/main" id="{D7A30614-934D-6DE5-D85A-FFF2DA040AE3}"/>
              </a:ext>
            </a:extLst>
          </p:cNvPr>
          <p:cNvGraphicFramePr/>
          <p:nvPr/>
        </p:nvGraphicFramePr>
        <p:xfrm>
          <a:off x="6885766" y="2852929"/>
          <a:ext cx="4423146" cy="2821820"/>
        </p:xfrm>
        <a:graphic>
          <a:graphicData uri="http://schemas.openxmlformats.org/drawingml/2006/chart">
            <c:chart xmlns:c="http://schemas.openxmlformats.org/drawingml/2006/chart" xmlns:r="http://schemas.openxmlformats.org/officeDocument/2006/relationships" r:id="rId4"/>
          </a:graphicData>
        </a:graphic>
      </p:graphicFrame>
      <p:sp>
        <p:nvSpPr>
          <p:cNvPr id="5" name="Slide Number Placeholder 4">
            <a:extLst>
              <a:ext uri="{FF2B5EF4-FFF2-40B4-BE49-F238E27FC236}">
                <a16:creationId xmlns:a16="http://schemas.microsoft.com/office/drawing/2014/main" id="{37AE770B-B181-409F-0864-4901921E2104}"/>
              </a:ext>
            </a:extLst>
          </p:cNvPr>
          <p:cNvSpPr>
            <a:spLocks noGrp="1"/>
          </p:cNvSpPr>
          <p:nvPr>
            <p:ph type="sldNum" sz="quarter" idx="12"/>
          </p:nvPr>
        </p:nvSpPr>
        <p:spPr/>
        <p:txBody>
          <a:bodyPr/>
          <a:lstStyle/>
          <a:p>
            <a:fld id="{38826FC0-333C-E549-9FA3-0EE43DF298A3}" type="slidenum">
              <a:rPr lang="en-US" smtClean="0"/>
              <a:pPr/>
              <a:t>52</a:t>
            </a:fld>
            <a:endParaRPr lang="en-US"/>
          </a:p>
        </p:txBody>
      </p:sp>
      <p:sp>
        <p:nvSpPr>
          <p:cNvPr id="3" name="Footer Placeholder 2">
            <a:extLst>
              <a:ext uri="{FF2B5EF4-FFF2-40B4-BE49-F238E27FC236}">
                <a16:creationId xmlns:a16="http://schemas.microsoft.com/office/drawing/2014/main" id="{F0DA2136-6FF0-A3F7-00FC-0FD83EACB629}"/>
              </a:ext>
            </a:extLst>
          </p:cNvPr>
          <p:cNvSpPr>
            <a:spLocks noGrp="1"/>
          </p:cNvSpPr>
          <p:nvPr>
            <p:ph type="ftr" sz="quarter" idx="11"/>
          </p:nvPr>
        </p:nvSpPr>
        <p:spPr/>
        <p:txBody>
          <a:bodyPr/>
          <a:lstStyle/>
          <a:p>
            <a:r>
              <a:rPr lang="en-US" dirty="0"/>
              <a:t>© 2025–2027 Cognizant | Private</a:t>
            </a:r>
          </a:p>
        </p:txBody>
      </p:sp>
      <p:pic>
        <p:nvPicPr>
          <p:cNvPr id="10" name="Cognizant Logo_rgb_rev_2023" descr="Cognizant logo reversed, SVG format">
            <a:extLst>
              <a:ext uri="{FF2B5EF4-FFF2-40B4-BE49-F238E27FC236}">
                <a16:creationId xmlns:a16="http://schemas.microsoft.com/office/drawing/2014/main" id="{9F772BBA-51E1-D7AC-476E-9C96684464DE}"/>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2446381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257DD3-7A88-C643-C1F2-A94246366B28}"/>
            </a:ext>
          </a:extLst>
        </p:cNvPr>
        <p:cNvGrpSpPr/>
        <p:nvPr/>
      </p:nvGrpSpPr>
      <p:grpSpPr>
        <a:xfrm>
          <a:off x="0" y="0"/>
          <a:ext cx="0" cy="0"/>
          <a:chOff x="0" y="0"/>
          <a:chExt cx="0" cy="0"/>
        </a:xfrm>
      </p:grpSpPr>
      <p:sp>
        <p:nvSpPr>
          <p:cNvPr id="21" name="Rectangle 20">
            <a:extLst>
              <a:ext uri="{FF2B5EF4-FFF2-40B4-BE49-F238E27FC236}">
                <a16:creationId xmlns:a16="http://schemas.microsoft.com/office/drawing/2014/main" id="{CFEB6365-DB28-3AB3-2885-E181EED6C4B8}"/>
              </a:ext>
              <a:ext uri="{C183D7F6-B498-43B3-948B-1728B52AA6E4}">
                <adec:decorative xmlns:adec="http://schemas.microsoft.com/office/drawing/2017/decorative" val="1"/>
              </a:ext>
            </a:extLst>
          </p:cNvPr>
          <p:cNvSpPr/>
          <p:nvPr/>
        </p:nvSpPr>
        <p:spPr bwMode="ltGray">
          <a:xfrm>
            <a:off x="5858992" y="0"/>
            <a:ext cx="6333007"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CD3531-AB99-1266-59E3-88572BEB5588}"/>
              </a:ext>
            </a:extLst>
          </p:cNvPr>
          <p:cNvSpPr>
            <a:spLocks noGrp="1"/>
          </p:cNvSpPr>
          <p:nvPr>
            <p:ph type="title"/>
          </p:nvPr>
        </p:nvSpPr>
        <p:spPr/>
        <p:txBody>
          <a:bodyPr/>
          <a:lstStyle/>
          <a:p>
            <a:r>
              <a:rPr lang="en-US" dirty="0"/>
              <a:t>Charts - stacked area</a:t>
            </a:r>
          </a:p>
        </p:txBody>
      </p:sp>
      <p:sp>
        <p:nvSpPr>
          <p:cNvPr id="7" name="TextBox 6">
            <a:extLst>
              <a:ext uri="{FF2B5EF4-FFF2-40B4-BE49-F238E27FC236}">
                <a16:creationId xmlns:a16="http://schemas.microsoft.com/office/drawing/2014/main" id="{15B9437D-4DEB-34CB-4985-1447739786C1}"/>
              </a:ext>
            </a:extLst>
          </p:cNvPr>
          <p:cNvSpPr txBox="1"/>
          <p:nvPr/>
        </p:nvSpPr>
        <p:spPr>
          <a:xfrm>
            <a:off x="809296" y="1952540"/>
            <a:ext cx="2359154" cy="184666"/>
          </a:xfrm>
          <a:prstGeom prst="rect">
            <a:avLst/>
          </a:prstGeom>
          <a:noFill/>
        </p:spPr>
        <p:txBody>
          <a:bodyPr wrap="square" lIns="0" tIns="0" rIns="0" bIns="0" rtlCol="0">
            <a:spAutoFit/>
          </a:bodyPr>
          <a:lstStyle/>
          <a:p>
            <a:pPr defTabSz="914378">
              <a:defRPr/>
            </a:pPr>
            <a:r>
              <a:rPr lang="en-US" sz="1200" b="1">
                <a:cs typeface="+mn-cs"/>
              </a:rPr>
              <a:t>Stacked area chart on light</a:t>
            </a:r>
          </a:p>
        </p:txBody>
      </p:sp>
      <p:graphicFrame>
        <p:nvGraphicFramePr>
          <p:cNvPr id="9" name="Chart 8" descr="Sample stacked area chart over white background">
            <a:extLst>
              <a:ext uri="{FF2B5EF4-FFF2-40B4-BE49-F238E27FC236}">
                <a16:creationId xmlns:a16="http://schemas.microsoft.com/office/drawing/2014/main" id="{7C18768C-DEF2-563A-E16D-8D7AB042B4E9}"/>
              </a:ext>
            </a:extLst>
          </p:cNvPr>
          <p:cNvGraphicFramePr/>
          <p:nvPr/>
        </p:nvGraphicFramePr>
        <p:xfrm>
          <a:off x="314115" y="2426190"/>
          <a:ext cx="4660841" cy="3046422"/>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Box 11">
            <a:extLst>
              <a:ext uri="{FF2B5EF4-FFF2-40B4-BE49-F238E27FC236}">
                <a16:creationId xmlns:a16="http://schemas.microsoft.com/office/drawing/2014/main" id="{6338D133-40DD-BAE4-11C3-178E6AB08A69}"/>
              </a:ext>
            </a:extLst>
          </p:cNvPr>
          <p:cNvSpPr txBox="1"/>
          <p:nvPr/>
        </p:nvSpPr>
        <p:spPr>
          <a:xfrm>
            <a:off x="4090617" y="2860396"/>
            <a:ext cx="633422" cy="161583"/>
          </a:xfrm>
          <a:prstGeom prst="rect">
            <a:avLst/>
          </a:prstGeom>
          <a:noFill/>
        </p:spPr>
        <p:txBody>
          <a:bodyPr wrap="square" lIns="0" tIns="0" rIns="0" bIns="0" rtlCol="0">
            <a:spAutoFit/>
          </a:bodyPr>
          <a:lstStyle/>
          <a:p>
            <a:pPr defTabSz="914378">
              <a:defRPr/>
            </a:pPr>
            <a:r>
              <a:rPr lang="en-US" sz="1050">
                <a:cs typeface="+mn-cs"/>
              </a:rPr>
              <a:t>Series 3</a:t>
            </a:r>
          </a:p>
        </p:txBody>
      </p:sp>
      <p:sp>
        <p:nvSpPr>
          <p:cNvPr id="11" name="TextBox 10">
            <a:extLst>
              <a:ext uri="{FF2B5EF4-FFF2-40B4-BE49-F238E27FC236}">
                <a16:creationId xmlns:a16="http://schemas.microsoft.com/office/drawing/2014/main" id="{3A0A8E14-DA18-82D8-B034-AD11D9E1A8E6}"/>
              </a:ext>
            </a:extLst>
          </p:cNvPr>
          <p:cNvSpPr txBox="1"/>
          <p:nvPr/>
        </p:nvSpPr>
        <p:spPr bwMode="white">
          <a:xfrm>
            <a:off x="4090617" y="3789261"/>
            <a:ext cx="633422" cy="161583"/>
          </a:xfrm>
          <a:prstGeom prst="rect">
            <a:avLst/>
          </a:prstGeom>
          <a:noFill/>
        </p:spPr>
        <p:txBody>
          <a:bodyPr wrap="square" lIns="0" tIns="0" rIns="0" bIns="0" rtlCol="0">
            <a:spAutoFit/>
          </a:bodyPr>
          <a:lstStyle/>
          <a:p>
            <a:pPr defTabSz="914378">
              <a:defRPr/>
            </a:pPr>
            <a:r>
              <a:rPr lang="en-US" sz="1050" dirty="0">
                <a:solidFill>
                  <a:schemeClr val="bg1"/>
                </a:solidFill>
                <a:cs typeface="+mn-cs"/>
              </a:rPr>
              <a:t>Series 2</a:t>
            </a:r>
          </a:p>
        </p:txBody>
      </p:sp>
      <p:sp>
        <p:nvSpPr>
          <p:cNvPr id="10" name="TextBox 9">
            <a:extLst>
              <a:ext uri="{FF2B5EF4-FFF2-40B4-BE49-F238E27FC236}">
                <a16:creationId xmlns:a16="http://schemas.microsoft.com/office/drawing/2014/main" id="{B528D21A-E451-EEB6-8C55-FFACB832B68B}"/>
              </a:ext>
            </a:extLst>
          </p:cNvPr>
          <p:cNvSpPr txBox="1"/>
          <p:nvPr/>
        </p:nvSpPr>
        <p:spPr bwMode="white">
          <a:xfrm>
            <a:off x="4090617" y="4773231"/>
            <a:ext cx="633422" cy="161583"/>
          </a:xfrm>
          <a:prstGeom prst="rect">
            <a:avLst/>
          </a:prstGeom>
          <a:noFill/>
        </p:spPr>
        <p:txBody>
          <a:bodyPr wrap="square" lIns="0" tIns="0" rIns="0" bIns="0" rtlCol="0">
            <a:spAutoFit/>
          </a:bodyPr>
          <a:lstStyle/>
          <a:p>
            <a:pPr defTabSz="914378">
              <a:defRPr/>
            </a:pPr>
            <a:r>
              <a:rPr lang="en-US" sz="1050" dirty="0">
                <a:solidFill>
                  <a:schemeClr val="bg1"/>
                </a:solidFill>
                <a:cs typeface="+mn-cs"/>
              </a:rPr>
              <a:t>Series 1</a:t>
            </a:r>
          </a:p>
        </p:txBody>
      </p:sp>
      <p:sp>
        <p:nvSpPr>
          <p:cNvPr id="8" name="TextBox 7">
            <a:extLst>
              <a:ext uri="{FF2B5EF4-FFF2-40B4-BE49-F238E27FC236}">
                <a16:creationId xmlns:a16="http://schemas.microsoft.com/office/drawing/2014/main" id="{0343CA38-1A69-8810-63CD-9D6A58049EFB}"/>
              </a:ext>
            </a:extLst>
          </p:cNvPr>
          <p:cNvSpPr txBox="1"/>
          <p:nvPr/>
        </p:nvSpPr>
        <p:spPr bwMode="white">
          <a:xfrm>
            <a:off x="6926843" y="1952540"/>
            <a:ext cx="2359154" cy="184666"/>
          </a:xfrm>
          <a:prstGeom prst="rect">
            <a:avLst/>
          </a:prstGeom>
          <a:noFill/>
        </p:spPr>
        <p:txBody>
          <a:bodyPr wrap="square" lIns="0" tIns="0" rIns="0" bIns="0" rtlCol="0">
            <a:spAutoFit/>
          </a:bodyPr>
          <a:lstStyle/>
          <a:p>
            <a:pPr defTabSz="914378">
              <a:defRPr/>
            </a:pPr>
            <a:r>
              <a:rPr lang="en-US" sz="1200" b="1" dirty="0">
                <a:solidFill>
                  <a:schemeClr val="bg1"/>
                </a:solidFill>
                <a:cs typeface="+mn-cs"/>
              </a:rPr>
              <a:t>Stacked area chart on dark</a:t>
            </a:r>
          </a:p>
        </p:txBody>
      </p:sp>
      <p:graphicFrame>
        <p:nvGraphicFramePr>
          <p:cNvPr id="14" name="Chart 13" descr="Sample stacked area chart over dark blue background">
            <a:extLst>
              <a:ext uri="{FF2B5EF4-FFF2-40B4-BE49-F238E27FC236}">
                <a16:creationId xmlns:a16="http://schemas.microsoft.com/office/drawing/2014/main" id="{3407E343-ABE9-8E04-D15D-F40468D3B46D}"/>
              </a:ext>
            </a:extLst>
          </p:cNvPr>
          <p:cNvGraphicFramePr/>
          <p:nvPr/>
        </p:nvGraphicFramePr>
        <p:xfrm>
          <a:off x="6559932" y="2426190"/>
          <a:ext cx="4660841" cy="3046422"/>
        </p:xfrm>
        <a:graphic>
          <a:graphicData uri="http://schemas.openxmlformats.org/drawingml/2006/chart">
            <c:chart xmlns:c="http://schemas.openxmlformats.org/drawingml/2006/chart" xmlns:r="http://schemas.openxmlformats.org/officeDocument/2006/relationships" r:id="rId4"/>
          </a:graphicData>
        </a:graphic>
      </p:graphicFrame>
      <p:sp>
        <p:nvSpPr>
          <p:cNvPr id="28" name="TextBox 27">
            <a:extLst>
              <a:ext uri="{FF2B5EF4-FFF2-40B4-BE49-F238E27FC236}">
                <a16:creationId xmlns:a16="http://schemas.microsoft.com/office/drawing/2014/main" id="{777CF4D9-8EDB-CAE9-256B-D59479AEA6C0}"/>
              </a:ext>
            </a:extLst>
          </p:cNvPr>
          <p:cNvSpPr txBox="1"/>
          <p:nvPr/>
        </p:nvSpPr>
        <p:spPr>
          <a:xfrm>
            <a:off x="10331028" y="2860396"/>
            <a:ext cx="633422" cy="161583"/>
          </a:xfrm>
          <a:prstGeom prst="rect">
            <a:avLst/>
          </a:prstGeom>
          <a:noFill/>
        </p:spPr>
        <p:txBody>
          <a:bodyPr wrap="square" lIns="0" tIns="0" rIns="0" bIns="0" rtlCol="0">
            <a:spAutoFit/>
          </a:bodyPr>
          <a:lstStyle/>
          <a:p>
            <a:pPr defTabSz="914378">
              <a:defRPr/>
            </a:pPr>
            <a:r>
              <a:rPr lang="en-US" sz="1050">
                <a:cs typeface="+mn-cs"/>
              </a:rPr>
              <a:t>Series 3</a:t>
            </a:r>
          </a:p>
        </p:txBody>
      </p:sp>
      <p:sp>
        <p:nvSpPr>
          <p:cNvPr id="17" name="TextBox 16">
            <a:extLst>
              <a:ext uri="{FF2B5EF4-FFF2-40B4-BE49-F238E27FC236}">
                <a16:creationId xmlns:a16="http://schemas.microsoft.com/office/drawing/2014/main" id="{D886F422-0CD4-6EFB-B4ED-6775CC345BDD}"/>
              </a:ext>
            </a:extLst>
          </p:cNvPr>
          <p:cNvSpPr txBox="1"/>
          <p:nvPr/>
        </p:nvSpPr>
        <p:spPr>
          <a:xfrm>
            <a:off x="10331028" y="3789261"/>
            <a:ext cx="633422" cy="161583"/>
          </a:xfrm>
          <a:prstGeom prst="rect">
            <a:avLst/>
          </a:prstGeom>
          <a:noFill/>
        </p:spPr>
        <p:txBody>
          <a:bodyPr wrap="square" lIns="0" tIns="0" rIns="0" bIns="0" rtlCol="0">
            <a:spAutoFit/>
          </a:bodyPr>
          <a:lstStyle/>
          <a:p>
            <a:pPr defTabSz="914378">
              <a:defRPr/>
            </a:pPr>
            <a:r>
              <a:rPr lang="en-US" sz="1050">
                <a:cs typeface="+mn-cs"/>
              </a:rPr>
              <a:t>Series 2</a:t>
            </a:r>
          </a:p>
        </p:txBody>
      </p:sp>
      <p:sp>
        <p:nvSpPr>
          <p:cNvPr id="15" name="TextBox 14">
            <a:extLst>
              <a:ext uri="{FF2B5EF4-FFF2-40B4-BE49-F238E27FC236}">
                <a16:creationId xmlns:a16="http://schemas.microsoft.com/office/drawing/2014/main" id="{066AB2D2-2EF2-BD74-4ADD-3986E383F5BF}"/>
              </a:ext>
            </a:extLst>
          </p:cNvPr>
          <p:cNvSpPr txBox="1"/>
          <p:nvPr/>
        </p:nvSpPr>
        <p:spPr bwMode="white">
          <a:xfrm>
            <a:off x="10331028" y="4773231"/>
            <a:ext cx="633422" cy="161583"/>
          </a:xfrm>
          <a:prstGeom prst="rect">
            <a:avLst/>
          </a:prstGeom>
          <a:noFill/>
        </p:spPr>
        <p:txBody>
          <a:bodyPr wrap="square" lIns="0" tIns="0" rIns="0" bIns="0" rtlCol="0">
            <a:spAutoFit/>
          </a:bodyPr>
          <a:lstStyle/>
          <a:p>
            <a:pPr defTabSz="914378">
              <a:defRPr/>
            </a:pPr>
            <a:r>
              <a:rPr lang="en-US" sz="1050" dirty="0">
                <a:solidFill>
                  <a:schemeClr val="bg1"/>
                </a:solidFill>
                <a:cs typeface="+mn-cs"/>
              </a:rPr>
              <a:t>Series 1</a:t>
            </a:r>
          </a:p>
        </p:txBody>
      </p:sp>
      <p:sp>
        <p:nvSpPr>
          <p:cNvPr id="5" name="Slide Number Placeholder 4">
            <a:extLst>
              <a:ext uri="{FF2B5EF4-FFF2-40B4-BE49-F238E27FC236}">
                <a16:creationId xmlns:a16="http://schemas.microsoft.com/office/drawing/2014/main" id="{08684E93-8CF0-C88A-B6A3-B7EEAD9BB284}"/>
              </a:ext>
            </a:extLst>
          </p:cNvPr>
          <p:cNvSpPr>
            <a:spLocks noGrp="1"/>
          </p:cNvSpPr>
          <p:nvPr>
            <p:ph type="sldNum" sz="quarter" idx="12"/>
          </p:nvPr>
        </p:nvSpPr>
        <p:spPr/>
        <p:txBody>
          <a:bodyPr/>
          <a:lstStyle/>
          <a:p>
            <a:fld id="{C53E075B-3175-45CF-B3C7-FEDF3F5961E3}" type="slidenum">
              <a:rPr lang="en-US" smtClean="0"/>
              <a:pPr/>
              <a:t>53</a:t>
            </a:fld>
            <a:endParaRPr lang="en-US"/>
          </a:p>
        </p:txBody>
      </p:sp>
      <p:sp>
        <p:nvSpPr>
          <p:cNvPr id="3" name="Footer Placeholder 2">
            <a:extLst>
              <a:ext uri="{FF2B5EF4-FFF2-40B4-BE49-F238E27FC236}">
                <a16:creationId xmlns:a16="http://schemas.microsoft.com/office/drawing/2014/main" id="{E131F72C-59CC-9935-4DAA-DB143B0C42EB}"/>
              </a:ext>
            </a:extLst>
          </p:cNvPr>
          <p:cNvSpPr>
            <a:spLocks noGrp="1"/>
          </p:cNvSpPr>
          <p:nvPr>
            <p:ph type="ftr" sz="quarter" idx="11"/>
          </p:nvPr>
        </p:nvSpPr>
        <p:spPr/>
        <p:txBody>
          <a:bodyPr/>
          <a:lstStyle/>
          <a:p>
            <a:r>
              <a:rPr lang="en-US" dirty="0"/>
              <a:t>© 2025–2027 Cognizant | Private</a:t>
            </a:r>
          </a:p>
        </p:txBody>
      </p:sp>
      <p:pic>
        <p:nvPicPr>
          <p:cNvPr id="4" name="Cognizant Logo_rgb_rev_2023" descr="Cognizant logo reversed, SVG format">
            <a:extLst>
              <a:ext uri="{FF2B5EF4-FFF2-40B4-BE49-F238E27FC236}">
                <a16:creationId xmlns:a16="http://schemas.microsoft.com/office/drawing/2014/main" id="{18CAD74D-04DA-60C9-0A27-6AF6F1E058CE}"/>
              </a:ext>
            </a:extLst>
          </p:cNvPr>
          <p:cNvPicPr>
            <a:picLocks noChangeAspect="1"/>
          </p:cNvPicPr>
          <p:nvPr/>
        </p:nvPicPr>
        <p:blipFill rotWithShape="1">
          <a:blip r:embed="rId5">
            <a:extLst>
              <a:ext uri="{96DAC541-7B7A-43D3-8B79-37D633B846F1}">
                <asvg:svgBlip xmlns:asvg="http://schemas.microsoft.com/office/drawing/2016/SVG/main" r:embed="rId6"/>
              </a:ext>
            </a:extLst>
          </a:blip>
          <a:srcRect l="66" r="66"/>
          <a:stretch/>
        </p:blipFill>
        <p:spPr bwMode="ltGray">
          <a:xfrm>
            <a:off x="10591729" y="6454070"/>
            <a:ext cx="1170432" cy="205448"/>
          </a:xfrm>
          <a:prstGeom prst="rect">
            <a:avLst/>
          </a:prstGeom>
        </p:spPr>
      </p:pic>
    </p:spTree>
    <p:extLst>
      <p:ext uri="{BB962C8B-B14F-4D97-AF65-F5344CB8AC3E}">
        <p14:creationId xmlns:p14="http://schemas.microsoft.com/office/powerpoint/2010/main" val="342592126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8C37BD-60E1-928A-71FE-B9736EC8C252}"/>
              </a:ext>
            </a:extLst>
          </p:cNvPr>
          <p:cNvSpPr>
            <a:spLocks noGrp="1"/>
          </p:cNvSpPr>
          <p:nvPr>
            <p:ph type="title"/>
          </p:nvPr>
        </p:nvSpPr>
        <p:spPr>
          <a:xfrm>
            <a:off x="457200" y="457200"/>
            <a:ext cx="11277600" cy="332399"/>
          </a:xfrm>
        </p:spPr>
        <p:txBody>
          <a:bodyPr/>
          <a:lstStyle/>
          <a:p>
            <a:r>
              <a:rPr lang="en-US"/>
              <a:t>Basic table</a:t>
            </a:r>
          </a:p>
        </p:txBody>
      </p:sp>
      <p:graphicFrame>
        <p:nvGraphicFramePr>
          <p:cNvPr id="26" name="Content Placeholder 25">
            <a:extLst>
              <a:ext uri="{FF2B5EF4-FFF2-40B4-BE49-F238E27FC236}">
                <a16:creationId xmlns:a16="http://schemas.microsoft.com/office/drawing/2014/main" id="{CABF4DA3-04C2-D5EE-3398-536121420DBD}"/>
              </a:ext>
            </a:extLst>
          </p:cNvPr>
          <p:cNvGraphicFramePr>
            <a:graphicFrameLocks noGrp="1"/>
          </p:cNvGraphicFramePr>
          <p:nvPr>
            <p:ph idx="1"/>
          </p:nvPr>
        </p:nvGraphicFramePr>
        <p:xfrm>
          <a:off x="457200" y="1447800"/>
          <a:ext cx="11226800" cy="4850419"/>
        </p:xfrm>
        <a:graphic>
          <a:graphicData uri="http://schemas.openxmlformats.org/drawingml/2006/table">
            <a:tbl>
              <a:tblPr firstRow="1">
                <a:noFill/>
                <a:tableStyleId>{5C22544A-7EE6-4342-B048-85BDC9FD1C3A}</a:tableStyleId>
              </a:tblPr>
              <a:tblGrid>
                <a:gridCol w="2245360">
                  <a:extLst>
                    <a:ext uri="{9D8B030D-6E8A-4147-A177-3AD203B41FA5}">
                      <a16:colId xmlns:a16="http://schemas.microsoft.com/office/drawing/2014/main" val="4212827071"/>
                    </a:ext>
                  </a:extLst>
                </a:gridCol>
                <a:gridCol w="2245360">
                  <a:extLst>
                    <a:ext uri="{9D8B030D-6E8A-4147-A177-3AD203B41FA5}">
                      <a16:colId xmlns:a16="http://schemas.microsoft.com/office/drawing/2014/main" val="1335836556"/>
                    </a:ext>
                  </a:extLst>
                </a:gridCol>
                <a:gridCol w="2245360">
                  <a:extLst>
                    <a:ext uri="{9D8B030D-6E8A-4147-A177-3AD203B41FA5}">
                      <a16:colId xmlns:a16="http://schemas.microsoft.com/office/drawing/2014/main" val="4176191926"/>
                    </a:ext>
                  </a:extLst>
                </a:gridCol>
                <a:gridCol w="2245360">
                  <a:extLst>
                    <a:ext uri="{9D8B030D-6E8A-4147-A177-3AD203B41FA5}">
                      <a16:colId xmlns:a16="http://schemas.microsoft.com/office/drawing/2014/main" val="1625387831"/>
                    </a:ext>
                  </a:extLst>
                </a:gridCol>
                <a:gridCol w="2245360">
                  <a:extLst>
                    <a:ext uri="{9D8B030D-6E8A-4147-A177-3AD203B41FA5}">
                      <a16:colId xmlns:a16="http://schemas.microsoft.com/office/drawing/2014/main" val="3444638845"/>
                    </a:ext>
                  </a:extLst>
                </a:gridCol>
              </a:tblGrid>
              <a:tr h="477265">
                <a:tc>
                  <a:txBody>
                    <a:bodyPr/>
                    <a:lstStyle/>
                    <a:p>
                      <a:pPr algn="l" fontAlgn="ctr"/>
                      <a:r>
                        <a:rPr lang="en-US" sz="1400" b="1" kern="1200" dirty="0">
                          <a:solidFill>
                            <a:schemeClr val="tx1"/>
                          </a:solidFill>
                          <a:effectLst/>
                          <a:latin typeface="+mn-lt"/>
                          <a:ea typeface="+mn-ea"/>
                          <a:cs typeface="+mn-cs"/>
                        </a:rPr>
                        <a:t>Subtitle</a:t>
                      </a:r>
                      <a:endParaRPr lang="en-US" sz="1400" b="1" i="0" u="none" strike="noStrike" dirty="0">
                        <a:solidFill>
                          <a:schemeClr val="tx1"/>
                        </a:solidFill>
                        <a:effectLst/>
                        <a:latin typeface="+mn-lt"/>
                        <a:cs typeface="+mn-cs"/>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87538"/>
                  </a:ext>
                </a:extLst>
              </a:tr>
              <a:tr h="485906">
                <a:tc>
                  <a:txBody>
                    <a:bodyPr/>
                    <a:lstStyle/>
                    <a:p>
                      <a:pPr marL="0" algn="l" rtl="0" eaLnBrk="1" fontAlgn="ctr" latinLnBrk="0" hangingPunct="1">
                        <a:spcBef>
                          <a:spcPts val="0"/>
                        </a:spcBef>
                        <a:spcAft>
                          <a:spcPts val="0"/>
                        </a:spcAft>
                      </a:pPr>
                      <a:r>
                        <a:rPr lang="en-US" sz="1100" b="0" i="0" u="none" strike="noStrike" kern="1200">
                          <a:solidFill>
                            <a:srgbClr val="000048"/>
                          </a:solidFill>
                          <a:effectLst/>
                          <a:latin typeface="+mn-lt"/>
                        </a:rPr>
                        <a:t>Topic</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algn="l" rtl="0" eaLnBrk="1" fontAlgn="ctr" latinLnBrk="0" hangingPunct="1">
                        <a:spcBef>
                          <a:spcPts val="0"/>
                        </a:spcBef>
                        <a:spcAft>
                          <a:spcPts val="0"/>
                        </a:spcAft>
                      </a:pPr>
                      <a:r>
                        <a:rPr lang="en-US" sz="1100" b="0" i="0" u="none" strike="noStrike" kern="1200">
                          <a:solidFill>
                            <a:srgbClr val="000048"/>
                          </a:solidFill>
                          <a:effectLst/>
                          <a:latin typeface="+mn-lt"/>
                        </a:rPr>
                        <a:t>Topic</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rgbClr val="000048"/>
                          </a:solidFill>
                          <a:effectLst/>
                          <a:latin typeface="+mn-lt"/>
                        </a:rPr>
                        <a:t>Topic</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rgbClr val="000048"/>
                          </a:solidFill>
                          <a:effectLst/>
                          <a:latin typeface="+mn-lt"/>
                        </a:rPr>
                        <a:t>Topic</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rgbClr val="000048"/>
                          </a:solidFill>
                          <a:effectLst/>
                          <a:latin typeface="+mn-lt"/>
                        </a:rPr>
                        <a:t>Topic</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4524055"/>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372"/>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245806"/>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985291"/>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518107"/>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262629"/>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578711"/>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332093"/>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ECECEB"/>
                    </a:solid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rgbClr val="000048"/>
                          </a:solidFill>
                          <a:effectLst/>
                          <a:latin typeface="+mn-lt"/>
                        </a:rPr>
                        <a:t>Topic </a:t>
                      </a:r>
                      <a:endParaRPr lang="en-US" sz="1100" b="0" i="0" u="none" strike="noStrike">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rgbClr val="000048"/>
                          </a:solidFill>
                          <a:effectLst/>
                          <a:latin typeface="+mn-lt"/>
                        </a:rPr>
                        <a:t>Topic </a:t>
                      </a:r>
                      <a:endParaRPr lang="en-US" sz="1100" b="0" i="0" u="none" strike="noStrike" dirty="0">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300549"/>
                  </a:ext>
                </a:extLst>
              </a:tr>
            </a:tbl>
          </a:graphicData>
        </a:graphic>
      </p:graphicFrame>
      <p:sp>
        <p:nvSpPr>
          <p:cNvPr id="2" name="Slide Number Placeholder 1">
            <a:extLst>
              <a:ext uri="{FF2B5EF4-FFF2-40B4-BE49-F238E27FC236}">
                <a16:creationId xmlns:a16="http://schemas.microsoft.com/office/drawing/2014/main" id="{EB803E80-BB19-231B-3BC7-972989BF4727}"/>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54</a:t>
            </a:fld>
            <a:endParaRPr lang="en-US"/>
          </a:p>
        </p:txBody>
      </p:sp>
      <p:sp>
        <p:nvSpPr>
          <p:cNvPr id="5" name="Footer Placeholder 4">
            <a:extLst>
              <a:ext uri="{FF2B5EF4-FFF2-40B4-BE49-F238E27FC236}">
                <a16:creationId xmlns:a16="http://schemas.microsoft.com/office/drawing/2014/main" id="{1E2E7FB8-52C0-44A1-E008-BD20D1273D1F}"/>
              </a:ext>
            </a:extLst>
          </p:cNvPr>
          <p:cNvSpPr>
            <a:spLocks noGrp="1"/>
          </p:cNvSpPr>
          <p:nvPr>
            <p:ph type="ftr" sz="quarter" idx="11"/>
          </p:nvPr>
        </p:nvSpPr>
        <p:spPr>
          <a:xfrm>
            <a:off x="1005840" y="6400800"/>
            <a:ext cx="1371600" cy="228600"/>
          </a:xfrm>
        </p:spPr>
        <p:txBody>
          <a:bodyPr/>
          <a:lstStyle/>
          <a:p>
            <a:r>
              <a:rPr lang="en-US" dirty="0"/>
              <a:t>© 2025–2027 Cognizant | Private</a:t>
            </a:r>
          </a:p>
        </p:txBody>
      </p:sp>
      <p:sp>
        <p:nvSpPr>
          <p:cNvPr id="4" name="TextBox 3">
            <a:extLst>
              <a:ext uri="{FF2B5EF4-FFF2-40B4-BE49-F238E27FC236}">
                <a16:creationId xmlns:a16="http://schemas.microsoft.com/office/drawing/2014/main" id="{40E7006A-6670-5A3B-2FAD-8AFBC6D3C89C}"/>
              </a:ext>
            </a:extLst>
          </p:cNvPr>
          <p:cNvSpPr txBox="1"/>
          <p:nvPr/>
        </p:nvSpPr>
        <p:spPr>
          <a:xfrm>
            <a:off x="9994392" y="0"/>
            <a:ext cx="2197608" cy="824420"/>
          </a:xfrm>
          <a:prstGeom prst="rect">
            <a:avLst/>
          </a:prstGeom>
          <a:solidFill>
            <a:srgbClr val="B81F2D"/>
          </a:solidFill>
        </p:spPr>
        <p:txBody>
          <a:bodyPr wrap="square" lIns="182880" tIns="91440" rIns="182880" bIns="91440" anchor="ctr">
            <a:noAutofit/>
          </a:bodyPr>
          <a:lstStyle/>
          <a:p>
            <a:r>
              <a:rPr lang="en-US" sz="1050">
                <a:solidFill>
                  <a:schemeClr val="bg1"/>
                </a:solidFill>
                <a:cs typeface="+mn-cs"/>
              </a:rPr>
              <a:t>Table spacing formatting:</a:t>
            </a:r>
          </a:p>
          <a:p>
            <a:pPr marL="171450" indent="-107950">
              <a:buFont typeface="Arial" panose="020B0604020202020204" pitchFamily="34" charset="0"/>
              <a:buChar char="•"/>
            </a:pPr>
            <a:r>
              <a:rPr lang="en-US" sz="1000">
                <a:solidFill>
                  <a:schemeClr val="bg1"/>
                </a:solidFill>
                <a:cs typeface="+mn-cs"/>
              </a:rPr>
              <a:t>.1” margins all around</a:t>
            </a:r>
          </a:p>
          <a:p>
            <a:pPr marL="171450" indent="-107950">
              <a:buFont typeface="Arial" panose="020B0604020202020204" pitchFamily="34" charset="0"/>
              <a:buChar char="•"/>
            </a:pPr>
            <a:r>
              <a:rPr lang="en-US" sz="1000">
                <a:solidFill>
                  <a:schemeClr val="bg1"/>
                </a:solidFill>
                <a:cs typeface="+mn-cs"/>
              </a:rPr>
              <a:t>1pt horizontal divider lines (Light gray accent 6)</a:t>
            </a:r>
          </a:p>
        </p:txBody>
      </p:sp>
    </p:spTree>
    <p:extLst>
      <p:ext uri="{BB962C8B-B14F-4D97-AF65-F5344CB8AC3E}">
        <p14:creationId xmlns:p14="http://schemas.microsoft.com/office/powerpoint/2010/main" val="350400867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CE4974-1616-E20A-C98A-1ECD079576A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0B51EB8-4A54-5D4E-C254-E6C9C7853E91}"/>
              </a:ext>
            </a:extLst>
          </p:cNvPr>
          <p:cNvSpPr>
            <a:spLocks noGrp="1"/>
          </p:cNvSpPr>
          <p:nvPr>
            <p:ph type="title"/>
          </p:nvPr>
        </p:nvSpPr>
        <p:spPr>
          <a:xfrm>
            <a:off x="457200" y="457200"/>
            <a:ext cx="11277600" cy="332399"/>
          </a:xfrm>
        </p:spPr>
        <p:txBody>
          <a:bodyPr/>
          <a:lstStyle/>
          <a:p>
            <a:r>
              <a:rPr lang="en-US"/>
              <a:t>Basic table (PowerPoint default style)</a:t>
            </a:r>
          </a:p>
        </p:txBody>
      </p:sp>
      <p:sp>
        <p:nvSpPr>
          <p:cNvPr id="5" name="TextBox 4">
            <a:extLst>
              <a:ext uri="{FF2B5EF4-FFF2-40B4-BE49-F238E27FC236}">
                <a16:creationId xmlns:a16="http://schemas.microsoft.com/office/drawing/2014/main" id="{96BAAB0E-1084-BA2B-3920-8A882944DC00}"/>
              </a:ext>
            </a:extLst>
          </p:cNvPr>
          <p:cNvSpPr txBox="1"/>
          <p:nvPr/>
        </p:nvSpPr>
        <p:spPr>
          <a:xfrm>
            <a:off x="457201" y="789599"/>
            <a:ext cx="5638800" cy="553998"/>
          </a:xfrm>
          <a:prstGeom prst="rect">
            <a:avLst/>
          </a:prstGeom>
          <a:noFill/>
        </p:spPr>
        <p:txBody>
          <a:bodyPr wrap="square" lIns="0" tIns="0" rIns="0" bIns="0" rtlCol="0">
            <a:spAutoFit/>
          </a:bodyPr>
          <a:lstStyle/>
          <a:p>
            <a:pPr algn="l">
              <a:spcAft>
                <a:spcPts val="600"/>
              </a:spcAft>
            </a:pPr>
            <a:r>
              <a:rPr lang="en-US" sz="1200">
                <a:solidFill>
                  <a:srgbClr val="B81F2D"/>
                </a:solidFill>
              </a:rPr>
              <a:t>Note: when inserting a table, this is the default style. Reformat to preferred Cognizant style under the Table Design tab. Uncheck “Banded Rows” if desired, </a:t>
            </a:r>
            <a:br>
              <a:rPr lang="en-US" sz="1200">
                <a:solidFill>
                  <a:srgbClr val="B81F2D"/>
                </a:solidFill>
              </a:rPr>
            </a:br>
            <a:r>
              <a:rPr lang="en-US" sz="1200">
                <a:solidFill>
                  <a:srgbClr val="B81F2D"/>
                </a:solidFill>
              </a:rPr>
              <a:t>but try to maintain a Header Row for accessibility purposes.</a:t>
            </a:r>
          </a:p>
        </p:txBody>
      </p:sp>
      <p:graphicFrame>
        <p:nvGraphicFramePr>
          <p:cNvPr id="26" name="Content Placeholder 25">
            <a:extLst>
              <a:ext uri="{FF2B5EF4-FFF2-40B4-BE49-F238E27FC236}">
                <a16:creationId xmlns:a16="http://schemas.microsoft.com/office/drawing/2014/main" id="{A4A265B6-9BCD-6843-CDE4-DD45846B5212}"/>
              </a:ext>
            </a:extLst>
          </p:cNvPr>
          <p:cNvGraphicFramePr>
            <a:graphicFrameLocks noGrp="1"/>
          </p:cNvGraphicFramePr>
          <p:nvPr>
            <p:ph idx="1"/>
          </p:nvPr>
        </p:nvGraphicFramePr>
        <p:xfrm>
          <a:off x="457200" y="1447800"/>
          <a:ext cx="11226800" cy="4364513"/>
        </p:xfrm>
        <a:graphic>
          <a:graphicData uri="http://schemas.openxmlformats.org/drawingml/2006/table">
            <a:tbl>
              <a:tblPr firstRow="1" bandRow="1">
                <a:tableStyleId>{8EC20E35-A176-4012-BC5E-935CFFF8708E}</a:tableStyleId>
              </a:tblPr>
              <a:tblGrid>
                <a:gridCol w="2245360">
                  <a:extLst>
                    <a:ext uri="{9D8B030D-6E8A-4147-A177-3AD203B41FA5}">
                      <a16:colId xmlns:a16="http://schemas.microsoft.com/office/drawing/2014/main" val="4212827071"/>
                    </a:ext>
                  </a:extLst>
                </a:gridCol>
                <a:gridCol w="2245360">
                  <a:extLst>
                    <a:ext uri="{9D8B030D-6E8A-4147-A177-3AD203B41FA5}">
                      <a16:colId xmlns:a16="http://schemas.microsoft.com/office/drawing/2014/main" val="1335836556"/>
                    </a:ext>
                  </a:extLst>
                </a:gridCol>
                <a:gridCol w="2245360">
                  <a:extLst>
                    <a:ext uri="{9D8B030D-6E8A-4147-A177-3AD203B41FA5}">
                      <a16:colId xmlns:a16="http://schemas.microsoft.com/office/drawing/2014/main" val="4176191926"/>
                    </a:ext>
                  </a:extLst>
                </a:gridCol>
                <a:gridCol w="2245360">
                  <a:extLst>
                    <a:ext uri="{9D8B030D-6E8A-4147-A177-3AD203B41FA5}">
                      <a16:colId xmlns:a16="http://schemas.microsoft.com/office/drawing/2014/main" val="1625387831"/>
                    </a:ext>
                  </a:extLst>
                </a:gridCol>
                <a:gridCol w="2245360">
                  <a:extLst>
                    <a:ext uri="{9D8B030D-6E8A-4147-A177-3AD203B41FA5}">
                      <a16:colId xmlns:a16="http://schemas.microsoft.com/office/drawing/2014/main" val="3444638845"/>
                    </a:ext>
                  </a:extLst>
                </a:gridCol>
              </a:tblGrid>
              <a:tr h="477265">
                <a:tc>
                  <a:txBody>
                    <a:bodyPr/>
                    <a:lstStyle/>
                    <a:p>
                      <a:pPr algn="l" fontAlgn="ctr"/>
                      <a:r>
                        <a:rPr lang="en-US" sz="1100" b="1" u="none" strike="noStrike" dirty="0">
                          <a:solidFill>
                            <a:schemeClr val="bg1"/>
                          </a:solidFill>
                          <a:effectLst/>
                        </a:rPr>
                        <a:t>Subtitle</a:t>
                      </a:r>
                      <a:endParaRPr lang="en-US" sz="1100" b="1" i="0" u="none" strike="noStrike" dirty="0">
                        <a:solidFill>
                          <a:schemeClr val="bg1"/>
                        </a:solidFill>
                        <a:effectLst/>
                        <a:latin typeface="+mn-lt"/>
                        <a:cs typeface="+mn-cs"/>
                      </a:endParaRPr>
                    </a:p>
                  </a:txBody>
                  <a:tcPr marT="91440" marB="91440"/>
                </a:tc>
                <a:tc>
                  <a:txBody>
                    <a:bodyPr/>
                    <a:lstStyle/>
                    <a:p>
                      <a:pPr marL="0" algn="l" rtl="0" eaLnBrk="1" fontAlgn="ctr" latinLnBrk="0" hangingPunct="1">
                        <a:spcBef>
                          <a:spcPts val="0"/>
                        </a:spcBef>
                        <a:spcAft>
                          <a:spcPts val="0"/>
                        </a:spcAft>
                      </a:pPr>
                      <a:r>
                        <a:rPr lang="en-US" sz="1100" b="1" u="none" strike="noStrike" dirty="0">
                          <a:solidFill>
                            <a:schemeClr val="bg1"/>
                          </a:solidFill>
                          <a:effectLst/>
                        </a:rPr>
                        <a:t>Subtitle</a:t>
                      </a:r>
                      <a:endParaRPr lang="en-US" sz="1100" dirty="0">
                        <a:solidFill>
                          <a:schemeClr val="bg1"/>
                        </a:solidFill>
                        <a:effectLst/>
                      </a:endParaRPr>
                    </a:p>
                  </a:txBody>
                  <a:tcPr marT="91440" marB="91440"/>
                </a:tc>
                <a:tc>
                  <a:txBody>
                    <a:bodyPr/>
                    <a:lstStyle/>
                    <a:p>
                      <a:pPr marL="0" algn="l" rtl="0" eaLnBrk="1" fontAlgn="ctr" latinLnBrk="0" hangingPunct="1">
                        <a:spcBef>
                          <a:spcPts val="0"/>
                        </a:spcBef>
                        <a:spcAft>
                          <a:spcPts val="0"/>
                        </a:spcAft>
                      </a:pPr>
                      <a:r>
                        <a:rPr lang="en-US" sz="1100" b="1" u="none" strike="noStrike" dirty="0">
                          <a:solidFill>
                            <a:schemeClr val="bg1"/>
                          </a:solidFill>
                          <a:effectLst/>
                        </a:rPr>
                        <a:t>Subtitle</a:t>
                      </a:r>
                      <a:endParaRPr lang="en-US" sz="1100" dirty="0">
                        <a:solidFill>
                          <a:schemeClr val="bg1"/>
                        </a:solidFill>
                        <a:effectLst/>
                      </a:endParaRPr>
                    </a:p>
                  </a:txBody>
                  <a:tcPr marT="91440" marB="91440"/>
                </a:tc>
                <a:tc>
                  <a:txBody>
                    <a:bodyPr/>
                    <a:lstStyle/>
                    <a:p>
                      <a:pPr marL="0" algn="l" rtl="0" eaLnBrk="1" fontAlgn="ctr" latinLnBrk="0" hangingPunct="1">
                        <a:spcBef>
                          <a:spcPts val="0"/>
                        </a:spcBef>
                        <a:spcAft>
                          <a:spcPts val="0"/>
                        </a:spcAft>
                      </a:pPr>
                      <a:r>
                        <a:rPr lang="en-US" sz="1100" b="1" u="none" strike="noStrike" dirty="0">
                          <a:solidFill>
                            <a:schemeClr val="bg1"/>
                          </a:solidFill>
                          <a:effectLst/>
                        </a:rPr>
                        <a:t>Subtitle</a:t>
                      </a:r>
                      <a:endParaRPr lang="en-US" sz="1100" dirty="0">
                        <a:solidFill>
                          <a:schemeClr val="bg1"/>
                        </a:solidFill>
                        <a:effectLst/>
                      </a:endParaRPr>
                    </a:p>
                  </a:txBody>
                  <a:tcPr marT="91440" marB="91440"/>
                </a:tc>
                <a:tc>
                  <a:txBody>
                    <a:bodyPr/>
                    <a:lstStyle/>
                    <a:p>
                      <a:pPr marL="0" algn="l" rtl="0" eaLnBrk="1" fontAlgn="ctr" latinLnBrk="0" hangingPunct="1">
                        <a:spcBef>
                          <a:spcPts val="0"/>
                        </a:spcBef>
                        <a:spcAft>
                          <a:spcPts val="0"/>
                        </a:spcAft>
                      </a:pPr>
                      <a:r>
                        <a:rPr lang="en-US" sz="1100" b="1" u="none" strike="noStrike" dirty="0">
                          <a:solidFill>
                            <a:schemeClr val="bg1"/>
                          </a:solidFill>
                          <a:effectLst/>
                        </a:rPr>
                        <a:t>Subtitle</a:t>
                      </a:r>
                      <a:endParaRPr lang="en-US" sz="1100" dirty="0">
                        <a:solidFill>
                          <a:schemeClr val="bg1"/>
                        </a:solidFill>
                        <a:effectLst/>
                      </a:endParaRPr>
                    </a:p>
                  </a:txBody>
                  <a:tcPr marT="91440" marB="91440"/>
                </a:tc>
                <a:extLst>
                  <a:ext uri="{0D108BD9-81ED-4DB2-BD59-A6C34878D82A}">
                    <a16:rowId xmlns:a16="http://schemas.microsoft.com/office/drawing/2014/main" val="3369587538"/>
                  </a:ext>
                </a:extLst>
              </a:tr>
              <a:tr h="485906">
                <a:tc>
                  <a:txBody>
                    <a:bodyPr/>
                    <a:lstStyle/>
                    <a:p>
                      <a:pPr marL="0" algn="l" rtl="0" eaLnBrk="1" fontAlgn="ctr" latinLnBrk="0" hangingPunct="1">
                        <a:spcBef>
                          <a:spcPts val="0"/>
                        </a:spcBef>
                        <a:spcAft>
                          <a:spcPts val="0"/>
                        </a:spcAft>
                      </a:pPr>
                      <a:r>
                        <a:rPr lang="en-US" sz="1100" b="0" u="none" strike="noStrike" kern="1200">
                          <a:solidFill>
                            <a:srgbClr val="000048"/>
                          </a:solidFill>
                          <a:effectLst/>
                        </a:rPr>
                        <a:t>Topic</a:t>
                      </a:r>
                      <a:endParaRPr lang="en-US" sz="1100" b="0" i="0" u="none" strike="noStrike">
                        <a:effectLst/>
                        <a:latin typeface="+mn-lt"/>
                      </a:endParaRPr>
                    </a:p>
                  </a:txBody>
                  <a:tcPr marT="91440" marB="91440"/>
                </a:tc>
                <a:tc>
                  <a:txBody>
                    <a:bodyPr/>
                    <a:lstStyle/>
                    <a:p>
                      <a:pPr marL="0" algn="l" rtl="0" eaLnBrk="1" fontAlgn="ctr" latinLnBrk="0" hangingPunct="1">
                        <a:spcBef>
                          <a:spcPts val="0"/>
                        </a:spcBef>
                        <a:spcAft>
                          <a:spcPts val="0"/>
                        </a:spcAft>
                      </a:pPr>
                      <a:r>
                        <a:rPr lang="en-US" sz="1100" b="0" u="none" strike="noStrike" kern="1200">
                          <a:solidFill>
                            <a:srgbClr val="000048"/>
                          </a:solidFill>
                          <a:effectLst/>
                        </a:rPr>
                        <a:t>Topic</a:t>
                      </a:r>
                      <a:endParaRPr lang="en-US" sz="1100" b="0" i="0" u="none" strike="noStrike">
                        <a:effectLst/>
                        <a:latin typeface="+mn-lt"/>
                      </a:endParaRPr>
                    </a:p>
                  </a:txBody>
                  <a:tcPr marT="91440" marB="91440"/>
                </a:tc>
                <a:tc>
                  <a:txBody>
                    <a:bodyPr/>
                    <a:lstStyle/>
                    <a:p>
                      <a:pPr marL="0" algn="l" rtl="0" eaLnBrk="1" fontAlgn="ctr" latinLnBrk="0" hangingPunct="1">
                        <a:spcBef>
                          <a:spcPts val="0"/>
                        </a:spcBef>
                        <a:spcAft>
                          <a:spcPts val="0"/>
                        </a:spcAft>
                      </a:pPr>
                      <a:r>
                        <a:rPr lang="en-US" sz="1100" b="0" u="none" strike="noStrike" kern="1200">
                          <a:solidFill>
                            <a:srgbClr val="000048"/>
                          </a:solidFill>
                          <a:effectLst/>
                        </a:rPr>
                        <a:t>Topic</a:t>
                      </a:r>
                      <a:endParaRPr lang="en-US" sz="1100" b="0" i="0" u="none" strike="noStrike">
                        <a:effectLst/>
                        <a:latin typeface="+mn-lt"/>
                      </a:endParaRPr>
                    </a:p>
                  </a:txBody>
                  <a:tcPr marT="91440" marB="91440"/>
                </a:tc>
                <a:tc>
                  <a:txBody>
                    <a:bodyPr/>
                    <a:lstStyle/>
                    <a:p>
                      <a:pPr marL="0" algn="l" rtl="0" eaLnBrk="1" fontAlgn="ctr" latinLnBrk="0" hangingPunct="1">
                        <a:spcBef>
                          <a:spcPts val="0"/>
                        </a:spcBef>
                        <a:spcAft>
                          <a:spcPts val="0"/>
                        </a:spcAft>
                      </a:pPr>
                      <a:r>
                        <a:rPr lang="en-US" sz="1100" b="0" u="none" strike="noStrike" kern="1200">
                          <a:solidFill>
                            <a:srgbClr val="000048"/>
                          </a:solidFill>
                          <a:effectLst/>
                        </a:rPr>
                        <a:t>Topic</a:t>
                      </a:r>
                      <a:endParaRPr lang="en-US" sz="1100" b="0" i="0" u="none" strike="noStrike">
                        <a:effectLst/>
                        <a:latin typeface="+mn-lt"/>
                      </a:endParaRPr>
                    </a:p>
                  </a:txBody>
                  <a:tcPr marT="91440" marB="91440"/>
                </a:tc>
                <a:tc>
                  <a:txBody>
                    <a:bodyPr/>
                    <a:lstStyle/>
                    <a:p>
                      <a:pPr marL="0" algn="l" rtl="0" eaLnBrk="1" fontAlgn="ctr" latinLnBrk="0" hangingPunct="1">
                        <a:spcBef>
                          <a:spcPts val="0"/>
                        </a:spcBef>
                        <a:spcAft>
                          <a:spcPts val="0"/>
                        </a:spcAft>
                      </a:pPr>
                      <a:r>
                        <a:rPr lang="en-US" sz="1100" b="0" u="none" strike="noStrike" kern="1200">
                          <a:solidFill>
                            <a:srgbClr val="000048"/>
                          </a:solidFill>
                          <a:effectLst/>
                        </a:rPr>
                        <a:t>Topic</a:t>
                      </a:r>
                      <a:endParaRPr lang="en-US" sz="1100" b="0" i="0" u="none" strike="noStrike">
                        <a:effectLst/>
                        <a:latin typeface="+mn-lt"/>
                      </a:endParaRPr>
                    </a:p>
                  </a:txBody>
                  <a:tcPr marT="91440" marB="91440"/>
                </a:tc>
                <a:extLst>
                  <a:ext uri="{0D108BD9-81ED-4DB2-BD59-A6C34878D82A}">
                    <a16:rowId xmlns:a16="http://schemas.microsoft.com/office/drawing/2014/main" val="2034524055"/>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1546556372"/>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2771245806"/>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3925985291"/>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2142518107"/>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2745262629"/>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extLst>
                  <a:ext uri="{0D108BD9-81ED-4DB2-BD59-A6C34878D82A}">
                    <a16:rowId xmlns:a16="http://schemas.microsoft.com/office/drawing/2014/main" val="1389578711"/>
                  </a:ext>
                </a:extLst>
              </a:tr>
              <a:tr h="485906">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a:solidFill>
                            <a:srgbClr val="000048"/>
                          </a:solidFill>
                          <a:effectLst/>
                        </a:rPr>
                        <a:t>Topic </a:t>
                      </a:r>
                      <a:endParaRPr lang="en-US" sz="1100" b="0" i="0" u="none" strike="noStrike">
                        <a:effectLst/>
                        <a:latin typeface="+mn-lt"/>
                      </a:endParaRPr>
                    </a:p>
                  </a:txBody>
                  <a:tcPr marT="91440" marB="91440"/>
                </a:tc>
                <a:tc>
                  <a:txBody>
                    <a:bodyPr/>
                    <a:lstStyle/>
                    <a:p>
                      <a:pPr marL="0" marR="0" indent="0" algn="l" rtl="0" eaLnBrk="1" fontAlgn="ctr" latinLnBrk="0" hangingPunct="1">
                        <a:spcBef>
                          <a:spcPts val="0"/>
                        </a:spcBef>
                        <a:spcAft>
                          <a:spcPts val="0"/>
                        </a:spcAft>
                      </a:pPr>
                      <a:r>
                        <a:rPr lang="en-US" sz="1100" b="0" u="none" strike="noStrike" kern="1200" dirty="0">
                          <a:solidFill>
                            <a:srgbClr val="000048"/>
                          </a:solidFill>
                          <a:effectLst/>
                        </a:rPr>
                        <a:t>Topic </a:t>
                      </a:r>
                      <a:endParaRPr lang="en-US" sz="1100" b="0" i="0" u="none" strike="noStrike" dirty="0">
                        <a:effectLst/>
                        <a:latin typeface="+mn-lt"/>
                      </a:endParaRPr>
                    </a:p>
                  </a:txBody>
                  <a:tcPr marT="91440" marB="91440"/>
                </a:tc>
                <a:extLst>
                  <a:ext uri="{0D108BD9-81ED-4DB2-BD59-A6C34878D82A}">
                    <a16:rowId xmlns:a16="http://schemas.microsoft.com/office/drawing/2014/main" val="3798332093"/>
                  </a:ext>
                </a:extLst>
              </a:tr>
            </a:tbl>
          </a:graphicData>
        </a:graphic>
      </p:graphicFrame>
      <p:sp>
        <p:nvSpPr>
          <p:cNvPr id="2" name="Slide Number Placeholder 1">
            <a:extLst>
              <a:ext uri="{FF2B5EF4-FFF2-40B4-BE49-F238E27FC236}">
                <a16:creationId xmlns:a16="http://schemas.microsoft.com/office/drawing/2014/main" id="{8281D19D-FAD2-1978-8D71-E8FBE86ADB8C}"/>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55</a:t>
            </a:fld>
            <a:endParaRPr lang="en-US"/>
          </a:p>
        </p:txBody>
      </p:sp>
      <p:sp>
        <p:nvSpPr>
          <p:cNvPr id="7" name="Footer Placeholder 6">
            <a:extLst>
              <a:ext uri="{FF2B5EF4-FFF2-40B4-BE49-F238E27FC236}">
                <a16:creationId xmlns:a16="http://schemas.microsoft.com/office/drawing/2014/main" id="{8FF47374-554D-3DCD-B34C-943BCE7C9C35}"/>
              </a:ext>
            </a:extLst>
          </p:cNvPr>
          <p:cNvSpPr>
            <a:spLocks noGrp="1"/>
          </p:cNvSpPr>
          <p:nvPr>
            <p:ph type="ftr" sz="quarter" idx="11"/>
          </p:nvPr>
        </p:nvSpPr>
        <p:spPr/>
        <p:txBody>
          <a:bodyPr/>
          <a:lstStyle/>
          <a:p>
            <a:r>
              <a:rPr lang="en-US" dirty="0"/>
              <a:t>© 2025–2027 Cognizant | Private</a:t>
            </a:r>
          </a:p>
        </p:txBody>
      </p:sp>
    </p:spTree>
    <p:extLst>
      <p:ext uri="{BB962C8B-B14F-4D97-AF65-F5344CB8AC3E}">
        <p14:creationId xmlns:p14="http://schemas.microsoft.com/office/powerpoint/2010/main" val="11726362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823A8-BE83-A20C-4021-9CD85CA43FC4}"/>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45248C1-6CE2-217D-8B9A-D58989CABFE9}"/>
              </a:ext>
            </a:extLst>
          </p:cNvPr>
          <p:cNvSpPr>
            <a:spLocks noGrp="1"/>
          </p:cNvSpPr>
          <p:nvPr>
            <p:ph type="title"/>
          </p:nvPr>
        </p:nvSpPr>
        <p:spPr>
          <a:xfrm>
            <a:off x="457200" y="457200"/>
            <a:ext cx="11277600" cy="332399"/>
          </a:xfrm>
        </p:spPr>
        <p:txBody>
          <a:bodyPr/>
          <a:lstStyle/>
          <a:p>
            <a:r>
              <a:rPr lang="en-US"/>
              <a:t>Three-column table</a:t>
            </a:r>
          </a:p>
        </p:txBody>
      </p:sp>
      <p:graphicFrame>
        <p:nvGraphicFramePr>
          <p:cNvPr id="6" name="Content Placeholder 5">
            <a:extLst>
              <a:ext uri="{FF2B5EF4-FFF2-40B4-BE49-F238E27FC236}">
                <a16:creationId xmlns:a16="http://schemas.microsoft.com/office/drawing/2014/main" id="{D0566C18-0791-58CD-199C-D44DABC81844}"/>
              </a:ext>
            </a:extLst>
          </p:cNvPr>
          <p:cNvGraphicFramePr>
            <a:graphicFrameLocks noGrp="1"/>
          </p:cNvGraphicFramePr>
          <p:nvPr>
            <p:ph idx="1"/>
          </p:nvPr>
        </p:nvGraphicFramePr>
        <p:xfrm>
          <a:off x="457200" y="1447800"/>
          <a:ext cx="11277600" cy="4888899"/>
        </p:xfrm>
        <a:graphic>
          <a:graphicData uri="http://schemas.openxmlformats.org/drawingml/2006/table">
            <a:tbl>
              <a:tblPr firstRow="1">
                <a:tableStyleId>{10A1B5D5-9B99-4C35-A422-299274C87663}</a:tableStyleId>
              </a:tblPr>
              <a:tblGrid>
                <a:gridCol w="2256973">
                  <a:extLst>
                    <a:ext uri="{9D8B030D-6E8A-4147-A177-3AD203B41FA5}">
                      <a16:colId xmlns:a16="http://schemas.microsoft.com/office/drawing/2014/main" val="2821380241"/>
                    </a:ext>
                  </a:extLst>
                </a:gridCol>
                <a:gridCol w="3018972">
                  <a:extLst>
                    <a:ext uri="{9D8B030D-6E8A-4147-A177-3AD203B41FA5}">
                      <a16:colId xmlns:a16="http://schemas.microsoft.com/office/drawing/2014/main" val="4226252760"/>
                    </a:ext>
                  </a:extLst>
                </a:gridCol>
                <a:gridCol w="6001655">
                  <a:extLst>
                    <a:ext uri="{9D8B030D-6E8A-4147-A177-3AD203B41FA5}">
                      <a16:colId xmlns:a16="http://schemas.microsoft.com/office/drawing/2014/main" val="196172865"/>
                    </a:ext>
                  </a:extLst>
                </a:gridCol>
              </a:tblGrid>
              <a:tr h="457200">
                <a:tc>
                  <a:txBody>
                    <a:bodyPr/>
                    <a:lstStyle/>
                    <a:p>
                      <a:pPr algn="l"/>
                      <a:r>
                        <a:rPr lang="en-US" sz="1400" b="1" u="none" strike="noStrike" kern="1200" dirty="0">
                          <a:solidFill>
                            <a:schemeClr val="tx1"/>
                          </a:solidFill>
                          <a:effectLst/>
                        </a:rPr>
                        <a:t>Subtitle</a:t>
                      </a:r>
                      <a:endParaRPr lang="en-US" sz="1400" b="1" i="0" u="none" strike="noStrike" kern="1200" dirty="0">
                        <a:solidFill>
                          <a:schemeClr val="tx1"/>
                        </a:solidFill>
                        <a:effectLst/>
                        <a:latin typeface="+mn-lt"/>
                        <a:ea typeface="+mn-ea"/>
                        <a:cs typeface="+mn-cs"/>
                      </a:endParaRPr>
                    </a:p>
                  </a:txBody>
                  <a:tcPr marT="91440" marB="91440" anchor="ctr">
                    <a:lnL w="12700" cmpd="sng">
                      <a:noFill/>
                    </a:lnL>
                    <a:lnT w="12700" cmpd="sng">
                      <a:noFill/>
                    </a:lnT>
                    <a:lnB w="12700" cap="flat" cmpd="sng" algn="ctr">
                      <a:solidFill>
                        <a:schemeClr val="tx2"/>
                      </a:solidFill>
                      <a:prstDash val="solid"/>
                      <a:round/>
                      <a:headEnd type="none" w="med" len="med"/>
                      <a:tailEnd type="none" w="med" len="med"/>
                    </a:lnB>
                    <a:noFill/>
                  </a:tcPr>
                </a:tc>
                <a:tc>
                  <a:txBody>
                    <a:bodyPr/>
                    <a:lstStyle/>
                    <a:p>
                      <a:pPr algn="l"/>
                      <a:r>
                        <a:rPr lang="en-US" sz="1400" b="1" kern="1200" dirty="0">
                          <a:solidFill>
                            <a:schemeClr val="tx1"/>
                          </a:solidFill>
                          <a:effectLst/>
                        </a:rPr>
                        <a:t>Subtitle</a:t>
                      </a:r>
                      <a:r>
                        <a:rPr lang="en-US" sz="1400" dirty="0">
                          <a:solidFill>
                            <a:schemeClr val="tx1"/>
                          </a:solidFill>
                        </a:rPr>
                        <a:t> </a:t>
                      </a:r>
                      <a:endParaRPr lang="en-US" sz="1400" b="1" i="0" u="none" strike="noStrike" kern="1200" dirty="0">
                        <a:solidFill>
                          <a:schemeClr val="tx1"/>
                        </a:solidFill>
                        <a:effectLst/>
                        <a:latin typeface="+mn-lt"/>
                        <a:ea typeface="+mn-ea"/>
                        <a:cs typeface="+mn-cs"/>
                      </a:endParaRPr>
                    </a:p>
                  </a:txBody>
                  <a:tcPr marT="91440" marB="91440" anchor="ctr">
                    <a:lnT w="12700" cmpd="sng">
                      <a:noFill/>
                    </a:lnT>
                    <a:lnB w="12700" cap="flat" cmpd="sng" algn="ctr">
                      <a:solidFill>
                        <a:schemeClr val="tx2"/>
                      </a:solidFill>
                      <a:prstDash val="solid"/>
                      <a:round/>
                      <a:headEnd type="none" w="med" len="med"/>
                      <a:tailEnd type="none" w="med" len="med"/>
                    </a:lnB>
                    <a:noFill/>
                  </a:tcPr>
                </a:tc>
                <a:tc>
                  <a:txBody>
                    <a:bodyPr/>
                    <a:lstStyle/>
                    <a:p>
                      <a:pPr algn="l"/>
                      <a:r>
                        <a:rPr lang="en-US" sz="1400" b="1" kern="1200" dirty="0">
                          <a:solidFill>
                            <a:schemeClr val="tx1"/>
                          </a:solidFill>
                          <a:effectLst/>
                        </a:rPr>
                        <a:t>Subtitle</a:t>
                      </a:r>
                      <a:r>
                        <a:rPr lang="en-US" sz="1400" dirty="0">
                          <a:solidFill>
                            <a:schemeClr val="tx1"/>
                          </a:solidFill>
                        </a:rPr>
                        <a:t> </a:t>
                      </a:r>
                      <a:endParaRPr lang="en-US" sz="1400" b="1" i="0" u="none" strike="noStrike" kern="1200" dirty="0">
                        <a:solidFill>
                          <a:schemeClr val="tx1"/>
                        </a:solidFill>
                        <a:effectLst/>
                        <a:latin typeface="+mn-lt"/>
                        <a:ea typeface="+mn-ea"/>
                        <a:cs typeface="+mn-cs"/>
                      </a:endParaRPr>
                    </a:p>
                  </a:txBody>
                  <a:tcPr marT="91440" marB="91440" anchor="ctr">
                    <a:lnR w="12700" cmpd="sng">
                      <a:noFill/>
                    </a:lnR>
                    <a:lnT w="12700" cmpd="sng">
                      <a:noFill/>
                    </a:lnT>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3787715068"/>
                  </a:ext>
                </a:extLst>
              </a:tr>
              <a:tr h="492411">
                <a:tc>
                  <a:txBody>
                    <a:bodyPr/>
                    <a:lstStyle/>
                    <a:p>
                      <a:pPr algn="l"/>
                      <a:r>
                        <a:rPr lang="en-US" sz="1400" b="1" dirty="0">
                          <a:solidFill>
                            <a:schemeClr val="tx1"/>
                          </a:solidFill>
                        </a:rPr>
                        <a:t>Topic</a:t>
                      </a:r>
                      <a:endParaRPr lang="en-US" sz="1400" b="1" dirty="0">
                        <a:solidFill>
                          <a:schemeClr val="tx1"/>
                        </a:solidFill>
                        <a:latin typeface="+mj-lt"/>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noFill/>
                  </a:tcPr>
                </a:tc>
                <a:tc>
                  <a:txBody>
                    <a:bodyPr/>
                    <a:lstStyle/>
                    <a:p>
                      <a:pPr marL="0" indent="0" algn="l">
                        <a:lnSpc>
                          <a:spcPct val="120000"/>
                        </a:lnSpc>
                        <a:spcBef>
                          <a:spcPts val="1200"/>
                        </a:spcBef>
                        <a:buFont typeface="Arial" panose="020B0604020202020204" pitchFamily="34" charset="0"/>
                        <a:buNone/>
                      </a:pPr>
                      <a:r>
                        <a:rPr lang="en-US" sz="1100" dirty="0">
                          <a:solidFill>
                            <a:schemeClr val="tx1"/>
                          </a:solidFill>
                        </a:rPr>
                        <a:t>Sed do </a:t>
                      </a:r>
                      <a:r>
                        <a:rPr lang="en-US" sz="1100" dirty="0" err="1">
                          <a:solidFill>
                            <a:schemeClr val="tx1"/>
                          </a:solidFill>
                        </a:rPr>
                        <a:t>eiusmod</a:t>
                      </a:r>
                      <a:r>
                        <a:rPr lang="en-US" sz="1100" dirty="0">
                          <a:solidFill>
                            <a:schemeClr val="tx1"/>
                          </a:solidFill>
                        </a:rPr>
                        <a:t> </a:t>
                      </a:r>
                      <a:r>
                        <a:rPr lang="en-US" sz="1100" dirty="0" err="1">
                          <a:solidFill>
                            <a:schemeClr val="tx1"/>
                          </a:solidFill>
                        </a:rPr>
                        <a:t>tempor</a:t>
                      </a:r>
                      <a:r>
                        <a:rPr lang="en-US" sz="1100" dirty="0">
                          <a:solidFill>
                            <a:schemeClr val="tx1"/>
                          </a:solidFill>
                        </a:rPr>
                        <a:t> </a:t>
                      </a:r>
                      <a:r>
                        <a:rPr lang="en-US" sz="1100" dirty="0" err="1">
                          <a:solidFill>
                            <a:schemeClr val="tx1"/>
                          </a:solidFill>
                        </a:rPr>
                        <a:t>incididunt</a:t>
                      </a:r>
                      <a:r>
                        <a:rPr lang="en-US" sz="1100" dirty="0">
                          <a:solidFill>
                            <a:schemeClr val="tx1"/>
                          </a:solidFill>
                        </a:rPr>
                        <a:t> </a:t>
                      </a:r>
                      <a:r>
                        <a:rPr lang="en-US" sz="1100" dirty="0" err="1">
                          <a:solidFill>
                            <a:schemeClr val="tx1"/>
                          </a:solidFill>
                        </a:rPr>
                        <a:t>ut</a:t>
                      </a:r>
                      <a:r>
                        <a:rPr lang="en-US" sz="1100" dirty="0">
                          <a:solidFill>
                            <a:schemeClr val="tx1"/>
                          </a:solidFill>
                        </a:rPr>
                        <a:t> labore et dolore magna </a:t>
                      </a:r>
                      <a:r>
                        <a:rPr lang="en-US" sz="1100" dirty="0" err="1">
                          <a:solidFill>
                            <a:schemeClr val="tx1"/>
                          </a:solidFill>
                        </a:rPr>
                        <a:t>aliqua</a:t>
                      </a:r>
                      <a:r>
                        <a:rPr lang="en-US" sz="1100" dirty="0">
                          <a:solidFill>
                            <a:schemeClr val="tx1"/>
                          </a:solidFill>
                        </a:rPr>
                        <a:t>.</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3694723345"/>
                  </a:ext>
                </a:extLst>
              </a:tr>
              <a:tr h="492411">
                <a:tc>
                  <a:txBody>
                    <a:bodyPr/>
                    <a:lstStyle/>
                    <a:p>
                      <a:pPr algn="l"/>
                      <a:endParaRPr lang="en-US" sz="1400" b="1">
                        <a:solidFill>
                          <a:schemeClr val="tx1"/>
                        </a:solidFill>
                        <a:latin typeface="+mj-lt"/>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dirty="0">
                          <a:ln>
                            <a:noFill/>
                          </a:ln>
                          <a:solidFill>
                            <a:schemeClr val="tx1"/>
                          </a:solidFill>
                          <a:effectLst/>
                          <a:uLnTx/>
                          <a:uFillTx/>
                        </a:rPr>
                        <a:t>Sed do </a:t>
                      </a:r>
                      <a:r>
                        <a:rPr kumimoji="0" lang="en-US" sz="1100" b="0" u="none" strike="noStrike" kern="1200" cap="none" spc="0" normalizeH="0" baseline="0" noProof="0" dirty="0" err="1">
                          <a:ln>
                            <a:noFill/>
                          </a:ln>
                          <a:solidFill>
                            <a:schemeClr val="tx1"/>
                          </a:solidFill>
                          <a:effectLst/>
                          <a:uLnTx/>
                          <a:uFillTx/>
                        </a:rPr>
                        <a:t>eiusmod</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tempor</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incididunt</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ut</a:t>
                      </a:r>
                      <a:r>
                        <a:rPr kumimoji="0" lang="en-US" sz="1100" b="0" u="none" strike="noStrike" kern="1200" cap="none" spc="0" normalizeH="0" baseline="0" noProof="0" dirty="0">
                          <a:ln>
                            <a:noFill/>
                          </a:ln>
                          <a:solidFill>
                            <a:schemeClr val="tx1"/>
                          </a:solidFill>
                          <a:effectLst/>
                          <a:uLnTx/>
                          <a:uFillTx/>
                        </a:rPr>
                        <a:t> labore et dolore magna </a:t>
                      </a:r>
                      <a:r>
                        <a:rPr kumimoji="0" lang="en-US" sz="1100" b="0" u="none" strike="noStrike" kern="1200" cap="none" spc="0" normalizeH="0" baseline="0" noProof="0" dirty="0" err="1">
                          <a:ln>
                            <a:noFill/>
                          </a:ln>
                          <a:solidFill>
                            <a:schemeClr val="tx1"/>
                          </a:solidFill>
                          <a:effectLst/>
                          <a:uLnTx/>
                          <a:uFillTx/>
                        </a:rPr>
                        <a:t>aliqua</a:t>
                      </a:r>
                      <a:r>
                        <a:rPr kumimoji="0" lang="en-US" sz="1100" b="0" u="none" strike="noStrike" kern="1200" cap="none" spc="0" normalizeH="0" baseline="0" noProof="0" dirty="0">
                          <a:ln>
                            <a:noFill/>
                          </a:ln>
                          <a:solidFill>
                            <a:schemeClr val="tx1"/>
                          </a:solidFill>
                          <a:effectLst/>
                          <a:uLnTx/>
                          <a:uFillTx/>
                        </a:rPr>
                        <a:t>.</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noFill/>
                  </a:tcPr>
                </a:tc>
                <a:extLst>
                  <a:ext uri="{0D108BD9-81ED-4DB2-BD59-A6C34878D82A}">
                    <a16:rowId xmlns:a16="http://schemas.microsoft.com/office/drawing/2014/main" val="2401529602"/>
                  </a:ext>
                </a:extLst>
              </a:tr>
              <a:tr h="492411">
                <a:tc>
                  <a:txBody>
                    <a:bodyPr/>
                    <a:lstStyle/>
                    <a:p>
                      <a:pPr algn="l"/>
                      <a:endParaRPr lang="en-US" sz="1400" b="1">
                        <a:solidFill>
                          <a:schemeClr val="tx1"/>
                        </a:solidFill>
                        <a:latin typeface="+mj-lt"/>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2"/>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dirty="0">
                          <a:ln>
                            <a:noFill/>
                          </a:ln>
                          <a:solidFill>
                            <a:schemeClr val="tx1"/>
                          </a:solidFill>
                          <a:effectLst/>
                          <a:uLnTx/>
                          <a:uFillTx/>
                        </a:rPr>
                        <a:t>Sed do </a:t>
                      </a:r>
                      <a:r>
                        <a:rPr kumimoji="0" lang="en-US" sz="1100" b="0" u="none" strike="noStrike" kern="1200" cap="none" spc="0" normalizeH="0" baseline="0" noProof="0" dirty="0" err="1">
                          <a:ln>
                            <a:noFill/>
                          </a:ln>
                          <a:solidFill>
                            <a:schemeClr val="tx1"/>
                          </a:solidFill>
                          <a:effectLst/>
                          <a:uLnTx/>
                          <a:uFillTx/>
                        </a:rPr>
                        <a:t>eiusmod</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tempor</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incididunt</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ut</a:t>
                      </a:r>
                      <a:r>
                        <a:rPr kumimoji="0" lang="en-US" sz="1100" b="0" u="none" strike="noStrike" kern="1200" cap="none" spc="0" normalizeH="0" baseline="0" noProof="0" dirty="0">
                          <a:ln>
                            <a:noFill/>
                          </a:ln>
                          <a:solidFill>
                            <a:schemeClr val="tx1"/>
                          </a:solidFill>
                          <a:effectLst/>
                          <a:uLnTx/>
                          <a:uFillTx/>
                        </a:rPr>
                        <a:t> labore et dolore magna </a:t>
                      </a:r>
                      <a:r>
                        <a:rPr kumimoji="0" lang="en-US" sz="1100" b="0" u="none" strike="noStrike" kern="1200" cap="none" spc="0" normalizeH="0" baseline="0" noProof="0" dirty="0" err="1">
                          <a:ln>
                            <a:noFill/>
                          </a:ln>
                          <a:solidFill>
                            <a:schemeClr val="tx1"/>
                          </a:solidFill>
                          <a:effectLst/>
                          <a:uLnTx/>
                          <a:uFillTx/>
                        </a:rPr>
                        <a:t>aliqua</a:t>
                      </a:r>
                      <a:r>
                        <a:rPr kumimoji="0" lang="en-US" sz="1100" b="0" u="none" strike="noStrike" kern="1200" cap="none" spc="0" normalizeH="0" baseline="0" noProof="0" dirty="0">
                          <a:ln>
                            <a:noFill/>
                          </a:ln>
                          <a:solidFill>
                            <a:schemeClr val="tx1"/>
                          </a:solidFill>
                          <a:effectLst/>
                          <a:uLnTx/>
                          <a:uFillTx/>
                        </a:rPr>
                        <a:t>.</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640452684"/>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Topic</a:t>
                      </a: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482729224"/>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noFill/>
                  </a:tcPr>
                </a:tc>
                <a:extLst>
                  <a:ext uri="{0D108BD9-81ED-4DB2-BD59-A6C34878D82A}">
                    <a16:rowId xmlns:a16="http://schemas.microsoft.com/office/drawing/2014/main" val="64591926"/>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2"/>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ap="flat" cmpd="sng" algn="ctr">
                      <a:solidFill>
                        <a:schemeClr val="tx2"/>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lnB w="1270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627123978"/>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Topic</a:t>
                      </a: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2"/>
                      </a:solidFill>
                      <a:prstDash val="solid"/>
                      <a:round/>
                      <a:headEnd type="none" w="med" len="med"/>
                      <a:tailEnd type="none" w="med" len="med"/>
                    </a:lnT>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lnT w="12700" cap="flat" cmpd="sng" algn="ctr">
                      <a:solidFill>
                        <a:schemeClr val="tx2"/>
                      </a:solidFill>
                      <a:prstDash val="solid"/>
                      <a:round/>
                      <a:headEnd type="none" w="med" len="med"/>
                      <a:tailEnd type="none" w="med" len="med"/>
                    </a:lnT>
                    <a:noFill/>
                  </a:tcPr>
                </a:tc>
                <a:extLst>
                  <a:ext uri="{0D108BD9-81ED-4DB2-BD59-A6C34878D82A}">
                    <a16:rowId xmlns:a16="http://schemas.microsoft.com/office/drawing/2014/main" val="4271249459"/>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noFill/>
                  </a:tcPr>
                </a:tc>
                <a:extLst>
                  <a:ext uri="{0D108BD9-81ED-4DB2-BD59-A6C34878D82A}">
                    <a16:rowId xmlns:a16="http://schemas.microsoft.com/office/drawing/2014/main" val="2962570673"/>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mpd="sng">
                      <a:noFill/>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B w="12700" cmpd="sng">
                      <a:noFill/>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dirty="0">
                          <a:ln>
                            <a:noFill/>
                          </a:ln>
                          <a:solidFill>
                            <a:schemeClr val="tx1"/>
                          </a:solidFill>
                          <a:effectLst/>
                          <a:uLnTx/>
                          <a:uFillTx/>
                        </a:rPr>
                        <a:t>Sed do </a:t>
                      </a:r>
                      <a:r>
                        <a:rPr kumimoji="0" lang="en-US" sz="1100" b="0" u="none" strike="noStrike" kern="1200" cap="none" spc="0" normalizeH="0" baseline="0" noProof="0" dirty="0" err="1">
                          <a:ln>
                            <a:noFill/>
                          </a:ln>
                          <a:solidFill>
                            <a:schemeClr val="tx1"/>
                          </a:solidFill>
                          <a:effectLst/>
                          <a:uLnTx/>
                          <a:uFillTx/>
                        </a:rPr>
                        <a:t>eiusmod</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tempor</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incididunt</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ut</a:t>
                      </a:r>
                      <a:r>
                        <a:rPr kumimoji="0" lang="en-US" sz="1100" b="0" u="none" strike="noStrike" kern="1200" cap="none" spc="0" normalizeH="0" baseline="0" noProof="0" dirty="0">
                          <a:ln>
                            <a:noFill/>
                          </a:ln>
                          <a:solidFill>
                            <a:schemeClr val="tx1"/>
                          </a:solidFill>
                          <a:effectLst/>
                          <a:uLnTx/>
                          <a:uFillTx/>
                        </a:rPr>
                        <a:t> labore et dolore magna </a:t>
                      </a:r>
                      <a:r>
                        <a:rPr kumimoji="0" lang="en-US" sz="1100" b="0" u="none" strike="noStrike" kern="1200" cap="none" spc="0" normalizeH="0" baseline="0" noProof="0" dirty="0" err="1">
                          <a:ln>
                            <a:noFill/>
                          </a:ln>
                          <a:solidFill>
                            <a:schemeClr val="tx1"/>
                          </a:solidFill>
                          <a:effectLst/>
                          <a:uLnTx/>
                          <a:uFillTx/>
                        </a:rPr>
                        <a:t>aliqua</a:t>
                      </a:r>
                      <a:r>
                        <a:rPr kumimoji="0" lang="en-US" sz="1100" b="0" u="none" strike="noStrike" kern="1200" cap="none" spc="0" normalizeH="0" baseline="0" noProof="0" dirty="0">
                          <a:ln>
                            <a:noFill/>
                          </a:ln>
                          <a:solidFill>
                            <a:schemeClr val="tx1"/>
                          </a:solidFill>
                          <a:effectLst/>
                          <a:uLnTx/>
                          <a:uFillTx/>
                        </a:rPr>
                        <a:t>.</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T="91440" marB="91440" anchor="ctr">
                    <a:lnL w="12700" cap="flat" cmpd="sng" algn="ctr">
                      <a:solidFill>
                        <a:schemeClr val="bg1"/>
                      </a:solidFill>
                      <a:prstDash val="solid"/>
                      <a:round/>
                      <a:headEnd type="none" w="med" len="med"/>
                      <a:tailEnd type="none" w="med" len="med"/>
                    </a:lnL>
                    <a:lnR w="12700" cmpd="sng">
                      <a:noFill/>
                    </a:lnR>
                    <a:lnB w="12700" cmpd="sng">
                      <a:noFill/>
                    </a:lnB>
                    <a:noFill/>
                  </a:tcPr>
                </a:tc>
                <a:extLst>
                  <a:ext uri="{0D108BD9-81ED-4DB2-BD59-A6C34878D82A}">
                    <a16:rowId xmlns:a16="http://schemas.microsoft.com/office/drawing/2014/main" val="366037148"/>
                  </a:ext>
                </a:extLst>
              </a:tr>
            </a:tbl>
          </a:graphicData>
        </a:graphic>
      </p:graphicFrame>
      <p:sp>
        <p:nvSpPr>
          <p:cNvPr id="2" name="Slide Number Placeholder 1">
            <a:extLst>
              <a:ext uri="{FF2B5EF4-FFF2-40B4-BE49-F238E27FC236}">
                <a16:creationId xmlns:a16="http://schemas.microsoft.com/office/drawing/2014/main" id="{FFD42627-F8F6-F7F5-CCA7-D5FE6B748A8D}"/>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56</a:t>
            </a:fld>
            <a:endParaRPr lang="en-US"/>
          </a:p>
        </p:txBody>
      </p:sp>
      <p:sp>
        <p:nvSpPr>
          <p:cNvPr id="7" name="Footer Placeholder 6">
            <a:extLst>
              <a:ext uri="{FF2B5EF4-FFF2-40B4-BE49-F238E27FC236}">
                <a16:creationId xmlns:a16="http://schemas.microsoft.com/office/drawing/2014/main" id="{93645E2F-9BBF-004E-CC6D-327F49F5589E}"/>
              </a:ext>
            </a:extLst>
          </p:cNvPr>
          <p:cNvSpPr>
            <a:spLocks noGrp="1"/>
          </p:cNvSpPr>
          <p:nvPr>
            <p:ph type="ftr" sz="quarter" idx="11"/>
          </p:nvPr>
        </p:nvSpPr>
        <p:spPr/>
        <p:txBody>
          <a:bodyPr/>
          <a:lstStyle/>
          <a:p>
            <a:r>
              <a:rPr lang="en-US" dirty="0"/>
              <a:t>© 2025–2027 Cognizant | Private</a:t>
            </a:r>
          </a:p>
        </p:txBody>
      </p:sp>
      <p:sp>
        <p:nvSpPr>
          <p:cNvPr id="4" name="TextBox 3">
            <a:extLst>
              <a:ext uri="{FF2B5EF4-FFF2-40B4-BE49-F238E27FC236}">
                <a16:creationId xmlns:a16="http://schemas.microsoft.com/office/drawing/2014/main" id="{75BD8288-C83C-ABC6-452E-2347A133C280}"/>
              </a:ext>
            </a:extLst>
          </p:cNvPr>
          <p:cNvSpPr txBox="1"/>
          <p:nvPr/>
        </p:nvSpPr>
        <p:spPr>
          <a:xfrm>
            <a:off x="9994392" y="0"/>
            <a:ext cx="2197608" cy="824420"/>
          </a:xfrm>
          <a:prstGeom prst="rect">
            <a:avLst/>
          </a:prstGeom>
          <a:solidFill>
            <a:srgbClr val="B81F2D"/>
          </a:solidFill>
        </p:spPr>
        <p:txBody>
          <a:bodyPr wrap="square" lIns="182880" tIns="91440" rIns="182880" bIns="91440" anchor="ctr">
            <a:noAutofit/>
          </a:bodyPr>
          <a:lstStyle/>
          <a:p>
            <a:r>
              <a:rPr lang="en-US" sz="1050">
                <a:solidFill>
                  <a:schemeClr val="bg1"/>
                </a:solidFill>
                <a:cs typeface="+mn-cs"/>
              </a:rPr>
              <a:t>Table spacing formatting:</a:t>
            </a:r>
          </a:p>
          <a:p>
            <a:pPr marL="171450" indent="-107950">
              <a:buFont typeface="Arial" panose="020B0604020202020204" pitchFamily="34" charset="0"/>
              <a:buChar char="•"/>
            </a:pPr>
            <a:r>
              <a:rPr lang="en-US" sz="1000">
                <a:solidFill>
                  <a:schemeClr val="bg1"/>
                </a:solidFill>
                <a:cs typeface="+mn-cs"/>
              </a:rPr>
              <a:t>.1” margins all around</a:t>
            </a:r>
          </a:p>
          <a:p>
            <a:pPr marL="171450" indent="-107950">
              <a:buFont typeface="Arial" panose="020B0604020202020204" pitchFamily="34" charset="0"/>
              <a:buChar char="•"/>
            </a:pPr>
            <a:r>
              <a:rPr lang="en-US" sz="1000">
                <a:solidFill>
                  <a:schemeClr val="bg1"/>
                </a:solidFill>
                <a:cs typeface="+mn-cs"/>
              </a:rPr>
              <a:t>1pt horizontal divider lines (Light gray accent 6, Dark 2)</a:t>
            </a:r>
          </a:p>
        </p:txBody>
      </p:sp>
    </p:spTree>
    <p:extLst>
      <p:ext uri="{BB962C8B-B14F-4D97-AF65-F5344CB8AC3E}">
        <p14:creationId xmlns:p14="http://schemas.microsoft.com/office/powerpoint/2010/main" val="31424427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CD9FCE-6857-D645-35D8-C94C1785F6E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302AC5B-9745-07B4-A2F2-D721C2E8CF25}"/>
              </a:ext>
            </a:extLst>
          </p:cNvPr>
          <p:cNvSpPr>
            <a:spLocks noGrp="1"/>
          </p:cNvSpPr>
          <p:nvPr>
            <p:ph type="title"/>
          </p:nvPr>
        </p:nvSpPr>
        <p:spPr/>
        <p:txBody>
          <a:bodyPr/>
          <a:lstStyle/>
          <a:p>
            <a:r>
              <a:rPr lang="en-US"/>
              <a:t>Basic table - dark</a:t>
            </a:r>
          </a:p>
        </p:txBody>
      </p:sp>
      <p:graphicFrame>
        <p:nvGraphicFramePr>
          <p:cNvPr id="26" name="Content Placeholder 25">
            <a:extLst>
              <a:ext uri="{FF2B5EF4-FFF2-40B4-BE49-F238E27FC236}">
                <a16:creationId xmlns:a16="http://schemas.microsoft.com/office/drawing/2014/main" id="{1EA73790-7754-CADE-FF00-FBF2101631C3}"/>
              </a:ext>
            </a:extLst>
          </p:cNvPr>
          <p:cNvGraphicFramePr>
            <a:graphicFrameLocks noGrp="1"/>
          </p:cNvGraphicFramePr>
          <p:nvPr>
            <p:ph idx="1"/>
          </p:nvPr>
        </p:nvGraphicFramePr>
        <p:xfrm>
          <a:off x="457200" y="1447800"/>
          <a:ext cx="11274425" cy="4850419"/>
        </p:xfrm>
        <a:graphic>
          <a:graphicData uri="http://schemas.openxmlformats.org/drawingml/2006/table">
            <a:tbl>
              <a:tblPr firstRow="1">
                <a:noFill/>
                <a:tableStyleId>{5C22544A-7EE6-4342-B048-85BDC9FD1C3A}</a:tableStyleId>
              </a:tblPr>
              <a:tblGrid>
                <a:gridCol w="2254885">
                  <a:extLst>
                    <a:ext uri="{9D8B030D-6E8A-4147-A177-3AD203B41FA5}">
                      <a16:colId xmlns:a16="http://schemas.microsoft.com/office/drawing/2014/main" val="4212827071"/>
                    </a:ext>
                  </a:extLst>
                </a:gridCol>
                <a:gridCol w="2254885">
                  <a:extLst>
                    <a:ext uri="{9D8B030D-6E8A-4147-A177-3AD203B41FA5}">
                      <a16:colId xmlns:a16="http://schemas.microsoft.com/office/drawing/2014/main" val="1335836556"/>
                    </a:ext>
                  </a:extLst>
                </a:gridCol>
                <a:gridCol w="2254885">
                  <a:extLst>
                    <a:ext uri="{9D8B030D-6E8A-4147-A177-3AD203B41FA5}">
                      <a16:colId xmlns:a16="http://schemas.microsoft.com/office/drawing/2014/main" val="4176191926"/>
                    </a:ext>
                  </a:extLst>
                </a:gridCol>
                <a:gridCol w="2254885">
                  <a:extLst>
                    <a:ext uri="{9D8B030D-6E8A-4147-A177-3AD203B41FA5}">
                      <a16:colId xmlns:a16="http://schemas.microsoft.com/office/drawing/2014/main" val="1625387831"/>
                    </a:ext>
                  </a:extLst>
                </a:gridCol>
                <a:gridCol w="2254885">
                  <a:extLst>
                    <a:ext uri="{9D8B030D-6E8A-4147-A177-3AD203B41FA5}">
                      <a16:colId xmlns:a16="http://schemas.microsoft.com/office/drawing/2014/main" val="3444638845"/>
                    </a:ext>
                  </a:extLst>
                </a:gridCol>
              </a:tblGrid>
              <a:tr h="477265">
                <a:tc>
                  <a:txBody>
                    <a:bodyPr/>
                    <a:lstStyle/>
                    <a:p>
                      <a:pPr algn="l" fontAlgn="ctr"/>
                      <a:r>
                        <a:rPr lang="en-US" sz="1400" b="1" u="none" strike="noStrike" dirty="0">
                          <a:solidFill>
                            <a:schemeClr val="tx1"/>
                          </a:solidFill>
                          <a:effectLst/>
                          <a:latin typeface="+mn-lt"/>
                          <a:cs typeface="+mn-cs"/>
                        </a:rPr>
                        <a:t>Subtitle</a:t>
                      </a:r>
                      <a:endParaRPr lang="en-US" sz="1400" b="1" i="0" u="none" strike="noStrike" dirty="0">
                        <a:solidFill>
                          <a:schemeClr val="tx1"/>
                        </a:solidFill>
                        <a:effectLst/>
                        <a:latin typeface="+mn-lt"/>
                        <a:cs typeface="+mn-cs"/>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400" b="1" kern="1200" dirty="0">
                          <a:solidFill>
                            <a:schemeClr val="tx1"/>
                          </a:solidFill>
                          <a:effectLst/>
                          <a:latin typeface="+mn-lt"/>
                          <a:ea typeface="+mn-ea"/>
                          <a:cs typeface="+mn-cs"/>
                        </a:rPr>
                        <a:t>Subtitle</a:t>
                      </a:r>
                      <a:endParaRPr lang="en-US" sz="1600"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69587538"/>
                  </a:ext>
                </a:extLst>
              </a:tr>
              <a:tr h="485906">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mn-lt"/>
                        </a:rPr>
                        <a:t>Topic</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mn-lt"/>
                        </a:rPr>
                        <a:t>Topic</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mn-lt"/>
                        </a:rPr>
                        <a:t>Topic</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mn-lt"/>
                        </a:rPr>
                        <a:t>Topic</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l" rtl="0" eaLnBrk="1" fontAlgn="ctr" latinLnBrk="0" hangingPunct="1">
                        <a:spcBef>
                          <a:spcPts val="0"/>
                        </a:spcBef>
                        <a:spcAft>
                          <a:spcPts val="0"/>
                        </a:spcAft>
                      </a:pPr>
                      <a:r>
                        <a:rPr lang="en-US" sz="1100" b="0" i="0" u="none" strike="noStrike" kern="1200">
                          <a:solidFill>
                            <a:schemeClr val="tx1"/>
                          </a:solidFill>
                          <a:effectLst/>
                          <a:latin typeface="+mn-lt"/>
                        </a:rPr>
                        <a:t>Topic</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4524055"/>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46556372"/>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71245806"/>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25985291"/>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2518107"/>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5262629"/>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89578711"/>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98332093"/>
                  </a:ext>
                </a:extLst>
              </a:tr>
              <a:tr h="485906">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666692"/>
                    </a:solid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a:solidFill>
                            <a:schemeClr val="tx1"/>
                          </a:solidFill>
                          <a:effectLst/>
                          <a:latin typeface="+mn-lt"/>
                        </a:rPr>
                        <a:t>Topic </a:t>
                      </a:r>
                      <a:endParaRPr lang="en-US" sz="1100" b="0" i="0" u="none" strike="noStrike">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rtl="0" eaLnBrk="1" fontAlgn="ctr" latinLnBrk="0" hangingPunct="1">
                        <a:spcBef>
                          <a:spcPts val="0"/>
                        </a:spcBef>
                        <a:spcAft>
                          <a:spcPts val="0"/>
                        </a:spcAft>
                      </a:pPr>
                      <a:r>
                        <a:rPr lang="en-US" sz="1100" b="0" i="0" u="none" strike="noStrike" kern="1200" dirty="0">
                          <a:solidFill>
                            <a:schemeClr val="tx1"/>
                          </a:solidFill>
                          <a:effectLst/>
                          <a:latin typeface="+mn-lt"/>
                        </a:rPr>
                        <a:t>Topic </a:t>
                      </a:r>
                      <a:endParaRPr lang="en-US" sz="1100" b="0" i="0" u="none" strike="noStrike" dirty="0">
                        <a:solidFill>
                          <a:schemeClr val="tx1"/>
                        </a:solidFill>
                        <a:effectLst/>
                        <a:latin typeface="+mn-lt"/>
                      </a:endParaRPr>
                    </a:p>
                  </a:txBody>
                  <a:tcPr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accent6"/>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9300549"/>
                  </a:ext>
                </a:extLst>
              </a:tr>
            </a:tbl>
          </a:graphicData>
        </a:graphic>
      </p:graphicFrame>
      <p:sp>
        <p:nvSpPr>
          <p:cNvPr id="2" name="Slide Number Placeholder 1">
            <a:extLst>
              <a:ext uri="{FF2B5EF4-FFF2-40B4-BE49-F238E27FC236}">
                <a16:creationId xmlns:a16="http://schemas.microsoft.com/office/drawing/2014/main" id="{A62B0BCC-8F81-B2FA-0660-5E173797745F}"/>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57</a:t>
            </a:fld>
            <a:endParaRPr lang="en-US"/>
          </a:p>
        </p:txBody>
      </p:sp>
      <p:sp>
        <p:nvSpPr>
          <p:cNvPr id="6" name="Footer Placeholder 5">
            <a:extLst>
              <a:ext uri="{FF2B5EF4-FFF2-40B4-BE49-F238E27FC236}">
                <a16:creationId xmlns:a16="http://schemas.microsoft.com/office/drawing/2014/main" id="{F74085F4-BD40-E45B-C27F-AFA54433F068}"/>
              </a:ext>
            </a:extLst>
          </p:cNvPr>
          <p:cNvSpPr>
            <a:spLocks noGrp="1"/>
          </p:cNvSpPr>
          <p:nvPr>
            <p:ph type="ftr" sz="quarter" idx="11"/>
          </p:nvPr>
        </p:nvSpPr>
        <p:spPr/>
        <p:txBody>
          <a:bodyPr/>
          <a:lstStyle/>
          <a:p>
            <a:r>
              <a:rPr lang="en-US" dirty="0"/>
              <a:t>© 2025–2027 Cognizant | Private</a:t>
            </a:r>
          </a:p>
        </p:txBody>
      </p:sp>
      <p:sp>
        <p:nvSpPr>
          <p:cNvPr id="4" name="TextBox 3">
            <a:extLst>
              <a:ext uri="{FF2B5EF4-FFF2-40B4-BE49-F238E27FC236}">
                <a16:creationId xmlns:a16="http://schemas.microsoft.com/office/drawing/2014/main" id="{FF183131-0922-C497-1A29-E8494EDA2231}"/>
              </a:ext>
            </a:extLst>
          </p:cNvPr>
          <p:cNvSpPr txBox="1"/>
          <p:nvPr/>
        </p:nvSpPr>
        <p:spPr>
          <a:xfrm>
            <a:off x="9994392" y="0"/>
            <a:ext cx="2197608" cy="824420"/>
          </a:xfrm>
          <a:prstGeom prst="rect">
            <a:avLst/>
          </a:prstGeom>
          <a:solidFill>
            <a:srgbClr val="B81F2D"/>
          </a:solidFill>
        </p:spPr>
        <p:txBody>
          <a:bodyPr wrap="square" lIns="182880" tIns="91440" rIns="182880" bIns="91440" anchor="ctr">
            <a:noAutofit/>
          </a:bodyPr>
          <a:lstStyle/>
          <a:p>
            <a:r>
              <a:rPr lang="en-US" sz="1050" dirty="0">
                <a:cs typeface="+mn-cs"/>
              </a:rPr>
              <a:t>Table spacing formatting:</a:t>
            </a:r>
          </a:p>
          <a:p>
            <a:pPr marL="171450" indent="-107950">
              <a:buFont typeface="Arial" panose="020B0604020202020204" pitchFamily="34" charset="0"/>
              <a:buChar char="•"/>
            </a:pPr>
            <a:r>
              <a:rPr lang="en-US" sz="1000" dirty="0">
                <a:cs typeface="+mn-cs"/>
              </a:rPr>
              <a:t>.1” margins all around</a:t>
            </a:r>
          </a:p>
          <a:p>
            <a:pPr marL="171450" indent="-107950">
              <a:buFont typeface="Arial" panose="020B0604020202020204" pitchFamily="34" charset="0"/>
              <a:buChar char="•"/>
            </a:pPr>
            <a:r>
              <a:rPr lang="en-US" sz="1000" dirty="0">
                <a:cs typeface="+mn-cs"/>
              </a:rPr>
              <a:t>1pt horizontal divider lines (White)</a:t>
            </a:r>
          </a:p>
        </p:txBody>
      </p:sp>
    </p:spTree>
    <p:extLst>
      <p:ext uri="{BB962C8B-B14F-4D97-AF65-F5344CB8AC3E}">
        <p14:creationId xmlns:p14="http://schemas.microsoft.com/office/powerpoint/2010/main" val="5487621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6DA76A-D4BD-5EC4-9E79-4517E45E456E}"/>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ECF4173-3BF6-E1C2-C4DC-365C408748FA}"/>
              </a:ext>
            </a:extLst>
          </p:cNvPr>
          <p:cNvSpPr>
            <a:spLocks noGrp="1"/>
          </p:cNvSpPr>
          <p:nvPr>
            <p:ph type="title"/>
          </p:nvPr>
        </p:nvSpPr>
        <p:spPr/>
        <p:txBody>
          <a:bodyPr/>
          <a:lstStyle/>
          <a:p>
            <a:r>
              <a:rPr lang="en-US"/>
              <a:t>Three-column table - dark</a:t>
            </a:r>
          </a:p>
        </p:txBody>
      </p:sp>
      <p:graphicFrame>
        <p:nvGraphicFramePr>
          <p:cNvPr id="6" name="Content Placeholder 5">
            <a:extLst>
              <a:ext uri="{FF2B5EF4-FFF2-40B4-BE49-F238E27FC236}">
                <a16:creationId xmlns:a16="http://schemas.microsoft.com/office/drawing/2014/main" id="{52EAAF29-A6C1-860D-C45A-91E2BF7B2D54}"/>
              </a:ext>
            </a:extLst>
          </p:cNvPr>
          <p:cNvGraphicFramePr>
            <a:graphicFrameLocks noGrp="1"/>
          </p:cNvGraphicFramePr>
          <p:nvPr>
            <p:ph idx="1"/>
          </p:nvPr>
        </p:nvGraphicFramePr>
        <p:xfrm>
          <a:off x="457200" y="1447800"/>
          <a:ext cx="11274424" cy="4888899"/>
        </p:xfrm>
        <a:graphic>
          <a:graphicData uri="http://schemas.openxmlformats.org/drawingml/2006/table">
            <a:tbl>
              <a:tblPr firstRow="1">
                <a:tableStyleId>{10A1B5D5-9B99-4C35-A422-299274C87663}</a:tableStyleId>
              </a:tblPr>
              <a:tblGrid>
                <a:gridCol w="2256337">
                  <a:extLst>
                    <a:ext uri="{9D8B030D-6E8A-4147-A177-3AD203B41FA5}">
                      <a16:colId xmlns:a16="http://schemas.microsoft.com/office/drawing/2014/main" val="2821380241"/>
                    </a:ext>
                  </a:extLst>
                </a:gridCol>
                <a:gridCol w="3018122">
                  <a:extLst>
                    <a:ext uri="{9D8B030D-6E8A-4147-A177-3AD203B41FA5}">
                      <a16:colId xmlns:a16="http://schemas.microsoft.com/office/drawing/2014/main" val="4226252760"/>
                    </a:ext>
                  </a:extLst>
                </a:gridCol>
                <a:gridCol w="5999965">
                  <a:extLst>
                    <a:ext uri="{9D8B030D-6E8A-4147-A177-3AD203B41FA5}">
                      <a16:colId xmlns:a16="http://schemas.microsoft.com/office/drawing/2014/main" val="196172865"/>
                    </a:ext>
                  </a:extLst>
                </a:gridCol>
              </a:tblGrid>
              <a:tr h="457200">
                <a:tc>
                  <a:txBody>
                    <a:bodyPr/>
                    <a:lstStyle/>
                    <a:p>
                      <a:pPr algn="l"/>
                      <a:r>
                        <a:rPr lang="en-US" sz="1400" b="1" u="none" strike="noStrike" kern="1200" dirty="0">
                          <a:solidFill>
                            <a:schemeClr val="tx1"/>
                          </a:solidFill>
                          <a:effectLst/>
                        </a:rPr>
                        <a:t>Subtitle</a:t>
                      </a:r>
                      <a:endParaRPr lang="en-US" sz="1400" b="1" i="0" u="none" strike="noStrike" kern="1200" dirty="0">
                        <a:solidFill>
                          <a:schemeClr val="tx1"/>
                        </a:solidFill>
                        <a:effectLst/>
                        <a:latin typeface="+mn-lt"/>
                        <a:ea typeface="+mn-ea"/>
                        <a:cs typeface="+mn-cs"/>
                      </a:endParaRPr>
                    </a:p>
                  </a:txBody>
                  <a:tcPr marT="91440" marB="91440" anchor="ctr">
                    <a:lnL w="12700" cmpd="sng">
                      <a:noFill/>
                    </a:lnL>
                    <a:lnT w="12700" cmpd="sng">
                      <a:noFill/>
                    </a:lnT>
                    <a:lnB w="12700" cap="flat" cmpd="sng" algn="ctr">
                      <a:solidFill>
                        <a:schemeClr val="accent6"/>
                      </a:solidFill>
                      <a:prstDash val="solid"/>
                      <a:round/>
                      <a:headEnd type="none" w="med" len="med"/>
                      <a:tailEnd type="none" w="med" len="med"/>
                    </a:lnB>
                    <a:noFill/>
                  </a:tcPr>
                </a:tc>
                <a:tc>
                  <a:txBody>
                    <a:bodyPr/>
                    <a:lstStyle/>
                    <a:p>
                      <a:pPr algn="l"/>
                      <a:r>
                        <a:rPr lang="en-US" sz="1400" b="1" kern="1200" dirty="0">
                          <a:solidFill>
                            <a:schemeClr val="tx1"/>
                          </a:solidFill>
                          <a:effectLst/>
                        </a:rPr>
                        <a:t>Subtitle</a:t>
                      </a:r>
                      <a:r>
                        <a:rPr lang="en-US" sz="1400" dirty="0">
                          <a:solidFill>
                            <a:schemeClr val="tx1"/>
                          </a:solidFill>
                        </a:rPr>
                        <a:t> </a:t>
                      </a:r>
                      <a:endParaRPr lang="en-US" sz="1400" b="1" i="0" u="none" strike="noStrike" kern="1200" dirty="0">
                        <a:solidFill>
                          <a:schemeClr val="tx1"/>
                        </a:solidFill>
                        <a:effectLst/>
                        <a:latin typeface="+mn-lt"/>
                        <a:ea typeface="+mn-ea"/>
                        <a:cs typeface="+mn-cs"/>
                      </a:endParaRPr>
                    </a:p>
                  </a:txBody>
                  <a:tcPr marT="91440" marB="91440" anchor="ctr">
                    <a:lnT w="12700" cmpd="sng">
                      <a:noFill/>
                    </a:lnT>
                    <a:lnB w="12700" cap="flat" cmpd="sng" algn="ctr">
                      <a:solidFill>
                        <a:schemeClr val="accent6"/>
                      </a:solidFill>
                      <a:prstDash val="solid"/>
                      <a:round/>
                      <a:headEnd type="none" w="med" len="med"/>
                      <a:tailEnd type="none" w="med" len="med"/>
                    </a:lnB>
                    <a:noFill/>
                  </a:tcPr>
                </a:tc>
                <a:tc>
                  <a:txBody>
                    <a:bodyPr/>
                    <a:lstStyle/>
                    <a:p>
                      <a:pPr algn="l"/>
                      <a:r>
                        <a:rPr lang="en-US" sz="1400" b="1" kern="1200" dirty="0">
                          <a:solidFill>
                            <a:schemeClr val="tx1"/>
                          </a:solidFill>
                          <a:effectLst/>
                        </a:rPr>
                        <a:t>Subtitle</a:t>
                      </a:r>
                      <a:r>
                        <a:rPr lang="en-US" sz="1400" dirty="0">
                          <a:solidFill>
                            <a:schemeClr val="tx1"/>
                          </a:solidFill>
                        </a:rPr>
                        <a:t> </a:t>
                      </a:r>
                      <a:endParaRPr lang="en-US" sz="1400" b="1" i="0" u="none" strike="noStrike" kern="1200" dirty="0">
                        <a:solidFill>
                          <a:schemeClr val="tx1"/>
                        </a:solidFill>
                        <a:effectLst/>
                        <a:latin typeface="+mn-lt"/>
                        <a:ea typeface="+mn-ea"/>
                        <a:cs typeface="+mn-cs"/>
                      </a:endParaRPr>
                    </a:p>
                  </a:txBody>
                  <a:tcPr marT="91440" marB="91440" anchor="ctr">
                    <a:lnR w="12700" cmpd="sng">
                      <a:noFill/>
                    </a:lnR>
                    <a:lnT w="12700" cmpd="sng">
                      <a:noFill/>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787715068"/>
                  </a:ext>
                </a:extLst>
              </a:tr>
              <a:tr h="49241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400" b="1" dirty="0">
                          <a:solidFill>
                            <a:schemeClr val="tx1"/>
                          </a:solidFill>
                        </a:rPr>
                        <a:t>Topic</a:t>
                      </a:r>
                      <a:endParaRPr lang="en-US" sz="1400" b="1" kern="1100" dirty="0">
                        <a:solidFill>
                          <a:schemeClr val="tx1"/>
                        </a:solidFill>
                        <a:latin typeface="+mn-lt"/>
                        <a:ea typeface="+mn-ea"/>
                        <a:cs typeface="+mn-cs"/>
                      </a:endParaRPr>
                    </a:p>
                  </a:txBody>
                  <a:tcPr marT="91440" marB="91440" anchor="ctr">
                    <a:lnL w="12700" cmpd="sng">
                      <a:noFill/>
                    </a:lnL>
                    <a:lnT w="12700" cap="flat" cmpd="sng" algn="ctr">
                      <a:solidFill>
                        <a:schemeClr val="accent6"/>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indent="0" algn="l">
                        <a:lnSpc>
                          <a:spcPct val="120000"/>
                        </a:lnSpc>
                        <a:spcBef>
                          <a:spcPts val="1200"/>
                        </a:spcBef>
                        <a:buFont typeface="Arial" panose="020B0604020202020204" pitchFamily="34" charset="0"/>
                        <a:buNone/>
                      </a:pPr>
                      <a:r>
                        <a:rPr lang="en-US" sz="1100">
                          <a:solidFill>
                            <a:schemeClr val="tx1"/>
                          </a:solidFill>
                        </a:rPr>
                        <a:t>Sed do eiusmod tempor incididunt ut labore et dolore magna aliqua.</a:t>
                      </a:r>
                      <a:endParaRPr lang="en-US" sz="1100" b="1">
                        <a:solidFill>
                          <a:schemeClr val="tx1"/>
                        </a:solidFill>
                        <a:latin typeface="+mn-lt"/>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3694723345"/>
                  </a:ext>
                </a:extLst>
              </a:tr>
              <a:tr h="492411">
                <a:tc>
                  <a:txBody>
                    <a:bodyPr/>
                    <a:lstStyle/>
                    <a:p>
                      <a:pPr algn="l"/>
                      <a:endParaRPr lang="en-US" sz="1400" b="1" dirty="0">
                        <a:solidFill>
                          <a:schemeClr val="tx1"/>
                        </a:solidFill>
                        <a:latin typeface="+mj-lt"/>
                      </a:endParaRPr>
                    </a:p>
                  </a:txBody>
                  <a:tcPr marT="91440" marB="91440" anchor="ctr">
                    <a:lnL w="12700" cmpd="sng">
                      <a:noFill/>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401529602"/>
                  </a:ext>
                </a:extLst>
              </a:tr>
              <a:tr h="492411">
                <a:tc>
                  <a:txBody>
                    <a:bodyPr/>
                    <a:lstStyle/>
                    <a:p>
                      <a:pPr algn="l"/>
                      <a:endParaRPr lang="en-US" sz="1400" b="1" dirty="0">
                        <a:solidFill>
                          <a:schemeClr val="tx1"/>
                        </a:solidFill>
                        <a:latin typeface="+mj-lt"/>
                      </a:endParaRPr>
                    </a:p>
                  </a:txBody>
                  <a:tcPr marT="91440" marB="91440" anchor="ctr">
                    <a:lnL w="12700" cmpd="sng">
                      <a:noFill/>
                    </a:lnL>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640452684"/>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Topic</a:t>
                      </a: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6"/>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82729224"/>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64591926"/>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1"/>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627123978"/>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r>
                        <a:rPr kumimoji="0" lang="en-US" sz="1400" b="1" u="none" strike="noStrike" kern="1200" cap="none" spc="0" normalizeH="0" baseline="0" noProof="0">
                          <a:ln>
                            <a:noFill/>
                          </a:ln>
                          <a:solidFill>
                            <a:schemeClr val="tx1"/>
                          </a:solidFill>
                          <a:effectLst/>
                          <a:uLnTx/>
                          <a:uFillTx/>
                        </a:rPr>
                        <a:t>Topic</a:t>
                      </a: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6"/>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a</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4271249459"/>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noFill/>
                  </a:tcPr>
                </a:tc>
                <a:tc>
                  <a:txBody>
                    <a:bodyPr/>
                    <a:lstStyle/>
                    <a:p>
                      <a:pPr marL="0" indent="0" algn="l">
                        <a:buFont typeface="+mj-lt"/>
                        <a:buNone/>
                      </a:pPr>
                      <a:r>
                        <a:rPr lang="en-US" sz="1100" b="1" dirty="0">
                          <a:solidFill>
                            <a:schemeClr val="tx1"/>
                          </a:solidFill>
                        </a:rPr>
                        <a:t>Sub-topic b</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a:ln>
                            <a:noFill/>
                          </a:ln>
                          <a:solidFill>
                            <a:schemeClr val="tx1"/>
                          </a:solidFill>
                          <a:effectLst/>
                          <a:uLnTx/>
                          <a:uFillTx/>
                        </a:rPr>
                        <a:t>Sed do eiusmod tempor incididunt ut labore et dolore magna aliqua.</a:t>
                      </a:r>
                      <a:endParaRPr kumimoji="0" lang="en-US" sz="1100" b="1" i="0" u="none" strike="noStrike" kern="1200" cap="none" spc="0" normalizeH="0" baseline="0" noProof="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ap="flat" cmpd="sng" algn="ctr">
                      <a:solidFill>
                        <a:schemeClr val="accent6"/>
                      </a:solidFill>
                      <a:prstDash val="solid"/>
                      <a:round/>
                      <a:headEnd type="none" w="med" len="med"/>
                      <a:tailEnd type="none" w="med" len="med"/>
                    </a:lnB>
                    <a:noFill/>
                  </a:tcPr>
                </a:tc>
                <a:extLst>
                  <a:ext uri="{0D108BD9-81ED-4DB2-BD59-A6C34878D82A}">
                    <a16:rowId xmlns:a16="http://schemas.microsoft.com/office/drawing/2014/main" val="2962570673"/>
                  </a:ext>
                </a:extLst>
              </a:tr>
              <a:tr h="492411">
                <a:tc>
                  <a:txBody>
                    <a:bodyPr/>
                    <a:lstStyle/>
                    <a:p>
                      <a:pPr marL="0" marR="0" lvl="0" indent="0" algn="l" defTabSz="914378" rtl="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a:ln>
                          <a:noFill/>
                        </a:ln>
                        <a:solidFill>
                          <a:schemeClr val="tx1"/>
                        </a:solidFill>
                        <a:effectLst/>
                        <a:uLnTx/>
                        <a:uFillTx/>
                        <a:latin typeface="+mj-lt"/>
                        <a:ea typeface="+mn-ea"/>
                        <a:cs typeface="+mn-cs"/>
                      </a:endParaRPr>
                    </a:p>
                  </a:txBody>
                  <a:tcPr marT="91440" marB="91440" anchor="ctr">
                    <a:lnL w="12700" cmpd="sng">
                      <a:noFill/>
                    </a:lnL>
                    <a:lnT w="12700" cap="flat" cmpd="sng" algn="ctr">
                      <a:solidFill>
                        <a:schemeClr val="accent1"/>
                      </a:solidFill>
                      <a:prstDash val="solid"/>
                      <a:round/>
                      <a:headEnd type="none" w="med" len="med"/>
                      <a:tailEnd type="none" w="med" len="med"/>
                    </a:lnT>
                    <a:lnB w="12700" cmpd="sng">
                      <a:noFill/>
                    </a:lnB>
                    <a:noFill/>
                  </a:tcPr>
                </a:tc>
                <a:tc>
                  <a:txBody>
                    <a:bodyPr/>
                    <a:lstStyle/>
                    <a:p>
                      <a:pPr marL="0" indent="0" algn="l">
                        <a:buFont typeface="+mj-lt"/>
                        <a:buNone/>
                      </a:pPr>
                      <a:r>
                        <a:rPr lang="en-US" sz="1100" b="1" dirty="0">
                          <a:solidFill>
                            <a:schemeClr val="tx1"/>
                          </a:solidFill>
                        </a:rPr>
                        <a:t>Sub-topic c</a:t>
                      </a:r>
                      <a:endParaRPr lang="en-US" sz="1100" b="1" dirty="0">
                        <a:solidFill>
                          <a:schemeClr val="tx1"/>
                        </a:solidFill>
                        <a:latin typeface="+mn-lt"/>
                      </a:endParaRPr>
                    </a:p>
                  </a:txBody>
                  <a:tcPr marT="91440" marB="91440" anchor="ctr">
                    <a:lnT w="12700" cap="flat" cmpd="sng" algn="ctr">
                      <a:solidFill>
                        <a:schemeClr val="accent6"/>
                      </a:solidFill>
                      <a:prstDash val="solid"/>
                      <a:round/>
                      <a:headEnd type="none" w="med" len="med"/>
                      <a:tailEnd type="none" w="med" len="med"/>
                    </a:lnT>
                    <a:lnB w="12700" cmpd="sng">
                      <a:noFill/>
                    </a:lnB>
                    <a:noFill/>
                  </a:tcPr>
                </a:tc>
                <a:tc>
                  <a:txBody>
                    <a:bodyPr/>
                    <a:lstStyle/>
                    <a:p>
                      <a:pPr marL="0" marR="0" lvl="0" indent="0" algn="l" defTabSz="914378" rtl="0" eaLnBrk="1" fontAlgn="auto" latinLnBrk="0" hangingPunct="1">
                        <a:lnSpc>
                          <a:spcPct val="120000"/>
                        </a:lnSpc>
                        <a:spcBef>
                          <a:spcPts val="1200"/>
                        </a:spcBef>
                        <a:spcAft>
                          <a:spcPts val="0"/>
                        </a:spcAft>
                        <a:buClrTx/>
                        <a:buSzTx/>
                        <a:buFont typeface="Arial" panose="020B0604020202020204" pitchFamily="34" charset="0"/>
                        <a:buNone/>
                        <a:tabLst/>
                        <a:defRPr/>
                      </a:pPr>
                      <a:r>
                        <a:rPr kumimoji="0" lang="en-US" sz="1100" b="0" u="none" strike="noStrike" kern="1200" cap="none" spc="0" normalizeH="0" baseline="0" noProof="0" dirty="0">
                          <a:ln>
                            <a:noFill/>
                          </a:ln>
                          <a:solidFill>
                            <a:schemeClr val="tx1"/>
                          </a:solidFill>
                          <a:effectLst/>
                          <a:uLnTx/>
                          <a:uFillTx/>
                        </a:rPr>
                        <a:t>Sed do </a:t>
                      </a:r>
                      <a:r>
                        <a:rPr kumimoji="0" lang="en-US" sz="1100" b="0" u="none" strike="noStrike" kern="1200" cap="none" spc="0" normalizeH="0" baseline="0" noProof="0" dirty="0" err="1">
                          <a:ln>
                            <a:noFill/>
                          </a:ln>
                          <a:solidFill>
                            <a:schemeClr val="tx1"/>
                          </a:solidFill>
                          <a:effectLst/>
                          <a:uLnTx/>
                          <a:uFillTx/>
                        </a:rPr>
                        <a:t>eiusmod</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tempor</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incididunt</a:t>
                      </a:r>
                      <a:r>
                        <a:rPr kumimoji="0" lang="en-US" sz="1100" b="0" u="none" strike="noStrike" kern="1200" cap="none" spc="0" normalizeH="0" baseline="0" noProof="0" dirty="0">
                          <a:ln>
                            <a:noFill/>
                          </a:ln>
                          <a:solidFill>
                            <a:schemeClr val="tx1"/>
                          </a:solidFill>
                          <a:effectLst/>
                          <a:uLnTx/>
                          <a:uFillTx/>
                        </a:rPr>
                        <a:t> </a:t>
                      </a:r>
                      <a:r>
                        <a:rPr kumimoji="0" lang="en-US" sz="1100" b="0" u="none" strike="noStrike" kern="1200" cap="none" spc="0" normalizeH="0" baseline="0" noProof="0" dirty="0" err="1">
                          <a:ln>
                            <a:noFill/>
                          </a:ln>
                          <a:solidFill>
                            <a:schemeClr val="tx1"/>
                          </a:solidFill>
                          <a:effectLst/>
                          <a:uLnTx/>
                          <a:uFillTx/>
                        </a:rPr>
                        <a:t>ut</a:t>
                      </a:r>
                      <a:r>
                        <a:rPr kumimoji="0" lang="en-US" sz="1100" b="0" u="none" strike="noStrike" kern="1200" cap="none" spc="0" normalizeH="0" baseline="0" noProof="0" dirty="0">
                          <a:ln>
                            <a:noFill/>
                          </a:ln>
                          <a:solidFill>
                            <a:schemeClr val="tx1"/>
                          </a:solidFill>
                          <a:effectLst/>
                          <a:uLnTx/>
                          <a:uFillTx/>
                        </a:rPr>
                        <a:t> labore et dolore magna </a:t>
                      </a:r>
                      <a:r>
                        <a:rPr kumimoji="0" lang="en-US" sz="1100" b="0" u="none" strike="noStrike" kern="1200" cap="none" spc="0" normalizeH="0" baseline="0" noProof="0" dirty="0" err="1">
                          <a:ln>
                            <a:noFill/>
                          </a:ln>
                          <a:solidFill>
                            <a:schemeClr val="tx1"/>
                          </a:solidFill>
                          <a:effectLst/>
                          <a:uLnTx/>
                          <a:uFillTx/>
                        </a:rPr>
                        <a:t>aliqua</a:t>
                      </a:r>
                      <a:r>
                        <a:rPr kumimoji="0" lang="en-US" sz="1100" b="0" u="none" strike="noStrike" kern="1200" cap="none" spc="0" normalizeH="0" baseline="0" noProof="0" dirty="0">
                          <a:ln>
                            <a:noFill/>
                          </a:ln>
                          <a:solidFill>
                            <a:schemeClr val="tx1"/>
                          </a:solidFill>
                          <a:effectLst/>
                          <a:uLnTx/>
                          <a:uFillTx/>
                        </a:rPr>
                        <a:t>.</a:t>
                      </a:r>
                      <a:endParaRPr kumimoji="0" lang="en-US" sz="1100" b="1" i="0" u="none" strike="noStrike" kern="1200" cap="none" spc="0" normalizeH="0" baseline="0" noProof="0" dirty="0">
                        <a:ln>
                          <a:noFill/>
                        </a:ln>
                        <a:solidFill>
                          <a:schemeClr val="tx1"/>
                        </a:solidFill>
                        <a:effectLst/>
                        <a:uLnTx/>
                        <a:uFillTx/>
                        <a:latin typeface="+mn-lt"/>
                        <a:ea typeface="+mn-ea"/>
                        <a:cs typeface="+mn-cs"/>
                      </a:endParaRPr>
                    </a:p>
                  </a:txBody>
                  <a:tcPr marT="91440" marB="91440" anchor="ctr">
                    <a:lnR w="12700" cmpd="sng">
                      <a:noFill/>
                    </a:lnR>
                    <a:lnT w="12700" cap="flat" cmpd="sng" algn="ctr">
                      <a:solidFill>
                        <a:schemeClr val="accent6"/>
                      </a:solidFill>
                      <a:prstDash val="solid"/>
                      <a:round/>
                      <a:headEnd type="none" w="med" len="med"/>
                      <a:tailEnd type="none" w="med" len="med"/>
                    </a:lnT>
                    <a:lnB w="12700" cmpd="sng">
                      <a:noFill/>
                    </a:lnB>
                    <a:noFill/>
                  </a:tcPr>
                </a:tc>
                <a:extLst>
                  <a:ext uri="{0D108BD9-81ED-4DB2-BD59-A6C34878D82A}">
                    <a16:rowId xmlns:a16="http://schemas.microsoft.com/office/drawing/2014/main" val="366037148"/>
                  </a:ext>
                </a:extLst>
              </a:tr>
            </a:tbl>
          </a:graphicData>
        </a:graphic>
      </p:graphicFrame>
      <p:sp>
        <p:nvSpPr>
          <p:cNvPr id="2" name="Slide Number Placeholder 1">
            <a:extLst>
              <a:ext uri="{FF2B5EF4-FFF2-40B4-BE49-F238E27FC236}">
                <a16:creationId xmlns:a16="http://schemas.microsoft.com/office/drawing/2014/main" id="{4760792C-71D6-C971-6EBF-353D0DAD18A5}"/>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pPr/>
              <a:t>58</a:t>
            </a:fld>
            <a:endParaRPr lang="en-US"/>
          </a:p>
        </p:txBody>
      </p:sp>
      <p:sp>
        <p:nvSpPr>
          <p:cNvPr id="7" name="Footer Placeholder 6">
            <a:extLst>
              <a:ext uri="{FF2B5EF4-FFF2-40B4-BE49-F238E27FC236}">
                <a16:creationId xmlns:a16="http://schemas.microsoft.com/office/drawing/2014/main" id="{493139BC-801B-F4A8-BC66-5D771F7CEA27}"/>
              </a:ext>
            </a:extLst>
          </p:cNvPr>
          <p:cNvSpPr>
            <a:spLocks noGrp="1"/>
          </p:cNvSpPr>
          <p:nvPr>
            <p:ph type="ftr" sz="quarter" idx="11"/>
          </p:nvPr>
        </p:nvSpPr>
        <p:spPr/>
        <p:txBody>
          <a:bodyPr/>
          <a:lstStyle/>
          <a:p>
            <a:r>
              <a:rPr lang="en-US"/>
              <a:t>© 2025–2027 Cognizant | Private</a:t>
            </a:r>
          </a:p>
        </p:txBody>
      </p:sp>
      <p:sp>
        <p:nvSpPr>
          <p:cNvPr id="4" name="TextBox 3">
            <a:extLst>
              <a:ext uri="{FF2B5EF4-FFF2-40B4-BE49-F238E27FC236}">
                <a16:creationId xmlns:a16="http://schemas.microsoft.com/office/drawing/2014/main" id="{12E4236F-35A6-FE6F-21B2-9776C7226700}"/>
              </a:ext>
            </a:extLst>
          </p:cNvPr>
          <p:cNvSpPr txBox="1"/>
          <p:nvPr/>
        </p:nvSpPr>
        <p:spPr>
          <a:xfrm>
            <a:off x="9994392" y="0"/>
            <a:ext cx="2197608" cy="824420"/>
          </a:xfrm>
          <a:prstGeom prst="rect">
            <a:avLst/>
          </a:prstGeom>
          <a:solidFill>
            <a:srgbClr val="B81F2D"/>
          </a:solidFill>
        </p:spPr>
        <p:txBody>
          <a:bodyPr wrap="square" lIns="182880" tIns="91440" rIns="182880" bIns="91440" anchor="ctr">
            <a:noAutofit/>
          </a:bodyPr>
          <a:lstStyle/>
          <a:p>
            <a:r>
              <a:rPr lang="en-US" sz="1050" dirty="0">
                <a:cs typeface="+mn-cs"/>
              </a:rPr>
              <a:t>Table spacing formatting:</a:t>
            </a:r>
          </a:p>
          <a:p>
            <a:pPr marL="171450" indent="-107950">
              <a:buFont typeface="Arial" panose="020B0604020202020204" pitchFamily="34" charset="0"/>
              <a:buChar char="•"/>
            </a:pPr>
            <a:r>
              <a:rPr lang="en-US" sz="1000" dirty="0">
                <a:cs typeface="+mn-cs"/>
              </a:rPr>
              <a:t>.1” margins all around</a:t>
            </a:r>
          </a:p>
          <a:p>
            <a:pPr marL="171450" indent="-107950">
              <a:buFont typeface="Arial" panose="020B0604020202020204" pitchFamily="34" charset="0"/>
              <a:buChar char="•"/>
            </a:pPr>
            <a:r>
              <a:rPr lang="en-US" sz="1000" dirty="0">
                <a:cs typeface="+mn-cs"/>
              </a:rPr>
              <a:t>1pt horizontal divider lines (White)</a:t>
            </a:r>
          </a:p>
        </p:txBody>
      </p:sp>
    </p:spTree>
    <p:extLst>
      <p:ext uri="{BB962C8B-B14F-4D97-AF65-F5344CB8AC3E}">
        <p14:creationId xmlns:p14="http://schemas.microsoft.com/office/powerpoint/2010/main" val="176902857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F66C4-1B66-EFDA-0FCB-5D8BD58399A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2B66CCF-24D6-D1C3-FD1E-F7A2043D81DA}"/>
              </a:ext>
            </a:extLst>
          </p:cNvPr>
          <p:cNvSpPr>
            <a:spLocks noGrp="1"/>
          </p:cNvSpPr>
          <p:nvPr>
            <p:ph type="title"/>
          </p:nvPr>
        </p:nvSpPr>
        <p:spPr/>
        <p:txBody>
          <a:bodyPr/>
          <a:lstStyle/>
          <a:p>
            <a:r>
              <a:rPr lang="en-US"/>
              <a:t>Sample SWOT analysis</a:t>
            </a:r>
          </a:p>
        </p:txBody>
      </p:sp>
      <p:graphicFrame>
        <p:nvGraphicFramePr>
          <p:cNvPr id="5" name="Table 4">
            <a:extLst>
              <a:ext uri="{FF2B5EF4-FFF2-40B4-BE49-F238E27FC236}">
                <a16:creationId xmlns:a16="http://schemas.microsoft.com/office/drawing/2014/main" id="{9372F2FB-AE6A-340D-7F39-D64651E757CB}"/>
              </a:ext>
            </a:extLst>
          </p:cNvPr>
          <p:cNvGraphicFramePr>
            <a:graphicFrameLocks noGrp="1"/>
          </p:cNvGraphicFramePr>
          <p:nvPr/>
        </p:nvGraphicFramePr>
        <p:xfrm>
          <a:off x="457200" y="144780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24342">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Strengths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6967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9" name="Table 8">
            <a:extLst>
              <a:ext uri="{FF2B5EF4-FFF2-40B4-BE49-F238E27FC236}">
                <a16:creationId xmlns:a16="http://schemas.microsoft.com/office/drawing/2014/main" id="{D366E524-D407-C9BE-6195-99CC18157E94}"/>
              </a:ext>
            </a:extLst>
          </p:cNvPr>
          <p:cNvGraphicFramePr>
            <a:graphicFrameLocks noGrp="1"/>
          </p:cNvGraphicFramePr>
          <p:nvPr/>
        </p:nvGraphicFramePr>
        <p:xfrm>
          <a:off x="6476017" y="144780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24342">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Weaknesses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6967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10" name="Table 9">
            <a:extLst>
              <a:ext uri="{FF2B5EF4-FFF2-40B4-BE49-F238E27FC236}">
                <a16:creationId xmlns:a16="http://schemas.microsoft.com/office/drawing/2014/main" id="{1D16745E-F8A1-6DCB-8273-F5A5F7BC0AB8}"/>
              </a:ext>
            </a:extLst>
          </p:cNvPr>
          <p:cNvGraphicFramePr>
            <a:graphicFrameLocks noGrp="1"/>
          </p:cNvGraphicFramePr>
          <p:nvPr/>
        </p:nvGraphicFramePr>
        <p:xfrm>
          <a:off x="457200" y="3741818"/>
          <a:ext cx="5258783" cy="2296397"/>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82330">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Opportunities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14067">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11" name="Table 10">
            <a:extLst>
              <a:ext uri="{FF2B5EF4-FFF2-40B4-BE49-F238E27FC236}">
                <a16:creationId xmlns:a16="http://schemas.microsoft.com/office/drawing/2014/main" id="{2D963E06-45A9-BE38-555B-11DE9CC569DA}"/>
              </a:ext>
            </a:extLst>
          </p:cNvPr>
          <p:cNvGraphicFramePr>
            <a:graphicFrameLocks noGrp="1"/>
          </p:cNvGraphicFramePr>
          <p:nvPr/>
        </p:nvGraphicFramePr>
        <p:xfrm>
          <a:off x="6476017" y="374182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82330">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Threats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1406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2" name="Slide Number Placeholder 1">
            <a:extLst>
              <a:ext uri="{FF2B5EF4-FFF2-40B4-BE49-F238E27FC236}">
                <a16:creationId xmlns:a16="http://schemas.microsoft.com/office/drawing/2014/main" id="{7299561C-9468-9DEF-F5BB-7AD2D0864DA4}"/>
              </a:ext>
            </a:extLst>
          </p:cNvPr>
          <p:cNvSpPr>
            <a:spLocks noGrp="1"/>
          </p:cNvSpPr>
          <p:nvPr>
            <p:ph type="sldNum" sz="quarter" idx="12"/>
          </p:nvPr>
        </p:nvSpPr>
        <p:spPr/>
        <p:txBody>
          <a:bodyPr/>
          <a:lstStyle/>
          <a:p>
            <a:fld id="{38826FC0-333C-E549-9FA3-0EE43DF298A3}" type="slidenum">
              <a:rPr lang="en-US" smtClean="0"/>
              <a:t>59</a:t>
            </a:fld>
            <a:endParaRPr lang="en-US"/>
          </a:p>
        </p:txBody>
      </p:sp>
      <p:sp>
        <p:nvSpPr>
          <p:cNvPr id="6" name="Footer Placeholder 5">
            <a:extLst>
              <a:ext uri="{FF2B5EF4-FFF2-40B4-BE49-F238E27FC236}">
                <a16:creationId xmlns:a16="http://schemas.microsoft.com/office/drawing/2014/main" id="{A3A4A6F2-4348-C836-42A4-DF756716BEF8}"/>
              </a:ext>
            </a:extLst>
          </p:cNvPr>
          <p:cNvSpPr>
            <a:spLocks noGrp="1"/>
          </p:cNvSpPr>
          <p:nvPr>
            <p:ph type="ftr" sz="quarter" idx="11"/>
          </p:nvPr>
        </p:nvSpPr>
        <p:spPr/>
        <p:txBody>
          <a:bodyPr/>
          <a:lstStyle/>
          <a:p>
            <a:r>
              <a:rPr lang="en-US"/>
              <a:t>© 2025–2027 Cognizant | Private</a:t>
            </a:r>
          </a:p>
        </p:txBody>
      </p:sp>
    </p:spTree>
    <p:extLst>
      <p:ext uri="{BB962C8B-B14F-4D97-AF65-F5344CB8AC3E}">
        <p14:creationId xmlns:p14="http://schemas.microsoft.com/office/powerpoint/2010/main" val="299537171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338671-4C76-4086-60F8-DEA79B2768B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77B9FB4-7045-99FA-0D74-148AD153621C}"/>
              </a:ext>
            </a:extLst>
          </p:cNvPr>
          <p:cNvSpPr>
            <a:spLocks noGrp="1"/>
          </p:cNvSpPr>
          <p:nvPr>
            <p:ph type="title"/>
          </p:nvPr>
        </p:nvSpPr>
        <p:spPr/>
        <p:txBody>
          <a:bodyPr/>
          <a:lstStyle/>
          <a:p>
            <a:r>
              <a:rPr lang="en-US"/>
              <a:t>Sample SWOT analysis - dark</a:t>
            </a:r>
          </a:p>
        </p:txBody>
      </p:sp>
      <p:graphicFrame>
        <p:nvGraphicFramePr>
          <p:cNvPr id="5" name="Table 4">
            <a:extLst>
              <a:ext uri="{FF2B5EF4-FFF2-40B4-BE49-F238E27FC236}">
                <a16:creationId xmlns:a16="http://schemas.microsoft.com/office/drawing/2014/main" id="{0AF3B098-E41E-4155-9D3E-4BE264B83B03}"/>
              </a:ext>
            </a:extLst>
          </p:cNvPr>
          <p:cNvGraphicFramePr>
            <a:graphicFrameLocks noGrp="1"/>
          </p:cNvGraphicFramePr>
          <p:nvPr/>
        </p:nvGraphicFramePr>
        <p:xfrm>
          <a:off x="457200" y="144780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24342">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Strengths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6967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6" name="Table 5">
            <a:extLst>
              <a:ext uri="{FF2B5EF4-FFF2-40B4-BE49-F238E27FC236}">
                <a16:creationId xmlns:a16="http://schemas.microsoft.com/office/drawing/2014/main" id="{5379A115-BAA4-84F7-94CC-EC2CF114F560}"/>
              </a:ext>
            </a:extLst>
          </p:cNvPr>
          <p:cNvGraphicFramePr>
            <a:graphicFrameLocks noGrp="1"/>
          </p:cNvGraphicFramePr>
          <p:nvPr/>
        </p:nvGraphicFramePr>
        <p:xfrm>
          <a:off x="6476017" y="144780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24342">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Weaknesses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6967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7" name="Table 6">
            <a:extLst>
              <a:ext uri="{FF2B5EF4-FFF2-40B4-BE49-F238E27FC236}">
                <a16:creationId xmlns:a16="http://schemas.microsoft.com/office/drawing/2014/main" id="{9FAA0122-7973-8045-C0EB-4A1E15035422}"/>
              </a:ext>
            </a:extLst>
          </p:cNvPr>
          <p:cNvGraphicFramePr>
            <a:graphicFrameLocks noGrp="1"/>
          </p:cNvGraphicFramePr>
          <p:nvPr/>
        </p:nvGraphicFramePr>
        <p:xfrm>
          <a:off x="457200" y="3741818"/>
          <a:ext cx="5258783" cy="2296397"/>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82330">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Opportunities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14067">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graphicFrame>
        <p:nvGraphicFramePr>
          <p:cNvPr id="8" name="Table 7">
            <a:extLst>
              <a:ext uri="{FF2B5EF4-FFF2-40B4-BE49-F238E27FC236}">
                <a16:creationId xmlns:a16="http://schemas.microsoft.com/office/drawing/2014/main" id="{FC6F68DF-351F-84E9-AC01-A63AF1667054}"/>
              </a:ext>
            </a:extLst>
          </p:cNvPr>
          <p:cNvGraphicFramePr>
            <a:graphicFrameLocks noGrp="1"/>
          </p:cNvGraphicFramePr>
          <p:nvPr/>
        </p:nvGraphicFramePr>
        <p:xfrm>
          <a:off x="6476017" y="3741821"/>
          <a:ext cx="5258783" cy="2296396"/>
        </p:xfrm>
        <a:graphic>
          <a:graphicData uri="http://schemas.openxmlformats.org/drawingml/2006/table">
            <a:tbl>
              <a:tblPr firstRow="1">
                <a:effectLst/>
                <a:tableStyleId>{5C22544A-7EE6-4342-B048-85BDC9FD1C3A}</a:tableStyleId>
              </a:tblPr>
              <a:tblGrid>
                <a:gridCol w="5258783">
                  <a:extLst>
                    <a:ext uri="{9D8B030D-6E8A-4147-A177-3AD203B41FA5}">
                      <a16:colId xmlns:a16="http://schemas.microsoft.com/office/drawing/2014/main" val="2779953126"/>
                    </a:ext>
                  </a:extLst>
                </a:gridCol>
              </a:tblGrid>
              <a:tr h="482330">
                <a:tc>
                  <a:txBody>
                    <a:bodyPr/>
                    <a:lstStyle/>
                    <a:p>
                      <a:pPr marL="0" algn="l" defTabSz="914400" rtl="0" eaLnBrk="1" fontAlgn="ctr" latinLnBrk="0" hangingPunct="1"/>
                      <a:r>
                        <a:rPr lang="en-US" sz="1600" b="1" u="none" strike="noStrike" kern="1200" spc="40" baseline="0">
                          <a:solidFill>
                            <a:schemeClr val="tx1"/>
                          </a:solidFill>
                          <a:effectLst/>
                          <a:latin typeface="+mn-lt"/>
                          <a:ea typeface="+mn-ea"/>
                          <a:cs typeface="+mn-cs"/>
                        </a:rPr>
                        <a:t>Threats</a:t>
                      </a:r>
                    </a:p>
                  </a:txBody>
                  <a:tcPr marL="0" marT="91440" marB="9144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tx2"/>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735851260"/>
                  </a:ext>
                </a:extLst>
              </a:tr>
              <a:tr h="1814066">
                <a:tc>
                  <a:txBody>
                    <a:bodyPr/>
                    <a:lstStyle/>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p>
                      <a:pPr marL="228600" lvl="1" indent="-227013">
                        <a:spcAft>
                          <a:spcPts val="300"/>
                        </a:spcAft>
                        <a:buFont typeface="Arial" panose="020B0604020202020204" pitchFamily="34" charset="0"/>
                        <a:buChar char="•"/>
                        <a:tabLst/>
                      </a:pPr>
                      <a:r>
                        <a:rPr lang="en-US" sz="1400" dirty="0">
                          <a:solidFill>
                            <a:schemeClr val="tx1"/>
                          </a:solidFill>
                          <a:latin typeface="+mn-lt"/>
                        </a:rPr>
                        <a:t>Lorem ipsum</a:t>
                      </a:r>
                    </a:p>
                  </a:txBody>
                  <a:tcPr marL="0" marT="91440" marB="9144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2"/>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93960207"/>
                  </a:ext>
                </a:extLst>
              </a:tr>
            </a:tbl>
          </a:graphicData>
        </a:graphic>
      </p:graphicFrame>
      <p:sp>
        <p:nvSpPr>
          <p:cNvPr id="2" name="Slide Number Placeholder 1">
            <a:extLst>
              <a:ext uri="{FF2B5EF4-FFF2-40B4-BE49-F238E27FC236}">
                <a16:creationId xmlns:a16="http://schemas.microsoft.com/office/drawing/2014/main" id="{B4A42B50-9F70-533E-2500-645E8D290975}"/>
              </a:ext>
            </a:extLst>
          </p:cNvPr>
          <p:cNvSpPr>
            <a:spLocks noGrp="1"/>
          </p:cNvSpPr>
          <p:nvPr>
            <p:ph type="sldNum" sz="quarter" idx="12"/>
          </p:nvPr>
        </p:nvSpPr>
        <p:spPr>
          <a:xfrm>
            <a:off x="457200" y="6400799"/>
            <a:ext cx="365760" cy="228600"/>
          </a:xfrm>
        </p:spPr>
        <p:txBody>
          <a:bodyPr/>
          <a:lstStyle/>
          <a:p>
            <a:fld id="{38826FC0-333C-E549-9FA3-0EE43DF298A3}" type="slidenum">
              <a:rPr lang="en-US" smtClean="0"/>
              <a:t>60</a:t>
            </a:fld>
            <a:endParaRPr lang="en-US"/>
          </a:p>
        </p:txBody>
      </p:sp>
      <p:sp>
        <p:nvSpPr>
          <p:cNvPr id="9" name="Footer Placeholder 8">
            <a:extLst>
              <a:ext uri="{FF2B5EF4-FFF2-40B4-BE49-F238E27FC236}">
                <a16:creationId xmlns:a16="http://schemas.microsoft.com/office/drawing/2014/main" id="{FBBA9D69-9CA9-8179-5A56-884B727E1F8C}"/>
              </a:ext>
            </a:extLst>
          </p:cNvPr>
          <p:cNvSpPr>
            <a:spLocks noGrp="1"/>
          </p:cNvSpPr>
          <p:nvPr>
            <p:ph type="ftr" sz="quarter" idx="11"/>
          </p:nvPr>
        </p:nvSpPr>
        <p:spPr/>
        <p:txBody>
          <a:bodyPr/>
          <a:lstStyle/>
          <a:p>
            <a:r>
              <a:rPr lang="en-US"/>
              <a:t>© 2025–2027 Cognizant | Private</a:t>
            </a:r>
          </a:p>
        </p:txBody>
      </p:sp>
    </p:spTree>
    <p:extLst>
      <p:ext uri="{BB962C8B-B14F-4D97-AF65-F5344CB8AC3E}">
        <p14:creationId xmlns:p14="http://schemas.microsoft.com/office/powerpoint/2010/main" val="179174706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0B61017-4B03-81CB-C5BF-16842F1FDACD}"/>
              </a:ext>
            </a:extLst>
          </p:cNvPr>
          <p:cNvSpPr>
            <a:spLocks noGrp="1"/>
          </p:cNvSpPr>
          <p:nvPr>
            <p:ph type="ctrTitle"/>
          </p:nvPr>
        </p:nvSpPr>
        <p:spPr>
          <a:xfrm>
            <a:off x="1005840" y="2563670"/>
            <a:ext cx="6832600" cy="1477328"/>
          </a:xfrm>
        </p:spPr>
        <p:txBody>
          <a:bodyPr/>
          <a:lstStyle/>
          <a:p>
            <a:r>
              <a:rPr lang="en-US"/>
              <a:t>Thank you</a:t>
            </a:r>
          </a:p>
        </p:txBody>
      </p:sp>
      <p:sp>
        <p:nvSpPr>
          <p:cNvPr id="6" name="Subtitle 5">
            <a:extLst>
              <a:ext uri="{FF2B5EF4-FFF2-40B4-BE49-F238E27FC236}">
                <a16:creationId xmlns:a16="http://schemas.microsoft.com/office/drawing/2014/main" id="{44539BF8-CFF7-A43C-9288-4272FAF7E8D7}"/>
              </a:ext>
            </a:extLst>
          </p:cNvPr>
          <p:cNvSpPr>
            <a:spLocks noGrp="1"/>
          </p:cNvSpPr>
          <p:nvPr>
            <p:ph type="body" sz="quarter" idx="13"/>
          </p:nvPr>
        </p:nvSpPr>
        <p:spPr>
          <a:xfrm>
            <a:off x="1005840" y="4187952"/>
            <a:ext cx="6832600" cy="738664"/>
          </a:xfrm>
        </p:spPr>
        <p:txBody>
          <a:bodyPr/>
          <a:lstStyle/>
          <a:p>
            <a:r>
              <a:rPr lang="en-US"/>
              <a:t>Presenter’s name will go here</a:t>
            </a:r>
          </a:p>
          <a:p>
            <a:r>
              <a:rPr lang="en-US"/>
              <a:t>Contact information will go here</a:t>
            </a:r>
          </a:p>
        </p:txBody>
      </p:sp>
      <p:sp>
        <p:nvSpPr>
          <p:cNvPr id="2" name="Slide Number Placeholder 1">
            <a:extLst>
              <a:ext uri="{FF2B5EF4-FFF2-40B4-BE49-F238E27FC236}">
                <a16:creationId xmlns:a16="http://schemas.microsoft.com/office/drawing/2014/main" id="{19A4A862-22B1-5992-B77D-4C8BF40C7A13}"/>
              </a:ext>
            </a:extLst>
          </p:cNvPr>
          <p:cNvSpPr>
            <a:spLocks noGrp="1"/>
          </p:cNvSpPr>
          <p:nvPr>
            <p:ph type="sldNum" sz="quarter" idx="16"/>
          </p:nvPr>
        </p:nvSpPr>
        <p:spPr>
          <a:xfrm>
            <a:off x="457200" y="6400799"/>
            <a:ext cx="365760" cy="228600"/>
          </a:xfrm>
        </p:spPr>
        <p:txBody>
          <a:bodyPr/>
          <a:lstStyle/>
          <a:p>
            <a:fld id="{38826FC0-333C-E549-9FA3-0EE43DF298A3}" type="slidenum">
              <a:rPr lang="en-US" smtClean="0"/>
              <a:pPr/>
              <a:t>61</a:t>
            </a:fld>
            <a:endParaRPr lang="en-US"/>
          </a:p>
        </p:txBody>
      </p:sp>
      <p:sp>
        <p:nvSpPr>
          <p:cNvPr id="3" name="Footer Placeholder 2">
            <a:extLst>
              <a:ext uri="{FF2B5EF4-FFF2-40B4-BE49-F238E27FC236}">
                <a16:creationId xmlns:a16="http://schemas.microsoft.com/office/drawing/2014/main" id="{03342216-F6AF-45C9-256E-0C0946B1A82C}"/>
              </a:ext>
            </a:extLst>
          </p:cNvPr>
          <p:cNvSpPr>
            <a:spLocks noGrp="1"/>
          </p:cNvSpPr>
          <p:nvPr>
            <p:ph type="ftr" sz="quarter" idx="15"/>
          </p:nvPr>
        </p:nvSpPr>
        <p:spPr>
          <a:xfrm>
            <a:off x="1005840" y="6400800"/>
            <a:ext cx="1371600" cy="228600"/>
          </a:xfrm>
        </p:spPr>
        <p:txBody>
          <a:bodyPr/>
          <a:lstStyle/>
          <a:p>
            <a:r>
              <a:rPr lang="en-US"/>
              <a:t>© 2025–2027 Cognizant | Private</a:t>
            </a:r>
          </a:p>
        </p:txBody>
      </p:sp>
    </p:spTree>
    <p:extLst>
      <p:ext uri="{BB962C8B-B14F-4D97-AF65-F5344CB8AC3E}">
        <p14:creationId xmlns:p14="http://schemas.microsoft.com/office/powerpoint/2010/main" val="249272808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Cognizant_2024">
  <a:themeElements>
    <a:clrScheme name="Cognizant v2">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accent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noAutofit/>
      </a:bodyPr>
      <a:lstStyle>
        <a:defPPr algn="l">
          <a:lnSpc>
            <a:spcPct val="110000"/>
          </a:lnSpc>
          <a:spcBef>
            <a:spcPts val="600"/>
          </a:spcBef>
          <a:spcAft>
            <a:spcPts val="0"/>
          </a:spcAft>
          <a:defRPr dirty="0" err="1" smtClean="0"/>
        </a:defPPr>
      </a:lstStyle>
    </a:tx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2_Cognizant_2024" id="{4DB496B1-E6EF-4CBE-9AD1-A2CF8C63C2B7}" vid="{BB4BE9A0-A680-4A25-9195-1AF5CFB8503C}"/>
    </a:ext>
  </a:extLst>
</a:theme>
</file>

<file path=ppt/theme/theme2.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Cognizant_2024">
      <a:dk1>
        <a:srgbClr val="000048"/>
      </a:dk1>
      <a:lt1>
        <a:srgbClr val="FFFFFF"/>
      </a:lt1>
      <a:dk2>
        <a:srgbClr val="000048"/>
      </a:dk2>
      <a:lt2>
        <a:srgbClr val="FFFFFF"/>
      </a:lt2>
      <a:accent1>
        <a:srgbClr val="000048"/>
      </a:accent1>
      <a:accent2>
        <a:srgbClr val="2F78C4"/>
      </a:accent2>
      <a:accent3>
        <a:srgbClr val="92BBE6"/>
      </a:accent3>
      <a:accent4>
        <a:srgbClr val="05819B"/>
      </a:accent4>
      <a:accent5>
        <a:srgbClr val="2E308E"/>
      </a:accent5>
      <a:accent6>
        <a:srgbClr val="D0D0CE"/>
      </a:accent6>
      <a:hlink>
        <a:srgbClr val="2F78C4"/>
      </a:hlink>
      <a:folHlink>
        <a:srgbClr val="92BBE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Green">
      <a:srgbClr val="2DB81F"/>
    </a:custClr>
    <a:custClr name="Yellow">
      <a:srgbClr val="E9C71D"/>
    </a:custClr>
    <a:custClr name="Red">
      <a:srgbClr val="B81F2D"/>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BLANK">
      <a:srgbClr val="FFFFFF"/>
    </a:custClr>
    <a:custClr name="Midnight blue 80%">
      <a:srgbClr val="373771"/>
    </a:custClr>
    <a:custClr name="Midnight blue 80%">
      <a:srgbClr val="373771"/>
    </a:custClr>
    <a:custClr name="Dark blue 80%">
      <a:srgbClr val="5B94D1"/>
    </a:custClr>
    <a:custClr name="Light blue 80%">
      <a:srgbClr val="A9C9EC"/>
    </a:custClr>
    <a:custClr name="Darker teal 80%">
      <a:srgbClr val="4C9AB0"/>
    </a:custClr>
    <a:custClr name="Dark plum 80%">
      <a:srgbClr val="5859A6"/>
    </a:custClr>
    <a:custClr name="Light gray 80%">
      <a:srgbClr val="D9D9D8"/>
    </a:custClr>
    <a:custClr name="Dark plum">
      <a:srgbClr val="2E308E"/>
    </a:custClr>
    <a:custClr name="Dark blue">
      <a:srgbClr val="2F78C4"/>
    </a:custClr>
    <a:custClr name="Dark teal">
      <a:srgbClr val="05819B"/>
    </a:custClr>
    <a:custClr name="Midnight blue 60%">
      <a:srgbClr val="666692"/>
    </a:custClr>
    <a:custClr name="Midnight blue 60%">
      <a:srgbClr val="666692"/>
    </a:custClr>
    <a:custClr name="Dark blue 60%">
      <a:srgbClr val="86AEDD"/>
    </a:custClr>
    <a:custClr name="Light blue 60%">
      <a:srgbClr val="BFD6F1"/>
    </a:custClr>
    <a:custClr name="Darker teal 60%">
      <a:srgbClr val="7BB4C3"/>
    </a:custClr>
    <a:custClr name="Dark plum 60%">
      <a:srgbClr val="8283BC"/>
    </a:custClr>
    <a:custClr name="Light gray 60%">
      <a:srgbClr val="E3E3E2"/>
    </a:custClr>
    <a:custClr name="Medium plum">
      <a:srgbClr val="7373D8"/>
    </a:custClr>
    <a:custClr name="Medium blue">
      <a:srgbClr val="6AA2DC"/>
    </a:custClr>
    <a:custClr name="Medium teal">
      <a:srgbClr val="06C7CC"/>
    </a:custClr>
    <a:custClr name="Midnight blue 40%">
      <a:srgbClr val="9999B8"/>
    </a:custClr>
    <a:custClr name="Midnight blue 40%">
      <a:srgbClr val="9999B8"/>
    </a:custClr>
    <a:custClr name="Dark blue 40%">
      <a:srgbClr val="AFC9E8"/>
    </a:custClr>
    <a:custClr name="Light blue 40%">
      <a:srgbClr val="D3E5F5"/>
    </a:custClr>
    <a:custClr name="Darker teal 40%">
      <a:srgbClr val="A9CDD8"/>
    </a:custClr>
    <a:custClr name="Dark plum 40%">
      <a:srgbClr val="ABACD3"/>
    </a:custClr>
    <a:custClr name="Light gray 40%">
      <a:srgbClr val="ECECEB"/>
    </a:custClr>
    <a:custClr name="Light plum">
      <a:srgbClr val="85A0F9"/>
    </a:custClr>
    <a:custClr name="Light blue">
      <a:srgbClr val="92BBE6"/>
    </a:custClr>
    <a:custClr name="Light teal">
      <a:srgbClr val="26EFE9"/>
    </a:custClr>
    <a:custClr name="Midnight blue 20%">
      <a:srgbClr val="CCCCDB"/>
    </a:custClr>
    <a:custClr name="Midnight blue 20%">
      <a:srgbClr val="CCCCDB"/>
    </a:custClr>
    <a:custClr name="Dark blue 20%">
      <a:srgbClr val="D7E5F4"/>
    </a:custClr>
    <a:custClr name="Light blue 20%">
      <a:srgbClr val="EAF2FA"/>
    </a:custClr>
    <a:custClr name="Darker teal 20%">
      <a:srgbClr val="D4E7EB"/>
    </a:custClr>
    <a:custClr name="Dark plum 20%">
      <a:srgbClr val="D5D6E9"/>
    </a:custClr>
    <a:custClr name="Light gray 20%">
      <a:srgbClr val="F6F6F5"/>
    </a:custClr>
  </a:custClr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0AD2383-F69B-DD48-B17A-5BA153F117E0}">
  <we:reference id="1f4df590-35fc-4b16-a239-39709f9d8a74" version="1.0.0.1" store="EXCatalog" storeType="EXCatalog"/>
  <we:alternateReferences>
    <we:reference id="WA104381063"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LengthInSeconds xmlns="fbe430c1-83a1-4407-a93f-d2144dec552c" xsi:nil="true"/>
    <SharedWithUsers xmlns="da2a811a-61f7-41d9-a96a-3fe58d3117da">
      <UserInfo>
        <DisplayName>Kelly, Jennifer (Contractor)</DisplayName>
        <AccountId>533</AccountId>
        <AccountType/>
      </UserInfo>
    </SharedWithUsers>
    <TaxCatchAll xmlns="da2a811a-61f7-41d9-a96a-3fe58d3117da" xsi:nil="true"/>
    <lcf76f155ced4ddcb4097134ff3c332f xmlns="fbe430c1-83a1-4407-a93f-d2144dec552c">
      <Terms xmlns="http://schemas.microsoft.com/office/infopath/2007/PartnerControls"/>
    </lcf76f155ced4ddcb4097134ff3c332f>
    <d0343b0fd7614bfd8975041064cafcd0 xmlns="fbe430c1-83a1-4407-a93f-d2144dec552c">
      <Terms xmlns="http://schemas.microsoft.com/office/infopath/2007/PartnerControls"/>
    </d0343b0fd7614bfd8975041064cafcd0>
    <_Flow_SignoffStatus xmlns="fbe430c1-83a1-4407-a93f-d2144dec552c" xsi:nil="true"/>
    <m2cdf977224e4362b023ebe2f5fb54ce xmlns="fbe430c1-83a1-4407-a93f-d2144dec552c">
      <Terms xmlns="http://schemas.microsoft.com/office/infopath/2007/PartnerControls"/>
    </m2cdf977224e4362b023ebe2f5fb54ce>
    <n446a6503387411fbfe4842fcfb02d4c xmlns="fbe430c1-83a1-4407-a93f-d2144dec552c">
      <Terms xmlns="http://schemas.microsoft.com/office/infopath/2007/PartnerControls"/>
    </n446a6503387411fbfe4842fcfb02d4c>
    <PermissionSet xmlns="fbe430c1-83a1-4407-a93f-d2144dec552c">1</PermissionSet>
    <Views xmlns="fbe430c1-83a1-4407-a93f-d2144dec552c" xsi:nil="true"/>
    <Category1 xmlns="fbe430c1-83a1-4407-a93f-d2144dec552c" xsi:nil="true"/>
    <URL xmlns="fbe430c1-83a1-4407-a93f-d2144dec552c">
      <Url xsi:nil="true"/>
      <Description xsi:nil="true"/>
    </URL>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06F2FB6F0C0F643874E7A21317CEB83" ma:contentTypeVersion="27" ma:contentTypeDescription="Create a new document." ma:contentTypeScope="" ma:versionID="8ec88657b2e518f0e323a5bf7dbe855b">
  <xsd:schema xmlns:xsd="http://www.w3.org/2001/XMLSchema" xmlns:xs="http://www.w3.org/2001/XMLSchema" xmlns:p="http://schemas.microsoft.com/office/2006/metadata/properties" xmlns:ns2="fbe430c1-83a1-4407-a93f-d2144dec552c" xmlns:ns3="da2a811a-61f7-41d9-a96a-3fe58d3117da" targetNamespace="http://schemas.microsoft.com/office/2006/metadata/properties" ma:root="true" ma:fieldsID="41b911b9a05cd32c373fbfa0950bc15d" ns2:_="" ns3:_="">
    <xsd:import namespace="fbe430c1-83a1-4407-a93f-d2144dec552c"/>
    <xsd:import namespace="da2a811a-61f7-41d9-a96a-3fe58d3117da"/>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element ref="ns2:Category1" minOccurs="0"/>
                <xsd:element ref="ns2:MediaLengthInSeconds" minOccurs="0"/>
                <xsd:element ref="ns2:PermissionSet" minOccurs="0"/>
                <xsd:element ref="ns2:_Flow_SignoffStatus" minOccurs="0"/>
                <xsd:element ref="ns2:MediaServiceObjectDetectorVersions" minOccurs="0"/>
                <xsd:element ref="ns2:MediaServiceSearchProperties" minOccurs="0"/>
                <xsd:element ref="ns2:MediaServiceLocation" minOccurs="0"/>
                <xsd:element ref="ns2:m2cdf977224e4362b023ebe2f5fb54ce" minOccurs="0"/>
                <xsd:element ref="ns2:n446a6503387411fbfe4842fcfb02d4c" minOccurs="0"/>
                <xsd:element ref="ns2:d0343b0fd7614bfd8975041064cafcd0" minOccurs="0"/>
                <xsd:element ref="ns2:Views" minOccurs="0"/>
                <xsd:element ref="ns2:UR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be430c1-83a1-4407-a93f-d2144dec552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3b7d1d5-7262-4eb7-85df-493a730aa646"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Category1" ma:index="19" nillable="true" ma:displayName="Category 1" ma:format="Dropdown" ma:internalName="Category1">
      <xsd:simpleType>
        <xsd:restriction base="dms:Choice">
          <xsd:enumeration value="Global Policy"/>
          <xsd:enumeration value="Ethics and Compliance "/>
          <xsd:enumeration value="Code of Ethics"/>
          <xsd:enumeration value="Translation"/>
        </xsd:restriction>
      </xsd:simpleType>
    </xsd:element>
    <xsd:element name="MediaLengthInSeconds" ma:index="20" nillable="true" ma:displayName="MediaLengthInSeconds" ma:hidden="true" ma:internalName="MediaLengthInSeconds" ma:readOnly="true">
      <xsd:simpleType>
        <xsd:restriction base="dms:Unknown"/>
      </xsd:simpleType>
    </xsd:element>
    <xsd:element name="PermissionSet" ma:index="21" nillable="true" ma:displayName="PermissionSet" ma:hidden="true" ma:internalName="PermissionSet" ma:readOnly="false">
      <xsd:simpleType>
        <xsd:restriction base="dms:Text">
          <xsd:maxLength value="255"/>
        </xsd:restriction>
      </xsd:simpleType>
    </xsd:element>
    <xsd:element name="_Flow_SignoffStatus" ma:index="22" nillable="true" ma:displayName="Sign-off status" ma:internalName="Sign_x002d_off_x0020_status">
      <xsd:simpleType>
        <xsd:restriction base="dms:Text"/>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element name="m2cdf977224e4362b023ebe2f5fb54ce" ma:index="27" nillable="true" ma:taxonomy="true" ma:internalName="m2cdf977224e4362b023ebe2f5fb54ce" ma:taxonomyFieldName="Topics" ma:displayName="Topics" ma:default="" ma:fieldId="{62cdf977-224e-4362-b023-ebe2f5fb54ce}" ma:taxonomyMulti="true" ma:sspId="63b7d1d5-7262-4eb7-85df-493a730aa646" ma:termSetId="bb61e467-d593-466a-994a-5e67bfb8b398" ma:anchorId="00000000-0000-0000-0000-000000000000" ma:open="false" ma:isKeyword="false">
      <xsd:complexType>
        <xsd:sequence>
          <xsd:element ref="pc:Terms" minOccurs="0" maxOccurs="1"/>
        </xsd:sequence>
      </xsd:complexType>
    </xsd:element>
    <xsd:element name="n446a6503387411fbfe4842fcfb02d4c" ma:index="29" nillable="true" ma:taxonomy="true" ma:internalName="n446a6503387411fbfe4842fcfb02d4c" ma:taxonomyFieldName="Business" ma:displayName="Business" ma:default="" ma:fieldId="{7446a650-3387-411f-bfe4-842fcfb02d4c}" ma:taxonomyMulti="true" ma:sspId="63b7d1d5-7262-4eb7-85df-493a730aa646" ma:termSetId="97fba6ab-a82f-4b05-8a87-5c06aa3b8c9a" ma:anchorId="00000000-0000-0000-0000-000000000000" ma:open="false" ma:isKeyword="false">
      <xsd:complexType>
        <xsd:sequence>
          <xsd:element ref="pc:Terms" minOccurs="0" maxOccurs="1"/>
        </xsd:sequence>
      </xsd:complexType>
    </xsd:element>
    <xsd:element name="d0343b0fd7614bfd8975041064cafcd0" ma:index="31" nillable="true" ma:taxonomy="true" ma:internalName="d0343b0fd7614bfd8975041064cafcd0" ma:taxonomyFieldName="Geography" ma:displayName="Geography" ma:default="" ma:fieldId="{d0343b0f-d761-4bfd-8975-041064cafcd0}" ma:taxonomyMulti="true" ma:sspId="63b7d1d5-7262-4eb7-85df-493a730aa646" ma:termSetId="57c2f89f-8209-4ff9-9cad-c95750170dde" ma:anchorId="00000000-0000-0000-0000-000000000000" ma:open="false" ma:isKeyword="false">
      <xsd:complexType>
        <xsd:sequence>
          <xsd:element ref="pc:Terms" minOccurs="0" maxOccurs="1"/>
        </xsd:sequence>
      </xsd:complexType>
    </xsd:element>
    <xsd:element name="Views" ma:index="32" nillable="true" ma:displayName="Views" ma:format="Dropdown" ma:internalName="Views" ma:percentage="FALSE">
      <xsd:simpleType>
        <xsd:restriction base="dms:Number"/>
      </xsd:simpleType>
    </xsd:element>
    <xsd:element name="URL" ma:index="33" nillable="true" ma:displayName="URL" ma:description="Links to the pdf document" ma:format="Hyperlink" ma:internalName="URL">
      <xsd:complexType>
        <xsd:complexContent>
          <xsd:extension base="dms:URL">
            <xsd:sequence>
              <xsd:element name="Url" type="dms:ValidUrl" minOccurs="0" nillable="true"/>
              <xsd:element name="Description" type="xsd:string"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da2a811a-61f7-41d9-a96a-3fe58d3117da"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aa6e134-06f1-4965-9f1c-4ca2ce1ac82e}" ma:internalName="TaxCatchAll" ma:showField="CatchAllData" ma:web="da2a811a-61f7-41d9-a96a-3fe58d3117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1A8AA3F-21FE-43F5-B698-F205039046F2}">
  <ds:schemaRefs>
    <ds:schemaRef ds:uri="http://schemas.openxmlformats.org/package/2006/metadata/core-properties"/>
    <ds:schemaRef ds:uri="http://schemas.microsoft.com/office/2006/metadata/properties"/>
    <ds:schemaRef ds:uri="http://schemas.microsoft.com/office/2006/documentManagement/types"/>
    <ds:schemaRef ds:uri="http://purl.org/dc/terms/"/>
    <ds:schemaRef ds:uri="da2a811a-61f7-41d9-a96a-3fe58d3117da"/>
    <ds:schemaRef ds:uri="http://purl.org/dc/dcmitype/"/>
    <ds:schemaRef ds:uri="http://schemas.microsoft.com/office/infopath/2007/PartnerControls"/>
    <ds:schemaRef ds:uri="fbe430c1-83a1-4407-a93f-d2144dec552c"/>
    <ds:schemaRef ds:uri="http://www.w3.org/XML/1998/namespace"/>
    <ds:schemaRef ds:uri="http://purl.org/dc/elements/1.1/"/>
  </ds:schemaRefs>
</ds:datastoreItem>
</file>

<file path=customXml/itemProps2.xml><?xml version="1.0" encoding="utf-8"?>
<ds:datastoreItem xmlns:ds="http://schemas.openxmlformats.org/officeDocument/2006/customXml" ds:itemID="{FD8C24DA-1664-4296-904F-7BC9B9EC8A2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be430c1-83a1-4407-a93f-d2144dec552c"/>
    <ds:schemaRef ds:uri="da2a811a-61f7-41d9-a96a-3fe58d3117d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243DB6A-4E19-4081-AD3A-F26AB7851077}">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3027</Words>
  <Application>Microsoft Office PowerPoint</Application>
  <PresentationFormat>Widescreen</PresentationFormat>
  <Paragraphs>908</Paragraphs>
  <Slides>61</Slides>
  <Notes>61</Notes>
  <HiddenSlides>0</HiddenSlides>
  <MMClips>0</MMClips>
  <ScaleCrop>false</ScaleCrop>
  <HeadingPairs>
    <vt:vector size="4" baseType="variant">
      <vt:variant>
        <vt:lpstr>Theme</vt:lpstr>
      </vt:variant>
      <vt:variant>
        <vt:i4>1</vt:i4>
      </vt:variant>
      <vt:variant>
        <vt:lpstr>Slide Titles</vt:lpstr>
      </vt:variant>
      <vt:variant>
        <vt:i4>61</vt:i4>
      </vt:variant>
    </vt:vector>
  </HeadingPairs>
  <TitlesOfParts>
    <vt:vector size="62" baseType="lpstr">
      <vt:lpstr>Cognizant_2024</vt:lpstr>
      <vt:lpstr>PowerPoint template</vt:lpstr>
      <vt:lpstr>Using the template</vt:lpstr>
      <vt:lpstr>Before you create a presentation...</vt:lpstr>
      <vt:lpstr>How to transfer old slides into this template</vt:lpstr>
      <vt:lpstr>Color and font theme</vt:lpstr>
      <vt:lpstr>Gradient boxes and lines</vt:lpstr>
      <vt:lpstr>Our logo</vt:lpstr>
      <vt:lpstr>Presentation title will go here in Arial 36pt bold</vt:lpstr>
      <vt:lpstr>Extra-long presentation titles will go here in Arial 36pt bold</vt:lpstr>
      <vt:lpstr>Agenda</vt:lpstr>
      <vt:lpstr>Agenda with bullets</vt:lpstr>
      <vt:lpstr>Agenda</vt:lpstr>
      <vt:lpstr>Agenda with bullets</vt:lpstr>
      <vt:lpstr>Divider title will go here on one or two lines in Arial 36pt bold</vt:lpstr>
      <vt:lpstr>Divider title will go here on one or two lines in Arial 36pt bold</vt:lpstr>
      <vt:lpstr>Divider title will go here on one or two lines in Arial 36pt bold</vt:lpstr>
      <vt:lpstr>Basic title and content - light</vt:lpstr>
      <vt:lpstr>Title, super head, subhead and footnote - light </vt:lpstr>
      <vt:lpstr>Title only - light</vt:lpstr>
      <vt:lpstr>Blank</vt:lpstr>
      <vt:lpstr>Two content</vt:lpstr>
      <vt:lpstr>Two column - light </vt:lpstr>
      <vt:lpstr>Three column - light </vt:lpstr>
      <vt:lpstr>Comparison horizontal - light </vt:lpstr>
      <vt:lpstr>Content with caption</vt:lpstr>
      <vt:lpstr>Picture with caption</vt:lpstr>
      <vt:lpstr>Statement or quote will go here in Arial 36pt bold</vt:lpstr>
      <vt:lpstr>Click to add  big statement</vt:lpstr>
      <vt:lpstr>Basic title and content - dark</vt:lpstr>
      <vt:lpstr>Title, super head, subhead and footnote - dark </vt:lpstr>
      <vt:lpstr>Title only - dark</vt:lpstr>
      <vt:lpstr>Blank - dark</vt:lpstr>
      <vt:lpstr>Two content - dark</vt:lpstr>
      <vt:lpstr>Two column - dark </vt:lpstr>
      <vt:lpstr>Three column - dark </vt:lpstr>
      <vt:lpstr>Comparison horizontal - dark </vt:lpstr>
      <vt:lpstr>Content with caption</vt:lpstr>
      <vt:lpstr>Picture with caption</vt:lpstr>
      <vt:lpstr>Statement or quote will go here in Arial 36pt bold</vt:lpstr>
      <vt:lpstr>Click to add  big statement</vt:lpstr>
      <vt:lpstr>Full bleed image</vt:lpstr>
      <vt:lpstr>Two full bleed images</vt:lpstr>
      <vt:lpstr>Half-image </vt:lpstr>
      <vt:lpstr>Half-image - dark </vt:lpstr>
      <vt:lpstr>Charts - column</vt:lpstr>
      <vt:lpstr>Charts - stacked column</vt:lpstr>
      <vt:lpstr>Charts - bar</vt:lpstr>
      <vt:lpstr>Charts - donut</vt:lpstr>
      <vt:lpstr>Charts - donut, multiple categories</vt:lpstr>
      <vt:lpstr>Charts - pie</vt:lpstr>
      <vt:lpstr>Charts - pie, multiple categories</vt:lpstr>
      <vt:lpstr>Charts - line</vt:lpstr>
      <vt:lpstr>Charts - stacked area</vt:lpstr>
      <vt:lpstr>Basic table</vt:lpstr>
      <vt:lpstr>Basic table (PowerPoint default style)</vt:lpstr>
      <vt:lpstr>Three-column table</vt:lpstr>
      <vt:lpstr>Basic table - dark</vt:lpstr>
      <vt:lpstr>Three-column table - dark</vt:lpstr>
      <vt:lpstr>Sample SWOT analysis</vt:lpstr>
      <vt:lpstr>Sample SWOT analysis - dark</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85</cp:revision>
  <dcterms:created xsi:type="dcterms:W3CDTF">2024-03-20T19:25:52Z</dcterms:created>
  <dcterms:modified xsi:type="dcterms:W3CDTF">2025-11-03T10:35:08Z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Geography">
    <vt:lpwstr/>
  </property>
  <property fmtid="{D5CDD505-2E9C-101B-9397-08002B2CF9AE}" pid="3" name="Business">
    <vt:lpwstr/>
  </property>
  <property fmtid="{D5CDD505-2E9C-101B-9397-08002B2CF9AE}" pid="4" name="xd_ProgID">
    <vt:lpwstr/>
  </property>
  <property fmtid="{D5CDD505-2E9C-101B-9397-08002B2CF9AE}" pid="5" name="MediaServiceImageTags">
    <vt:lpwstr/>
  </property>
  <property fmtid="{D5CDD505-2E9C-101B-9397-08002B2CF9AE}" pid="6" name="ContentTypeId">
    <vt:lpwstr>0x010100E06F2FB6F0C0F643874E7A21317CEB83</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Topics">
    <vt:lpwstr/>
  </property>
  <property fmtid="{D5CDD505-2E9C-101B-9397-08002B2CF9AE}" pid="12" name="xd_Signature">
    <vt:bool>false</vt:bool>
  </property>
</Properties>
</file>